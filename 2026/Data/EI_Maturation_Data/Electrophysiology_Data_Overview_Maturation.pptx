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510" r:id="rId2"/>
    <p:sldId id="518" r:id="rId3"/>
    <p:sldId id="517" r:id="rId4"/>
    <p:sldId id="519" r:id="rId5"/>
    <p:sldId id="516" r:id="rId6"/>
    <p:sldId id="520" r:id="rId7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–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66" autoAdjust="0"/>
    <p:restoredTop sz="74789" autoAdjust="0"/>
  </p:normalViewPr>
  <p:slideViewPr>
    <p:cSldViewPr snapToGrid="0">
      <p:cViewPr varScale="1">
        <p:scale>
          <a:sx n="119" d="100"/>
          <a:sy n="119" d="100"/>
        </p:scale>
        <p:origin x="2364" y="96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4BAD12-8860-4CF2-9AA1-6A8644866D9C}" type="datetimeFigureOut">
              <a:rPr lang="en-CH" smtClean="0"/>
              <a:t>11/06/2026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DFA526-7281-43D9-BC9B-129F7680E98E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1263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A71E7-EF68-9A97-80FD-B8492C91F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78F7C7-A2E7-E87D-0070-7BAEF134C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BFEE08-C40D-1999-F039-2D79FABF8F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DFD42-5E52-A08E-372D-D26320FFC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927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21D85-919E-B279-2628-D08D6D28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ED2719-4A33-857A-3303-304563301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CD1F6-1C4B-5FC6-FA61-F8FD7550E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11380-E3D5-1F7E-A7CF-4F3FCD7D2C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394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1EB2-5E6F-E1D0-B452-419284FDE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7EF10-AC42-1940-3B21-DB178F88F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F545E-1050-7F58-34D6-CC8E1467F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73EFA-4EEC-4194-6F41-CC7C681561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6053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A809A-C45E-FEE0-E75B-AF25B9739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BD347-27EA-D307-CB2C-7F1B817DFF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5F0167-A636-FBDE-5A0B-88485554F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C49D6-EB71-C75F-4318-C615DD0A2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4940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04E12-AE9A-C881-87E5-E552E8B93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E86929-6E30-631E-427B-6750AB5C2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BFAB5-9842-A76C-F48D-4F57816DC8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44C2C-0AB0-B5AC-2CEF-CE46587095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7435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5C913-2E92-95CD-E771-5E87A8FC8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359D26-4E38-F4BA-0277-A4E09BCC7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CB482A-A905-182C-35F7-66404F73B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79AD9-4F68-6A1A-269F-DD1898504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615DDFD-030C-4D5A-B33E-3A7E7538D2BE}" type="slidenum">
              <a:rPr kumimoji="0" lang="de-CH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CH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999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1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Bildplatzhalter 8">
            <a:extLst>
              <a:ext uri="{FF2B5EF4-FFF2-40B4-BE49-F238E27FC236}">
                <a16:creationId xmlns:a16="http://schemas.microsoft.com/office/drawing/2014/main" id="{C3C296D1-2CD0-479F-A866-6EC741D2293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E41BE31-9613-4103-99FF-7DCFF643B3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EDEB298C-798E-4D73-9DD6-F896C06530C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363301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  <p15:guide id="5" pos="610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4">
            <a:extLst>
              <a:ext uri="{FF2B5EF4-FFF2-40B4-BE49-F238E27FC236}">
                <a16:creationId xmlns:a16="http://schemas.microsoft.com/office/drawing/2014/main" id="{8A01615F-450E-43D0-B554-DA3FBD48DF3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0" tIns="0" rIns="5580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04000" y="2957494"/>
            <a:ext cx="5688000" cy="2268000"/>
          </a:xfrm>
          <a:solidFill>
            <a:schemeClr val="accent6"/>
          </a:solidFill>
        </p:spPr>
        <p:txBody>
          <a:bodyPr lIns="324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9" name="Textplatzhalter 3">
            <a:extLst>
              <a:ext uri="{FF2B5EF4-FFF2-40B4-BE49-F238E27FC236}">
                <a16:creationId xmlns:a16="http://schemas.microsoft.com/office/drawing/2014/main" id="{003A487C-8977-4264-A8A1-D6C1DB6046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45210" y="4639666"/>
            <a:ext cx="4320000" cy="46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3" name="Bildplatzhalter 8">
            <a:extLst>
              <a:ext uri="{FF2B5EF4-FFF2-40B4-BE49-F238E27FC236}">
                <a16:creationId xmlns:a16="http://schemas.microsoft.com/office/drawing/2014/main" id="{E91D3734-CD8F-4F94-A813-570EF31C47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547D2927-4A99-4714-8EBA-F773EAA2630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7991095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2D94F76-218E-49F2-87F8-05982912ED18}"/>
              </a:ext>
            </a:extLst>
          </p:cNvPr>
          <p:cNvSpPr/>
          <p:nvPr userDrawn="1"/>
        </p:nvSpPr>
        <p:spPr>
          <a:xfrm>
            <a:off x="731838" y="1016000"/>
            <a:ext cx="10728325" cy="5257800"/>
          </a:xfrm>
          <a:prstGeom prst="rect">
            <a:avLst/>
          </a:prstGeom>
          <a:solidFill>
            <a:srgbClr val="8E67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940405"/>
            <a:ext cx="10188000" cy="3420000"/>
          </a:xfrm>
          <a:solidFill>
            <a:schemeClr val="accent3"/>
          </a:solidFill>
          <a:ln>
            <a:noFill/>
          </a:ln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0503E57F-F89F-431B-8D38-7CC97B7C20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4217884"/>
            <a:ext cx="864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1BEB6197-C509-4752-B57E-CEE955F5D9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4ADF7DEC-21BD-45CA-9E91-B9F58A69F62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847795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solidFill>
            <a:schemeClr val="accent6"/>
          </a:solidFill>
          <a:ln>
            <a:noFill/>
          </a:ln>
        </p:spPr>
        <p:txBody>
          <a:bodyPr lIns="324000" tIns="11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0EE7317F-7892-4B0F-BA41-44765BB93F0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  <p:sp>
        <p:nvSpPr>
          <p:cNvPr id="6" name="Textplatzhalter 3">
            <a:extLst>
              <a:ext uri="{FF2B5EF4-FFF2-40B4-BE49-F238E27FC236}">
                <a16:creationId xmlns:a16="http://schemas.microsoft.com/office/drawing/2014/main" id="{5FCAD79B-EF47-46A0-9575-229F3DAA72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5" y="5122625"/>
            <a:ext cx="10044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72236FC6-C8FF-43C1-86B9-BF112345926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789A3267-E086-4EC3-A0BB-F8ECD01A5C7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26704641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04 – Uni Zür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>
            <a:extLst>
              <a:ext uri="{FF2B5EF4-FFF2-40B4-BE49-F238E27FC236}">
                <a16:creationId xmlns:a16="http://schemas.microsoft.com/office/drawing/2014/main" id="{EB061823-3F7A-48C8-8477-B410C18AC1B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1838" y="1016000"/>
            <a:ext cx="10728325" cy="5256000"/>
          </a:xfrm>
        </p:spPr>
        <p:txBody>
          <a:bodyPr lIns="5580000" tIns="0" rIns="0" anchor="ctr" anchorCtr="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491294E-BEE7-4DA8-BBC8-88E1A7B07A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3538"/>
            <a:ext cx="5904000" cy="2772000"/>
          </a:xfrm>
          <a:solidFill>
            <a:schemeClr val="accent2"/>
          </a:solidFill>
        </p:spPr>
        <p:txBody>
          <a:bodyPr lIns="1080000" tIns="252000" anchor="t" anchorCtr="0"/>
          <a:lstStyle>
            <a:lvl1pPr algn="l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93E2EDD-B19F-478D-BB03-AD55EC1E86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672" y="228020"/>
            <a:ext cx="3679200" cy="552508"/>
          </a:xfrm>
          <a:prstGeom prst="rect">
            <a:avLst/>
          </a:prstGeom>
        </p:spPr>
      </p:pic>
      <p:sp>
        <p:nvSpPr>
          <p:cNvPr id="7" name="Textplatzhalter 3">
            <a:extLst>
              <a:ext uri="{FF2B5EF4-FFF2-40B4-BE49-F238E27FC236}">
                <a16:creationId xmlns:a16="http://schemas.microsoft.com/office/drawing/2014/main" id="{D364BCB8-820F-4C3A-BA37-7048A4C8D4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8516" y="3860495"/>
            <a:ext cx="4680000" cy="1008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2667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2pPr>
            <a:lvl3pPr marL="538163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3pPr>
            <a:lvl4pPr marL="804862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4pPr>
            <a:lvl5pPr marL="1076325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A73913C2-8DFE-4F15-B2DB-2A6D5C267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791A1AD7-DB7D-4C75-BEFB-EB6D34D3B2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696449" y="316800"/>
            <a:ext cx="1800000" cy="36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None/>
              <a:defRPr sz="1150"/>
            </a:lvl1pPr>
            <a:lvl2pPr>
              <a:defRPr sz="1150"/>
            </a:lvl2pPr>
            <a:lvl3pPr>
              <a:defRPr sz="1150"/>
            </a:lvl3pPr>
            <a:lvl4pPr>
              <a:defRPr sz="1150"/>
            </a:lvl4pPr>
            <a:lvl5pPr>
              <a:defRPr sz="1150"/>
            </a:lvl5pPr>
          </a:lstStyle>
          <a:p>
            <a:pPr lvl="0"/>
            <a:r>
              <a:rPr lang="de-DE" dirty="0"/>
              <a:t>Organisationseinheit verbal</a:t>
            </a:r>
            <a:br>
              <a:rPr lang="de-DE" dirty="0"/>
            </a:br>
            <a:r>
              <a:rPr lang="de-DE" dirty="0"/>
              <a:t>optional auf 2 Zeilen</a:t>
            </a:r>
          </a:p>
        </p:txBody>
      </p:sp>
    </p:spTree>
    <p:extLst>
      <p:ext uri="{BB962C8B-B14F-4D97-AF65-F5344CB8AC3E}">
        <p14:creationId xmlns:p14="http://schemas.microsoft.com/office/powerpoint/2010/main" val="1656914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39750" indent="-539750">
              <a:buFont typeface="+mj-lt"/>
              <a:buAutoNum type="arabicPeriod"/>
              <a:defRPr/>
            </a:lvl1pPr>
            <a:lvl2pPr marL="1079500" indent="-539750">
              <a:buFont typeface="+mj-lt"/>
              <a:buAutoNum type="arabicPeriod"/>
              <a:defRPr/>
            </a:lvl2pPr>
            <a:lvl3pPr marL="1612900" indent="-533400">
              <a:buFont typeface="+mj-lt"/>
              <a:buAutoNum type="arabicPeriod"/>
              <a:defRPr/>
            </a:lvl3pPr>
            <a:lvl4pPr marL="2152650" indent="-539750">
              <a:buFont typeface="+mj-lt"/>
              <a:buAutoNum type="arabicPeriod"/>
              <a:defRPr/>
            </a:lvl4pPr>
            <a:lvl5pPr marL="2692400" indent="-539750">
              <a:buFont typeface="+mj-lt"/>
              <a:buAutoNum type="arabicPeriod"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2D50A-E6CC-4D88-8908-F2129032F4C7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65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96697-4585-4368-989A-16003D150648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 dirty="0"/>
              <a:t>Organisationseinheit verbal</a:t>
            </a:r>
            <a:endParaRPr lang="de-CH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48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Fuss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1E762-278A-4155-9BEB-7C2CB2386E92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F6D94FA-21C6-4AE0-AA4F-3A077810ED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836" y="5570135"/>
            <a:ext cx="5364164" cy="721233"/>
          </a:xfrm>
        </p:spPr>
        <p:txBody>
          <a:bodyPr anchor="b" anchorCtr="0"/>
          <a:lstStyle>
            <a:lvl1pPr marL="179388" indent="-179388">
              <a:spcBef>
                <a:spcPts val="0"/>
              </a:spcBef>
              <a:buFont typeface="+mj-lt"/>
              <a:buAutoNum type="arabicPeriod"/>
              <a:defRPr sz="800"/>
            </a:lvl1pPr>
            <a:lvl2pPr marL="266700" indent="0">
              <a:buNone/>
              <a:defRPr sz="800"/>
            </a:lvl2pPr>
            <a:lvl3pPr marL="538163" indent="0">
              <a:buNone/>
              <a:defRPr sz="800"/>
            </a:lvl3pPr>
            <a:lvl4pPr marL="804862" indent="0">
              <a:buNone/>
              <a:defRPr sz="800"/>
            </a:lvl4pPr>
            <a:lvl5pPr marL="1076325" indent="0">
              <a:buNone/>
              <a:defRPr sz="8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7566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224781"/>
            <a:ext cx="10728325" cy="1260000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C4EAFE7-317E-4912-B75C-DD6945F82242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  <p:grpSp>
        <p:nvGrpSpPr>
          <p:cNvPr id="10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GrpSpPr/>
          <p:nvPr/>
        </p:nvGrpSpPr>
        <p:grpSpPr>
          <a:xfrm>
            <a:off x="731837" y="6507088"/>
            <a:ext cx="984462" cy="162000"/>
            <a:chOff x="731837" y="6507088"/>
            <a:chExt cx="984462" cy="162000"/>
          </a:xfrm>
          <a:solidFill>
            <a:schemeClr val="bg1"/>
          </a:solidFill>
        </p:grpSpPr>
        <p:grpSp>
          <p:nvGrpSpPr>
            <p:cNvPr id="12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266489" y="6555186"/>
              <a:ext cx="197463" cy="110963"/>
              <a:chOff x="1266489" y="6555186"/>
              <a:chExt cx="197463" cy="110963"/>
            </a:xfrm>
            <a:grpFill/>
          </p:grpSpPr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18BB0752-F87C-44D9-A9A5-97AF1DEDA1AE}"/>
                  </a:ext>
                </a:extLst>
              </p:cNvPr>
              <p:cNvSpPr/>
              <p:nvPr/>
            </p:nvSpPr>
            <p:spPr>
              <a:xfrm>
                <a:off x="1266489" y="6556934"/>
                <a:ext cx="95902" cy="109216"/>
              </a:xfrm>
              <a:custGeom>
                <a:avLst/>
                <a:gdLst>
                  <a:gd name="connsiteX0" fmla="*/ 66742 w 95902"/>
                  <a:gd name="connsiteY0" fmla="*/ 65797 h 109216"/>
                  <a:gd name="connsiteX1" fmla="*/ 35339 w 95902"/>
                  <a:gd name="connsiteY1" fmla="*/ 95082 h 109216"/>
                  <a:gd name="connsiteX2" fmla="*/ 15953 w 95902"/>
                  <a:gd name="connsiteY2" fmla="*/ 79537 h 109216"/>
                  <a:gd name="connsiteX3" fmla="*/ 15899 w 95902"/>
                  <a:gd name="connsiteY3" fmla="*/ 76265 h 109216"/>
                  <a:gd name="connsiteX4" fmla="*/ 16896 w 95902"/>
                  <a:gd name="connsiteY4" fmla="*/ 66295 h 109216"/>
                  <a:gd name="connsiteX5" fmla="*/ 30230 w 95902"/>
                  <a:gd name="connsiteY5" fmla="*/ 0 h 109216"/>
                  <a:gd name="connsiteX6" fmla="*/ 30230 w 95902"/>
                  <a:gd name="connsiteY6" fmla="*/ 0 h 109216"/>
                  <a:gd name="connsiteX7" fmla="*/ 14528 w 95902"/>
                  <a:gd name="connsiteY7" fmla="*/ 0 h 109216"/>
                  <a:gd name="connsiteX8" fmla="*/ 1194 w 95902"/>
                  <a:gd name="connsiteY8" fmla="*/ 67791 h 109216"/>
                  <a:gd name="connsiteX9" fmla="*/ 1194 w 95902"/>
                  <a:gd name="connsiteY9" fmla="*/ 68788 h 109216"/>
                  <a:gd name="connsiteX10" fmla="*/ 73 w 95902"/>
                  <a:gd name="connsiteY10" fmla="*/ 78508 h 109216"/>
                  <a:gd name="connsiteX11" fmla="*/ 26638 w 95902"/>
                  <a:gd name="connsiteY11" fmla="*/ 109122 h 109216"/>
                  <a:gd name="connsiteX12" fmla="*/ 29980 w 95902"/>
                  <a:gd name="connsiteY12" fmla="*/ 109163 h 109216"/>
                  <a:gd name="connsiteX13" fmla="*/ 61384 w 95902"/>
                  <a:gd name="connsiteY13" fmla="*/ 96702 h 109216"/>
                  <a:gd name="connsiteX14" fmla="*/ 59265 w 95902"/>
                  <a:gd name="connsiteY14" fmla="*/ 107917 h 109216"/>
                  <a:gd name="connsiteX15" fmla="*/ 59265 w 95902"/>
                  <a:gd name="connsiteY15" fmla="*/ 107917 h 109216"/>
                  <a:gd name="connsiteX16" fmla="*/ 74842 w 95902"/>
                  <a:gd name="connsiteY16" fmla="*/ 107917 h 109216"/>
                  <a:gd name="connsiteX17" fmla="*/ 95902 w 95902"/>
                  <a:gd name="connsiteY17" fmla="*/ 0 h 109216"/>
                  <a:gd name="connsiteX18" fmla="*/ 95902 w 95902"/>
                  <a:gd name="connsiteY18" fmla="*/ 0 h 109216"/>
                  <a:gd name="connsiteX19" fmla="*/ 79951 w 95902"/>
                  <a:gd name="connsiteY19" fmla="*/ 0 h 10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5902" h="109216">
                    <a:moveTo>
                      <a:pt x="66742" y="65797"/>
                    </a:moveTo>
                    <a:cubicBezTo>
                      <a:pt x="65228" y="82115"/>
                      <a:pt x="51723" y="94709"/>
                      <a:pt x="35339" y="95082"/>
                    </a:cubicBezTo>
                    <a:cubicBezTo>
                      <a:pt x="25692" y="96142"/>
                      <a:pt x="17013" y="89183"/>
                      <a:pt x="15953" y="79537"/>
                    </a:cubicBezTo>
                    <a:cubicBezTo>
                      <a:pt x="15833" y="78450"/>
                      <a:pt x="15814" y="77355"/>
                      <a:pt x="15899" y="76265"/>
                    </a:cubicBezTo>
                    <a:cubicBezTo>
                      <a:pt x="15976" y="72921"/>
                      <a:pt x="16309" y="69588"/>
                      <a:pt x="16896" y="66295"/>
                    </a:cubicBezTo>
                    <a:lnTo>
                      <a:pt x="30230" y="0"/>
                    </a:lnTo>
                    <a:lnTo>
                      <a:pt x="30230" y="0"/>
                    </a:lnTo>
                    <a:lnTo>
                      <a:pt x="14528" y="0"/>
                    </a:lnTo>
                    <a:lnTo>
                      <a:pt x="1194" y="67791"/>
                    </a:lnTo>
                    <a:lnTo>
                      <a:pt x="1194" y="68788"/>
                    </a:lnTo>
                    <a:cubicBezTo>
                      <a:pt x="472" y="71978"/>
                      <a:pt x="95" y="75237"/>
                      <a:pt x="73" y="78508"/>
                    </a:cubicBezTo>
                    <a:cubicBezTo>
                      <a:pt x="-1045" y="94298"/>
                      <a:pt x="10848" y="108004"/>
                      <a:pt x="26638" y="109122"/>
                    </a:cubicBezTo>
                    <a:cubicBezTo>
                      <a:pt x="27751" y="109200"/>
                      <a:pt x="28866" y="109214"/>
                      <a:pt x="29980" y="109163"/>
                    </a:cubicBezTo>
                    <a:cubicBezTo>
                      <a:pt x="41760" y="109765"/>
                      <a:pt x="53221" y="105218"/>
                      <a:pt x="61384" y="96702"/>
                    </a:cubicBezTo>
                    <a:lnTo>
                      <a:pt x="59265" y="107917"/>
                    </a:lnTo>
                    <a:lnTo>
                      <a:pt x="59265" y="107917"/>
                    </a:lnTo>
                    <a:lnTo>
                      <a:pt x="74842" y="107917"/>
                    </a:lnTo>
                    <a:lnTo>
                      <a:pt x="95902" y="0"/>
                    </a:lnTo>
                    <a:lnTo>
                      <a:pt x="95902" y="0"/>
                    </a:lnTo>
                    <a:lnTo>
                      <a:pt x="79951" y="0"/>
                    </a:lnTo>
                    <a:close/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ED44DE23-7081-4AC9-BF06-502BEC71C004}"/>
                  </a:ext>
                </a:extLst>
              </p:cNvPr>
              <p:cNvSpPr/>
              <p:nvPr/>
            </p:nvSpPr>
            <p:spPr>
              <a:xfrm>
                <a:off x="1376472" y="6555186"/>
                <a:ext cx="87480" cy="109664"/>
              </a:xfrm>
              <a:custGeom>
                <a:avLst/>
                <a:gdLst>
                  <a:gd name="connsiteX0" fmla="*/ 64302 w 87480"/>
                  <a:gd name="connsiteY0" fmla="*/ 3 h 109664"/>
                  <a:gd name="connsiteX1" fmla="*/ 34518 w 87480"/>
                  <a:gd name="connsiteY1" fmla="*/ 14209 h 109664"/>
                  <a:gd name="connsiteX2" fmla="*/ 36886 w 87480"/>
                  <a:gd name="connsiteY2" fmla="*/ 1747 h 109664"/>
                  <a:gd name="connsiteX3" fmla="*/ 36886 w 87480"/>
                  <a:gd name="connsiteY3" fmla="*/ 1747 h 109664"/>
                  <a:gd name="connsiteX4" fmla="*/ 21434 w 87480"/>
                  <a:gd name="connsiteY4" fmla="*/ 1747 h 109664"/>
                  <a:gd name="connsiteX5" fmla="*/ 0 w 87480"/>
                  <a:gd name="connsiteY5" fmla="*/ 109664 h 109664"/>
                  <a:gd name="connsiteX6" fmla="*/ 0 w 87480"/>
                  <a:gd name="connsiteY6" fmla="*/ 109664 h 109664"/>
                  <a:gd name="connsiteX7" fmla="*/ 15826 w 87480"/>
                  <a:gd name="connsiteY7" fmla="*/ 109664 h 109664"/>
                  <a:gd name="connsiteX8" fmla="*/ 28288 w 87480"/>
                  <a:gd name="connsiteY8" fmla="*/ 43493 h 109664"/>
                  <a:gd name="connsiteX9" fmla="*/ 59940 w 87480"/>
                  <a:gd name="connsiteY9" fmla="*/ 14209 h 109664"/>
                  <a:gd name="connsiteX10" fmla="*/ 75019 w 87480"/>
                  <a:gd name="connsiteY10" fmla="*/ 21810 h 109664"/>
                  <a:gd name="connsiteX11" fmla="*/ 75019 w 87480"/>
                  <a:gd name="connsiteY11" fmla="*/ 21810 h 109664"/>
                  <a:gd name="connsiteX12" fmla="*/ 87480 w 87480"/>
                  <a:gd name="connsiteY12" fmla="*/ 10346 h 109664"/>
                  <a:gd name="connsiteX13" fmla="*/ 87480 w 87480"/>
                  <a:gd name="connsiteY13" fmla="*/ 10346 h 109664"/>
                  <a:gd name="connsiteX14" fmla="*/ 63928 w 87480"/>
                  <a:gd name="connsiteY14" fmla="*/ 252 h 109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480" h="109664">
                    <a:moveTo>
                      <a:pt x="64302" y="3"/>
                    </a:moveTo>
                    <a:cubicBezTo>
                      <a:pt x="52709" y="-136"/>
                      <a:pt x="41706" y="5111"/>
                      <a:pt x="34518" y="14209"/>
                    </a:cubicBezTo>
                    <a:lnTo>
                      <a:pt x="36886" y="1747"/>
                    </a:lnTo>
                    <a:lnTo>
                      <a:pt x="36886" y="1747"/>
                    </a:lnTo>
                    <a:lnTo>
                      <a:pt x="21434" y="1747"/>
                    </a:lnTo>
                    <a:lnTo>
                      <a:pt x="0" y="109664"/>
                    </a:lnTo>
                    <a:lnTo>
                      <a:pt x="0" y="109664"/>
                    </a:lnTo>
                    <a:lnTo>
                      <a:pt x="15826" y="109664"/>
                    </a:lnTo>
                    <a:lnTo>
                      <a:pt x="28288" y="43493"/>
                    </a:lnTo>
                    <a:cubicBezTo>
                      <a:pt x="30515" y="27438"/>
                      <a:pt x="43760" y="15183"/>
                      <a:pt x="59940" y="14209"/>
                    </a:cubicBezTo>
                    <a:cubicBezTo>
                      <a:pt x="65919" y="14072"/>
                      <a:pt x="71573" y="16922"/>
                      <a:pt x="75019" y="21810"/>
                    </a:cubicBezTo>
                    <a:lnTo>
                      <a:pt x="75019" y="21810"/>
                    </a:lnTo>
                    <a:lnTo>
                      <a:pt x="87480" y="10346"/>
                    </a:lnTo>
                    <a:lnTo>
                      <a:pt x="87480" y="10346"/>
                    </a:lnTo>
                    <a:cubicBezTo>
                      <a:pt x="81552" y="3603"/>
                      <a:pt x="72899" y="-105"/>
                      <a:pt x="63928" y="2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18C24FD2-AEE2-43CA-8EB3-8E646C2E5E46}"/>
                </a:ext>
              </a:extLst>
            </p:cNvPr>
            <p:cNvSpPr/>
            <p:nvPr/>
          </p:nvSpPr>
          <p:spPr>
            <a:xfrm>
              <a:off x="1159517" y="6556560"/>
              <a:ext cx="96452" cy="108166"/>
            </a:xfrm>
            <a:custGeom>
              <a:avLst/>
              <a:gdLst>
                <a:gd name="connsiteX0" fmla="*/ 23303 w 96452"/>
                <a:gd name="connsiteY0" fmla="*/ 0 h 108166"/>
                <a:gd name="connsiteX1" fmla="*/ 20562 w 96452"/>
                <a:gd name="connsiteY1" fmla="*/ 13708 h 108166"/>
                <a:gd name="connsiteX2" fmla="*/ 20562 w 96452"/>
                <a:gd name="connsiteY2" fmla="*/ 13957 h 108166"/>
                <a:gd name="connsiteX3" fmla="*/ 74271 w 96452"/>
                <a:gd name="connsiteY3" fmla="*/ 13957 h 108166"/>
                <a:gd name="connsiteX4" fmla="*/ 2742 w 96452"/>
                <a:gd name="connsiteY4" fmla="*/ 94957 h 108166"/>
                <a:gd name="connsiteX5" fmla="*/ 2617 w 96452"/>
                <a:gd name="connsiteY5" fmla="*/ 94957 h 108166"/>
                <a:gd name="connsiteX6" fmla="*/ 0 w 96452"/>
                <a:gd name="connsiteY6" fmla="*/ 108166 h 108166"/>
                <a:gd name="connsiteX7" fmla="*/ 76265 w 96452"/>
                <a:gd name="connsiteY7" fmla="*/ 108166 h 108166"/>
                <a:gd name="connsiteX8" fmla="*/ 79006 w 96452"/>
                <a:gd name="connsiteY8" fmla="*/ 94209 h 108166"/>
                <a:gd name="connsiteX9" fmla="*/ 21932 w 96452"/>
                <a:gd name="connsiteY9" fmla="*/ 94209 h 108166"/>
                <a:gd name="connsiteX10" fmla="*/ 93835 w 96452"/>
                <a:gd name="connsiteY10" fmla="*/ 13209 h 108166"/>
                <a:gd name="connsiteX11" fmla="*/ 93835 w 96452"/>
                <a:gd name="connsiteY11" fmla="*/ 13209 h 108166"/>
                <a:gd name="connsiteX12" fmla="*/ 96452 w 96452"/>
                <a:gd name="connsiteY12" fmla="*/ 0 h 108166"/>
                <a:gd name="connsiteX13" fmla="*/ 23303 w 96452"/>
                <a:gd name="connsiteY13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6452" h="108166">
                  <a:moveTo>
                    <a:pt x="23303" y="0"/>
                  </a:moveTo>
                  <a:lnTo>
                    <a:pt x="20562" y="13708"/>
                  </a:lnTo>
                  <a:lnTo>
                    <a:pt x="20562" y="13957"/>
                  </a:lnTo>
                  <a:lnTo>
                    <a:pt x="74271" y="13957"/>
                  </a:lnTo>
                  <a:lnTo>
                    <a:pt x="2742" y="94957"/>
                  </a:lnTo>
                  <a:lnTo>
                    <a:pt x="2617" y="94957"/>
                  </a:lnTo>
                  <a:lnTo>
                    <a:pt x="0" y="108166"/>
                  </a:lnTo>
                  <a:lnTo>
                    <a:pt x="76265" y="108166"/>
                  </a:lnTo>
                  <a:lnTo>
                    <a:pt x="79006" y="94209"/>
                  </a:lnTo>
                  <a:lnTo>
                    <a:pt x="21932" y="94209"/>
                  </a:lnTo>
                  <a:lnTo>
                    <a:pt x="93835" y="13209"/>
                  </a:lnTo>
                  <a:lnTo>
                    <a:pt x="93835" y="13209"/>
                  </a:lnTo>
                  <a:lnTo>
                    <a:pt x="96452" y="0"/>
                  </a:lnTo>
                  <a:lnTo>
                    <a:pt x="2330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AEE7F6F4-4D2C-45B3-A061-9606B2BD36A7}"/>
                </a:ext>
              </a:extLst>
            </p:cNvPr>
            <p:cNvSpPr/>
            <p:nvPr/>
          </p:nvSpPr>
          <p:spPr>
            <a:xfrm>
              <a:off x="1466445" y="6556560"/>
              <a:ext cx="37259" cy="108166"/>
            </a:xfrm>
            <a:custGeom>
              <a:avLst/>
              <a:gdLst>
                <a:gd name="connsiteX0" fmla="*/ 21683 w 37259"/>
                <a:gd name="connsiteY0" fmla="*/ 0 h 108166"/>
                <a:gd name="connsiteX1" fmla="*/ 0 w 37259"/>
                <a:gd name="connsiteY1" fmla="*/ 107917 h 108166"/>
                <a:gd name="connsiteX2" fmla="*/ 0 w 37259"/>
                <a:gd name="connsiteY2" fmla="*/ 108166 h 108166"/>
                <a:gd name="connsiteX3" fmla="*/ 15702 w 37259"/>
                <a:gd name="connsiteY3" fmla="*/ 108166 h 108166"/>
                <a:gd name="connsiteX4" fmla="*/ 37260 w 37259"/>
                <a:gd name="connsiteY4" fmla="*/ 0 h 108166"/>
                <a:gd name="connsiteX5" fmla="*/ 21683 w 37259"/>
                <a:gd name="connsiteY5" fmla="*/ 0 h 108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259" h="108166">
                  <a:moveTo>
                    <a:pt x="21683" y="0"/>
                  </a:moveTo>
                  <a:lnTo>
                    <a:pt x="0" y="107917"/>
                  </a:lnTo>
                  <a:lnTo>
                    <a:pt x="0" y="108166"/>
                  </a:lnTo>
                  <a:lnTo>
                    <a:pt x="15702" y="108166"/>
                  </a:lnTo>
                  <a:lnTo>
                    <a:pt x="37260" y="0"/>
                  </a:lnTo>
                  <a:lnTo>
                    <a:pt x="21683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grpSp>
          <p:nvGrpSpPr>
            <p:cNvPr id="17" name="Grafik 6">
              <a:extLst>
                <a:ext uri="{FF2B5EF4-FFF2-40B4-BE49-F238E27FC236}">
                  <a16:creationId xmlns:a16="http://schemas.microsoft.com/office/drawing/2014/main" id="{7F7C476A-2849-4D68-9FA2-3A5CFC13C833}"/>
                </a:ext>
              </a:extLst>
            </p:cNvPr>
            <p:cNvGrpSpPr/>
            <p:nvPr/>
          </p:nvGrpSpPr>
          <p:grpSpPr>
            <a:xfrm>
              <a:off x="1518879" y="6507337"/>
              <a:ext cx="191395" cy="158803"/>
              <a:chOff x="1518879" y="6507337"/>
              <a:chExt cx="191395" cy="158803"/>
            </a:xfrm>
            <a:grpFill/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B2186F78-5D28-4695-8B1C-5A3F1A53AAB3}"/>
                  </a:ext>
                </a:extLst>
              </p:cNvPr>
              <p:cNvSpPr/>
              <p:nvPr/>
            </p:nvSpPr>
            <p:spPr>
              <a:xfrm>
                <a:off x="1614114" y="6507337"/>
                <a:ext cx="96160" cy="157638"/>
              </a:xfrm>
              <a:custGeom>
                <a:avLst/>
                <a:gdLst>
                  <a:gd name="connsiteX0" fmla="*/ 66046 w 96160"/>
                  <a:gd name="connsiteY0" fmla="*/ 47852 h 157638"/>
                  <a:gd name="connsiteX1" fmla="*/ 35142 w 96160"/>
                  <a:gd name="connsiteY1" fmla="*/ 60314 h 157638"/>
                  <a:gd name="connsiteX2" fmla="*/ 47603 w 96160"/>
                  <a:gd name="connsiteY2" fmla="*/ 0 h 157638"/>
                  <a:gd name="connsiteX3" fmla="*/ 31652 w 96160"/>
                  <a:gd name="connsiteY3" fmla="*/ 0 h 157638"/>
                  <a:gd name="connsiteX4" fmla="*/ 0 w 96160"/>
                  <a:gd name="connsiteY4" fmla="*/ 157389 h 157638"/>
                  <a:gd name="connsiteX5" fmla="*/ 15701 w 96160"/>
                  <a:gd name="connsiteY5" fmla="*/ 157389 h 157638"/>
                  <a:gd name="connsiteX6" fmla="*/ 28911 w 96160"/>
                  <a:gd name="connsiteY6" fmla="*/ 91218 h 157638"/>
                  <a:gd name="connsiteX7" fmla="*/ 60563 w 96160"/>
                  <a:gd name="connsiteY7" fmla="*/ 62058 h 157638"/>
                  <a:gd name="connsiteX8" fmla="*/ 79837 w 96160"/>
                  <a:gd name="connsiteY8" fmla="*/ 77742 h 157638"/>
                  <a:gd name="connsiteX9" fmla="*/ 79878 w 96160"/>
                  <a:gd name="connsiteY9" fmla="*/ 80875 h 157638"/>
                  <a:gd name="connsiteX10" fmla="*/ 78757 w 96160"/>
                  <a:gd name="connsiteY10" fmla="*/ 90969 h 157638"/>
                  <a:gd name="connsiteX11" fmla="*/ 65423 w 96160"/>
                  <a:gd name="connsiteY11" fmla="*/ 157638 h 157638"/>
                  <a:gd name="connsiteX12" fmla="*/ 81125 w 96160"/>
                  <a:gd name="connsiteY12" fmla="*/ 157638 h 157638"/>
                  <a:gd name="connsiteX13" fmla="*/ 94957 w 96160"/>
                  <a:gd name="connsiteY13" fmla="*/ 89474 h 157638"/>
                  <a:gd name="connsiteX14" fmla="*/ 96078 w 96160"/>
                  <a:gd name="connsiteY14" fmla="*/ 78757 h 157638"/>
                  <a:gd name="connsiteX15" fmla="*/ 69522 w 96160"/>
                  <a:gd name="connsiteY15" fmla="*/ 47902 h 157638"/>
                  <a:gd name="connsiteX16" fmla="*/ 66046 w 96160"/>
                  <a:gd name="connsiteY16" fmla="*/ 47852 h 15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6160" h="157638">
                    <a:moveTo>
                      <a:pt x="66046" y="47852"/>
                    </a:moveTo>
                    <a:cubicBezTo>
                      <a:pt x="54431" y="47363"/>
                      <a:pt x="43168" y="51904"/>
                      <a:pt x="35142" y="60314"/>
                    </a:cubicBezTo>
                    <a:lnTo>
                      <a:pt x="47603" y="0"/>
                    </a:lnTo>
                    <a:lnTo>
                      <a:pt x="31652" y="0"/>
                    </a:lnTo>
                    <a:lnTo>
                      <a:pt x="0" y="157389"/>
                    </a:lnTo>
                    <a:lnTo>
                      <a:pt x="15701" y="157389"/>
                    </a:lnTo>
                    <a:lnTo>
                      <a:pt x="28911" y="91218"/>
                    </a:lnTo>
                    <a:cubicBezTo>
                      <a:pt x="30603" y="74910"/>
                      <a:pt x="44170" y="62411"/>
                      <a:pt x="60563" y="62058"/>
                    </a:cubicBezTo>
                    <a:cubicBezTo>
                      <a:pt x="70216" y="61067"/>
                      <a:pt x="78845" y="68088"/>
                      <a:pt x="79837" y="77742"/>
                    </a:cubicBezTo>
                    <a:cubicBezTo>
                      <a:pt x="79945" y="78783"/>
                      <a:pt x="79958" y="79832"/>
                      <a:pt x="79878" y="80875"/>
                    </a:cubicBezTo>
                    <a:cubicBezTo>
                      <a:pt x="79822" y="84268"/>
                      <a:pt x="79446" y="87647"/>
                      <a:pt x="78757" y="90969"/>
                    </a:cubicBezTo>
                    <a:lnTo>
                      <a:pt x="65423" y="157638"/>
                    </a:lnTo>
                    <a:lnTo>
                      <a:pt x="81125" y="157638"/>
                    </a:lnTo>
                    <a:lnTo>
                      <a:pt x="94957" y="89474"/>
                    </a:lnTo>
                    <a:cubicBezTo>
                      <a:pt x="95657" y="85943"/>
                      <a:pt x="96034" y="82356"/>
                      <a:pt x="96078" y="78757"/>
                    </a:cubicBezTo>
                    <a:cubicBezTo>
                      <a:pt x="97265" y="62903"/>
                      <a:pt x="85375" y="49089"/>
                      <a:pt x="69522" y="47902"/>
                    </a:cubicBezTo>
                    <a:cubicBezTo>
                      <a:pt x="68365" y="47815"/>
                      <a:pt x="67205" y="47799"/>
                      <a:pt x="66046" y="47852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1FE5475E-83C3-4BE3-BBF1-FAE9A6986B3F}"/>
                  </a:ext>
                </a:extLst>
              </p:cNvPr>
              <p:cNvSpPr/>
              <p:nvPr/>
            </p:nvSpPr>
            <p:spPr>
              <a:xfrm>
                <a:off x="1518879" y="6555189"/>
                <a:ext cx="87882" cy="110951"/>
              </a:xfrm>
              <a:custGeom>
                <a:avLst/>
                <a:gdLst>
                  <a:gd name="connsiteX0" fmla="*/ 56853 w 87882"/>
                  <a:gd name="connsiteY0" fmla="*/ 0 h 110951"/>
                  <a:gd name="connsiteX1" fmla="*/ 1649 w 87882"/>
                  <a:gd name="connsiteY1" fmla="*/ 55329 h 110951"/>
                  <a:gd name="connsiteX2" fmla="*/ 153 w 87882"/>
                  <a:gd name="connsiteY2" fmla="*/ 71903 h 110951"/>
                  <a:gd name="connsiteX3" fmla="*/ 32484 w 87882"/>
                  <a:gd name="connsiteY3" fmla="*/ 110801 h 110951"/>
                  <a:gd name="connsiteX4" fmla="*/ 37538 w 87882"/>
                  <a:gd name="connsiteY4" fmla="*/ 110908 h 110951"/>
                  <a:gd name="connsiteX5" fmla="*/ 73552 w 87882"/>
                  <a:gd name="connsiteY5" fmla="*/ 95705 h 110951"/>
                  <a:gd name="connsiteX6" fmla="*/ 73552 w 87882"/>
                  <a:gd name="connsiteY6" fmla="*/ 95705 h 110951"/>
                  <a:gd name="connsiteX7" fmla="*/ 64455 w 87882"/>
                  <a:gd name="connsiteY7" fmla="*/ 84614 h 110951"/>
                  <a:gd name="connsiteX8" fmla="*/ 64455 w 87882"/>
                  <a:gd name="connsiteY8" fmla="*/ 84614 h 110951"/>
                  <a:gd name="connsiteX9" fmla="*/ 64455 w 87882"/>
                  <a:gd name="connsiteY9" fmla="*/ 84614 h 110951"/>
                  <a:gd name="connsiteX10" fmla="*/ 38535 w 87882"/>
                  <a:gd name="connsiteY10" fmla="*/ 97075 h 110951"/>
                  <a:gd name="connsiteX11" fmla="*/ 15233 w 87882"/>
                  <a:gd name="connsiteY11" fmla="*/ 75551 h 110951"/>
                  <a:gd name="connsiteX12" fmla="*/ 15356 w 87882"/>
                  <a:gd name="connsiteY12" fmla="*/ 72152 h 110951"/>
                  <a:gd name="connsiteX13" fmla="*/ 17101 w 87882"/>
                  <a:gd name="connsiteY13" fmla="*/ 55952 h 110951"/>
                  <a:gd name="connsiteX14" fmla="*/ 31058 w 87882"/>
                  <a:gd name="connsiteY14" fmla="*/ 25048 h 110951"/>
                  <a:gd name="connsiteX15" fmla="*/ 55233 w 87882"/>
                  <a:gd name="connsiteY15" fmla="*/ 14206 h 110951"/>
                  <a:gd name="connsiteX16" fmla="*/ 76293 w 87882"/>
                  <a:gd name="connsiteY16" fmla="*/ 26668 h 110951"/>
                  <a:gd name="connsiteX17" fmla="*/ 76293 w 87882"/>
                  <a:gd name="connsiteY17" fmla="*/ 26668 h 110951"/>
                  <a:gd name="connsiteX18" fmla="*/ 87883 w 87882"/>
                  <a:gd name="connsiteY18" fmla="*/ 16823 h 110951"/>
                  <a:gd name="connsiteX19" fmla="*/ 87883 w 87882"/>
                  <a:gd name="connsiteY19" fmla="*/ 16823 h 110951"/>
                  <a:gd name="connsiteX20" fmla="*/ 56729 w 87882"/>
                  <a:gd name="connsiteY20" fmla="*/ 748 h 1109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7882" h="110951">
                    <a:moveTo>
                      <a:pt x="56853" y="0"/>
                    </a:moveTo>
                    <a:cubicBezTo>
                      <a:pt x="28192" y="0"/>
                      <a:pt x="8129" y="20188"/>
                      <a:pt x="1649" y="55329"/>
                    </a:cubicBezTo>
                    <a:cubicBezTo>
                      <a:pt x="671" y="60800"/>
                      <a:pt x="170" y="66345"/>
                      <a:pt x="153" y="71903"/>
                    </a:cubicBezTo>
                    <a:cubicBezTo>
                      <a:pt x="-1660" y="91572"/>
                      <a:pt x="12814" y="108987"/>
                      <a:pt x="32484" y="110801"/>
                    </a:cubicBezTo>
                    <a:cubicBezTo>
                      <a:pt x="34163" y="110955"/>
                      <a:pt x="35853" y="110991"/>
                      <a:pt x="37538" y="110908"/>
                    </a:cubicBezTo>
                    <a:cubicBezTo>
                      <a:pt x="51112" y="110955"/>
                      <a:pt x="64118" y="105465"/>
                      <a:pt x="73552" y="95705"/>
                    </a:cubicBezTo>
                    <a:lnTo>
                      <a:pt x="73552" y="95705"/>
                    </a:lnTo>
                    <a:lnTo>
                      <a:pt x="64455" y="84614"/>
                    </a:lnTo>
                    <a:lnTo>
                      <a:pt x="64455" y="84614"/>
                    </a:lnTo>
                    <a:lnTo>
                      <a:pt x="64455" y="84614"/>
                    </a:lnTo>
                    <a:cubicBezTo>
                      <a:pt x="58138" y="92466"/>
                      <a:pt x="48613" y="97045"/>
                      <a:pt x="38535" y="97075"/>
                    </a:cubicBezTo>
                    <a:cubicBezTo>
                      <a:pt x="26157" y="97566"/>
                      <a:pt x="15724" y="87929"/>
                      <a:pt x="15233" y="75551"/>
                    </a:cubicBezTo>
                    <a:cubicBezTo>
                      <a:pt x="15188" y="74416"/>
                      <a:pt x="15229" y="73280"/>
                      <a:pt x="15356" y="72152"/>
                    </a:cubicBezTo>
                    <a:cubicBezTo>
                      <a:pt x="15424" y="66709"/>
                      <a:pt x="16008" y="61285"/>
                      <a:pt x="17101" y="55952"/>
                    </a:cubicBezTo>
                    <a:cubicBezTo>
                      <a:pt x="18838" y="44568"/>
                      <a:pt x="23666" y="33878"/>
                      <a:pt x="31058" y="25048"/>
                    </a:cubicBezTo>
                    <a:cubicBezTo>
                      <a:pt x="37213" y="18167"/>
                      <a:pt x="46002" y="14225"/>
                      <a:pt x="55233" y="14206"/>
                    </a:cubicBezTo>
                    <a:cubicBezTo>
                      <a:pt x="64085" y="13892"/>
                      <a:pt x="72308" y="18758"/>
                      <a:pt x="76293" y="26668"/>
                    </a:cubicBezTo>
                    <a:lnTo>
                      <a:pt x="76293" y="26668"/>
                    </a:lnTo>
                    <a:lnTo>
                      <a:pt x="87883" y="16823"/>
                    </a:lnTo>
                    <a:lnTo>
                      <a:pt x="87883" y="16823"/>
                    </a:lnTo>
                    <a:cubicBezTo>
                      <a:pt x="81104" y="6298"/>
                      <a:pt x="69235" y="174"/>
                      <a:pt x="56729" y="748"/>
                    </a:cubicBezTo>
                  </a:path>
                </a:pathLst>
              </a:custGeom>
              <a:grpFill/>
              <a:ln w="12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CH" noProof="0"/>
              </a:p>
            </p:txBody>
          </p:sp>
        </p:grp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41B77B6E-E7CB-412B-95AC-A9322C6799BB}"/>
                </a:ext>
              </a:extLst>
            </p:cNvPr>
            <p:cNvSpPr/>
            <p:nvPr/>
          </p:nvSpPr>
          <p:spPr>
            <a:xfrm>
              <a:off x="1493985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32E5C1A-13CE-49A6-B590-B6EAA5F9E1AD}"/>
                </a:ext>
              </a:extLst>
            </p:cNvPr>
            <p:cNvSpPr/>
            <p:nvPr/>
          </p:nvSpPr>
          <p:spPr>
            <a:xfrm>
              <a:off x="1340708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826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826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63AE00B0-780F-4053-8FE9-B7D321217AFF}"/>
                </a:ext>
              </a:extLst>
            </p:cNvPr>
            <p:cNvSpPr/>
            <p:nvPr/>
          </p:nvSpPr>
          <p:spPr>
            <a:xfrm>
              <a:off x="1298712" y="6507088"/>
              <a:ext cx="19689" cy="19689"/>
            </a:xfrm>
            <a:custGeom>
              <a:avLst/>
              <a:gdLst>
                <a:gd name="connsiteX0" fmla="*/ 3988 w 19689"/>
                <a:gd name="connsiteY0" fmla="*/ 0 h 19689"/>
                <a:gd name="connsiteX1" fmla="*/ 0 w 19689"/>
                <a:gd name="connsiteY1" fmla="*/ 19689 h 19689"/>
                <a:gd name="connsiteX2" fmla="*/ 15702 w 19689"/>
                <a:gd name="connsiteY2" fmla="*/ 19689 h 19689"/>
                <a:gd name="connsiteX3" fmla="*/ 19689 w 19689"/>
                <a:gd name="connsiteY3" fmla="*/ 0 h 19689"/>
                <a:gd name="connsiteX4" fmla="*/ 3988 w 19689"/>
                <a:gd name="connsiteY4" fmla="*/ 0 h 19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689" h="19689">
                  <a:moveTo>
                    <a:pt x="3988" y="0"/>
                  </a:moveTo>
                  <a:lnTo>
                    <a:pt x="0" y="19689"/>
                  </a:lnTo>
                  <a:lnTo>
                    <a:pt x="15702" y="19689"/>
                  </a:lnTo>
                  <a:lnTo>
                    <a:pt x="19689" y="0"/>
                  </a:lnTo>
                  <a:lnTo>
                    <a:pt x="3988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406CEAF-7399-4CCB-A322-03F0BA2532F5}"/>
                </a:ext>
              </a:extLst>
            </p:cNvPr>
            <p:cNvSpPr/>
            <p:nvPr/>
          </p:nvSpPr>
          <p:spPr>
            <a:xfrm>
              <a:off x="731837" y="6507088"/>
              <a:ext cx="417960" cy="157638"/>
            </a:xfrm>
            <a:custGeom>
              <a:avLst/>
              <a:gdLst>
                <a:gd name="connsiteX0" fmla="*/ 368612 w 417960"/>
                <a:gd name="connsiteY0" fmla="*/ 0 h 157638"/>
                <a:gd name="connsiteX1" fmla="*/ 356151 w 417960"/>
                <a:gd name="connsiteY1" fmla="*/ 61062 h 157638"/>
                <a:gd name="connsiteX2" fmla="*/ 320760 w 417960"/>
                <a:gd name="connsiteY2" fmla="*/ 61062 h 157638"/>
                <a:gd name="connsiteX3" fmla="*/ 333222 w 417960"/>
                <a:gd name="connsiteY3" fmla="*/ 0 h 157638"/>
                <a:gd name="connsiteX4" fmla="*/ 31652 w 417960"/>
                <a:gd name="connsiteY4" fmla="*/ 0 h 157638"/>
                <a:gd name="connsiteX5" fmla="*/ 0 w 417960"/>
                <a:gd name="connsiteY5" fmla="*/ 157638 h 157638"/>
                <a:gd name="connsiteX6" fmla="*/ 120254 w 417960"/>
                <a:gd name="connsiteY6" fmla="*/ 157638 h 157638"/>
                <a:gd name="connsiteX7" fmla="*/ 128105 w 417960"/>
                <a:gd name="connsiteY7" fmla="*/ 118260 h 157638"/>
                <a:gd name="connsiteX8" fmla="*/ 57074 w 417960"/>
                <a:gd name="connsiteY8" fmla="*/ 118260 h 157638"/>
                <a:gd name="connsiteX9" fmla="*/ 61435 w 417960"/>
                <a:gd name="connsiteY9" fmla="*/ 96577 h 157638"/>
                <a:gd name="connsiteX10" fmla="*/ 132342 w 417960"/>
                <a:gd name="connsiteY10" fmla="*/ 96577 h 157638"/>
                <a:gd name="connsiteX11" fmla="*/ 139569 w 417960"/>
                <a:gd name="connsiteY11" fmla="*/ 61062 h 157638"/>
                <a:gd name="connsiteX12" fmla="*/ 68538 w 417960"/>
                <a:gd name="connsiteY12" fmla="*/ 61062 h 157638"/>
                <a:gd name="connsiteX13" fmla="*/ 72900 w 417960"/>
                <a:gd name="connsiteY13" fmla="*/ 39378 h 157638"/>
                <a:gd name="connsiteX14" fmla="*/ 185303 w 417960"/>
                <a:gd name="connsiteY14" fmla="*/ 39378 h 157638"/>
                <a:gd name="connsiteX15" fmla="*/ 161626 w 417960"/>
                <a:gd name="connsiteY15" fmla="*/ 157638 h 157638"/>
                <a:gd name="connsiteX16" fmla="*/ 210849 w 417960"/>
                <a:gd name="connsiteY16" fmla="*/ 157638 h 157638"/>
                <a:gd name="connsiteX17" fmla="*/ 234651 w 417960"/>
                <a:gd name="connsiteY17" fmla="*/ 39378 h 157638"/>
                <a:gd name="connsiteX18" fmla="*/ 276023 w 417960"/>
                <a:gd name="connsiteY18" fmla="*/ 39378 h 157638"/>
                <a:gd name="connsiteX19" fmla="*/ 252222 w 417960"/>
                <a:gd name="connsiteY19" fmla="*/ 157638 h 157638"/>
                <a:gd name="connsiteX20" fmla="*/ 301569 w 417960"/>
                <a:gd name="connsiteY20" fmla="*/ 157638 h 157638"/>
                <a:gd name="connsiteX21" fmla="*/ 313657 w 417960"/>
                <a:gd name="connsiteY21" fmla="*/ 96577 h 157638"/>
                <a:gd name="connsiteX22" fmla="*/ 349172 w 417960"/>
                <a:gd name="connsiteY22" fmla="*/ 96577 h 157638"/>
                <a:gd name="connsiteX23" fmla="*/ 336960 w 417960"/>
                <a:gd name="connsiteY23" fmla="*/ 157638 h 157638"/>
                <a:gd name="connsiteX24" fmla="*/ 386308 w 417960"/>
                <a:gd name="connsiteY24" fmla="*/ 157638 h 157638"/>
                <a:gd name="connsiteX25" fmla="*/ 417960 w 417960"/>
                <a:gd name="connsiteY25" fmla="*/ 0 h 157638"/>
                <a:gd name="connsiteX26" fmla="*/ 368612 w 417960"/>
                <a:gd name="connsiteY26" fmla="*/ 0 h 157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17960" h="157638">
                  <a:moveTo>
                    <a:pt x="368612" y="0"/>
                  </a:moveTo>
                  <a:lnTo>
                    <a:pt x="356151" y="61062"/>
                  </a:lnTo>
                  <a:lnTo>
                    <a:pt x="320760" y="61062"/>
                  </a:lnTo>
                  <a:lnTo>
                    <a:pt x="333222" y="0"/>
                  </a:lnTo>
                  <a:lnTo>
                    <a:pt x="31652" y="0"/>
                  </a:lnTo>
                  <a:lnTo>
                    <a:pt x="0" y="157638"/>
                  </a:lnTo>
                  <a:lnTo>
                    <a:pt x="120254" y="157638"/>
                  </a:lnTo>
                  <a:lnTo>
                    <a:pt x="128105" y="118260"/>
                  </a:lnTo>
                  <a:lnTo>
                    <a:pt x="57074" y="118260"/>
                  </a:lnTo>
                  <a:lnTo>
                    <a:pt x="61435" y="96577"/>
                  </a:lnTo>
                  <a:lnTo>
                    <a:pt x="132342" y="96577"/>
                  </a:lnTo>
                  <a:lnTo>
                    <a:pt x="139569" y="61062"/>
                  </a:lnTo>
                  <a:lnTo>
                    <a:pt x="68538" y="61062"/>
                  </a:lnTo>
                  <a:lnTo>
                    <a:pt x="72900" y="39378"/>
                  </a:lnTo>
                  <a:lnTo>
                    <a:pt x="185303" y="39378"/>
                  </a:lnTo>
                  <a:lnTo>
                    <a:pt x="161626" y="157638"/>
                  </a:lnTo>
                  <a:lnTo>
                    <a:pt x="210849" y="157638"/>
                  </a:lnTo>
                  <a:lnTo>
                    <a:pt x="234651" y="39378"/>
                  </a:lnTo>
                  <a:lnTo>
                    <a:pt x="276023" y="39378"/>
                  </a:lnTo>
                  <a:lnTo>
                    <a:pt x="252222" y="157638"/>
                  </a:lnTo>
                  <a:lnTo>
                    <a:pt x="301569" y="157638"/>
                  </a:lnTo>
                  <a:lnTo>
                    <a:pt x="313657" y="96577"/>
                  </a:lnTo>
                  <a:lnTo>
                    <a:pt x="349172" y="96577"/>
                  </a:lnTo>
                  <a:lnTo>
                    <a:pt x="336960" y="157638"/>
                  </a:lnTo>
                  <a:lnTo>
                    <a:pt x="386308" y="157638"/>
                  </a:lnTo>
                  <a:lnTo>
                    <a:pt x="417960" y="0"/>
                  </a:lnTo>
                  <a:lnTo>
                    <a:pt x="368612" y="0"/>
                  </a:lnTo>
                  <a:close/>
                </a:path>
              </a:pathLst>
            </a:custGeom>
            <a:grpFill/>
            <a:ln w="1241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CH" noProof="0"/>
            </a:p>
          </p:txBody>
        </p:sp>
      </p:grpSp>
    </p:spTree>
    <p:extLst>
      <p:ext uri="{BB962C8B-B14F-4D97-AF65-F5344CB8AC3E}">
        <p14:creationId xmlns:p14="http://schemas.microsoft.com/office/powerpoint/2010/main" val="82670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C2547-0B26-4181-9958-0F74634B97A1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1412874"/>
            <a:ext cx="10728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54334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33879-9C0F-4F94-919F-30B833E8871A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05941150-30DE-48F5-9038-0E82CD18DE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7" y="260350"/>
            <a:ext cx="10728000" cy="6012524"/>
          </a:xfrm>
        </p:spPr>
        <p:txBody>
          <a:bodyPr tIns="21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843654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zwei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163" y="1412875"/>
            <a:ext cx="5256000" cy="4860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EF82BE-DF56-4719-B180-C3B0D509F71F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040000" cy="4860000"/>
          </a:xfrm>
        </p:spPr>
        <p:txBody>
          <a:bodyPr tIns="162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14932598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5121800"/>
            <a:ext cx="5255999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B9425-7348-43E2-B0E9-6A2A48F5FA8A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9" name="Bildplatzhalter 10">
            <a:extLst>
              <a:ext uri="{FF2B5EF4-FFF2-40B4-BE49-F238E27FC236}">
                <a16:creationId xmlns:a16="http://schemas.microsoft.com/office/drawing/2014/main" id="{1AAB6914-2518-430D-BF4C-14EA51B614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4162" y="1412875"/>
            <a:ext cx="5256000" cy="3420000"/>
          </a:xfrm>
        </p:spPr>
        <p:txBody>
          <a:bodyPr tIns="90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5092EEFB-079B-4C38-A665-E52B9837601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4162" y="5121800"/>
            <a:ext cx="5256001" cy="115200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48971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3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6" y="4166439"/>
            <a:ext cx="10728327" cy="2124401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de-CH" noProof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782B2-018B-4FD3-AD95-2F64EDE0E9D6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221A3BAE-B19D-4390-B4A5-2C8A2CC87C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838" y="1412875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36793346-BF6B-42A8-ADE0-3AA3DC3B239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040162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FE637F68-618E-43EB-B240-4BFA26852FC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85999" y="1414800"/>
            <a:ext cx="3420000" cy="2484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129093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6F7F9-CBC8-4641-B12B-7E76FD21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de-CH" noProof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7D3E2EF-5F98-49EC-BCEA-B215D49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1412875"/>
            <a:ext cx="10728325" cy="396000"/>
          </a:xfrm>
        </p:spPr>
        <p:txBody>
          <a:bodyPr/>
          <a:lstStyle>
            <a:lvl1pPr marL="0" indent="0">
              <a:buNone/>
              <a:defRPr b="1"/>
            </a:lvl1pPr>
            <a:lvl2pPr marL="266700" indent="0">
              <a:buNone/>
              <a:defRPr b="1"/>
            </a:lvl2pPr>
            <a:lvl3pPr marL="538163" indent="0">
              <a:buNone/>
              <a:defRPr b="1"/>
            </a:lvl3pPr>
            <a:lvl4pPr marL="804862" indent="0">
              <a:buNone/>
              <a:defRPr b="1"/>
            </a:lvl4pPr>
            <a:lvl5pPr marL="1076325" indent="0">
              <a:buNone/>
              <a:defRPr b="1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DB21BA-81C0-43DB-A42C-5F672DBC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FED0-443D-411A-B8E4-0668A8890EE3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C78786-28C3-4EAB-A3FC-1A4BFA844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C1D5C1-A4AD-42D4-93B7-D3B71140E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CA52AF-F19D-405C-AD5F-7D94B96A5CC3}" type="slidenum">
              <a:rPr lang="de-CH" noProof="0" smtClean="0"/>
              <a:t>‹#›</a:t>
            </a:fld>
            <a:endParaRPr lang="de-CH" noProof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F7C476A-2849-4D68-9FA2-3A5CFC13C8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7" y="6507088"/>
            <a:ext cx="984462" cy="162000"/>
          </a:xfrm>
          <a:prstGeom prst="rect">
            <a:avLst/>
          </a:prstGeom>
        </p:spPr>
      </p:pic>
      <p:sp>
        <p:nvSpPr>
          <p:cNvPr id="9" name="Tabellenplatzhalter 8">
            <a:extLst>
              <a:ext uri="{FF2B5EF4-FFF2-40B4-BE49-F238E27FC236}">
                <a16:creationId xmlns:a16="http://schemas.microsoft.com/office/drawing/2014/main" id="{A1D947E6-CC00-458E-BDE1-B0877E30333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731838" y="2061398"/>
            <a:ext cx="10728325" cy="4212401"/>
          </a:xfrm>
        </p:spPr>
        <p:txBody>
          <a:bodyPr tIns="1260000"/>
          <a:lstStyle>
            <a:lvl1pPr marL="0" indent="0" algn="ctr">
              <a:spcBef>
                <a:spcPts val="0"/>
              </a:spcBef>
              <a:buNone/>
              <a:defRPr sz="1400"/>
            </a:lvl1pPr>
          </a:lstStyle>
          <a:p>
            <a:r>
              <a:rPr lang="en-US" noProof="0"/>
              <a:t>Click icon to add table</a:t>
            </a:r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3025409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394B20FF-3667-40DF-92A1-C6CF3BBCA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837" y="2135492"/>
            <a:ext cx="10728325" cy="39600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66700" indent="0">
              <a:buNone/>
              <a:defRPr>
                <a:solidFill>
                  <a:schemeClr val="bg1"/>
                </a:solidFill>
              </a:defRPr>
            </a:lvl2pPr>
            <a:lvl3pPr marL="540000" indent="0">
              <a:buNone/>
              <a:defRPr>
                <a:solidFill>
                  <a:schemeClr val="bg1"/>
                </a:solidFill>
              </a:defRPr>
            </a:lvl3pPr>
            <a:lvl4pPr marL="808537" indent="0">
              <a:buNone/>
              <a:defRPr>
                <a:solidFill>
                  <a:schemeClr val="bg1"/>
                </a:solidFill>
              </a:defRPr>
            </a:lvl4pPr>
            <a:lvl5pPr marL="108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Bildplatzhalter 8">
            <a:extLst>
              <a:ext uri="{FF2B5EF4-FFF2-40B4-BE49-F238E27FC236}">
                <a16:creationId xmlns:a16="http://schemas.microsoft.com/office/drawing/2014/main" id="{794484F1-3B7F-46CE-AD0B-2310A557A99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200163" y="6489088"/>
            <a:ext cx="1260000" cy="180000"/>
          </a:xfrm>
        </p:spPr>
        <p:txBody>
          <a:bodyPr/>
          <a:lstStyle>
            <a:lvl1pPr marL="0" indent="0" algn="l">
              <a:buNone/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de-CH" noProof="0"/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F900572E-A73E-42BE-96FA-38ADC4E79F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838" y="360538"/>
            <a:ext cx="1765565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472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98">
          <p15:clr>
            <a:srgbClr val="FBAE40"/>
          </p15:clr>
        </p15:guide>
        <p15:guide id="3" orient="horz" pos="640">
          <p15:clr>
            <a:srgbClr val="FBAE40"/>
          </p15:clr>
        </p15:guide>
        <p15:guide id="4" orient="horz" pos="395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9CEF804-E58C-481B-A606-7D35AF68F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CH" noProof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5C6EC0D-393C-42F2-B6A7-B19C9B098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CH" noProof="0"/>
              <a:t>Mastertextformat bearbeiten</a:t>
            </a:r>
          </a:p>
          <a:p>
            <a:pPr lvl="1"/>
            <a:r>
              <a:rPr lang="de-CH" noProof="0"/>
              <a:t>Zweite Ebene</a:t>
            </a:r>
          </a:p>
          <a:p>
            <a:pPr lvl="2"/>
            <a:r>
              <a:rPr lang="de-CH" noProof="0"/>
              <a:t>Dritte Ebene</a:t>
            </a:r>
          </a:p>
          <a:p>
            <a:pPr lvl="3"/>
            <a:r>
              <a:rPr lang="de-CH" noProof="0"/>
              <a:t>Vierte Ebene</a:t>
            </a:r>
          </a:p>
          <a:p>
            <a:pPr lvl="4"/>
            <a:r>
              <a:rPr lang="de-CH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7C96E51-36C9-4BEE-A761-33378A0DF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4A358CF3-A22A-46C1-A4E5-5810212466EF}" type="datetime1">
              <a:rPr lang="de-CH" noProof="0" smtClean="0"/>
              <a:t>11.06.2026</a:t>
            </a:fld>
            <a:endParaRPr lang="de-CH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1EC403-6E63-4450-AFDD-66CA49D6CC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de-DE" noProof="0"/>
              <a:t>Organisationseinheit verbal</a:t>
            </a:r>
            <a:endParaRPr lang="de-CH" noProof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FDFCC57-7DDC-4B2C-A6BE-862DAF9C9F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ACA52AF-F19D-405C-AD5F-7D94B96A5CC3}" type="slidenum">
              <a:rPr lang="de-CH" noProof="0" smtClean="0"/>
              <a:pPr/>
              <a:t>‹#›</a:t>
            </a:fld>
            <a:endParaRPr lang="de-CH" noProof="0"/>
          </a:p>
        </p:txBody>
      </p:sp>
    </p:spTree>
    <p:extLst>
      <p:ext uri="{BB962C8B-B14F-4D97-AF65-F5344CB8AC3E}">
        <p14:creationId xmlns:p14="http://schemas.microsoft.com/office/powerpoint/2010/main" val="236413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38163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271463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50000" indent="-270000" algn="l" defTabSz="914400" rtl="0" eaLnBrk="1" latinLnBrk="0" hangingPunct="1">
        <a:lnSpc>
          <a:spcPct val="100000"/>
        </a:lnSpc>
        <a:spcBef>
          <a:spcPts val="500"/>
        </a:spcBef>
        <a:buFont typeface="Symbol" panose="05050102010706020507" pitchFamily="18" charset="2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461">
          <p15:clr>
            <a:srgbClr val="F26B43"/>
          </p15:clr>
        </p15:guide>
        <p15:guide id="3" pos="7219">
          <p15:clr>
            <a:srgbClr val="F26B43"/>
          </p15:clr>
        </p15:guide>
        <p15:guide id="4" orient="horz" pos="164">
          <p15:clr>
            <a:srgbClr val="F26B43"/>
          </p15:clr>
        </p15:guide>
        <p15:guide id="5" orient="horz" pos="890">
          <p15:clr>
            <a:srgbClr val="F26B43"/>
          </p15:clr>
        </p15:guide>
        <p15:guide id="6" orient="horz" pos="4201">
          <p15:clr>
            <a:srgbClr val="F26B43"/>
          </p15:clr>
        </p15:guide>
        <p15:guide id="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DF2BA-EA83-4E25-C71D-A7615B77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5CE0A-CC77-5C4F-7EA3-F77D30460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808EE02-E269-CD61-B831-2941364C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Inhibitory-only cultures </a:t>
            </a:r>
            <a:endParaRPr lang="en-CH" sz="2400" dirty="0"/>
          </a:p>
        </p:txBody>
      </p:sp>
      <p:pic>
        <p:nvPicPr>
          <p:cNvPr id="3" name="Picture 2" descr="A chart of a graph&#10;&#10;AI-generated content may be incorrect.">
            <a:extLst>
              <a:ext uri="{FF2B5EF4-FFF2-40B4-BE49-F238E27FC236}">
                <a16:creationId xmlns:a16="http://schemas.microsoft.com/office/drawing/2014/main" id="{FDBF9C2C-2986-3132-74F5-34581B43D5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9" y="4548819"/>
            <a:ext cx="3900000" cy="1800000"/>
          </a:xfrm>
          <a:prstGeom prst="rect">
            <a:avLst/>
          </a:prstGeom>
        </p:spPr>
      </p:pic>
      <p:pic>
        <p:nvPicPr>
          <p:cNvPr id="5" name="Picture 4" descr="A rainbow colored line graph&#10;&#10;AI-generated content may be incorrect.">
            <a:extLst>
              <a:ext uri="{FF2B5EF4-FFF2-40B4-BE49-F238E27FC236}">
                <a16:creationId xmlns:a16="http://schemas.microsoft.com/office/drawing/2014/main" id="{7F43FF26-C9C0-2A91-560B-4F683FC532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877" y="2634519"/>
            <a:ext cx="3900000" cy="1800000"/>
          </a:xfrm>
          <a:prstGeom prst="rect">
            <a:avLst/>
          </a:prstGeom>
        </p:spPr>
      </p:pic>
      <p:pic>
        <p:nvPicPr>
          <p:cNvPr id="8" name="Picture 7" descr="A rainbow colored line graph&#10;&#10;AI-generated content may be incorrect.">
            <a:extLst>
              <a:ext uri="{FF2B5EF4-FFF2-40B4-BE49-F238E27FC236}">
                <a16:creationId xmlns:a16="http://schemas.microsoft.com/office/drawing/2014/main" id="{D3424FE8-F91C-2ACA-789A-89ADDA7839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9" y="2634519"/>
            <a:ext cx="3900000" cy="1800000"/>
          </a:xfrm>
          <a:prstGeom prst="rect">
            <a:avLst/>
          </a:prstGeom>
        </p:spPr>
      </p:pic>
      <p:pic>
        <p:nvPicPr>
          <p:cNvPr id="11" name="Picture 10" descr="A chart of a graph&#10;&#10;AI-generated content may be incorrect.">
            <a:extLst>
              <a:ext uri="{FF2B5EF4-FFF2-40B4-BE49-F238E27FC236}">
                <a16:creationId xmlns:a16="http://schemas.microsoft.com/office/drawing/2014/main" id="{02C26361-F9AF-3BC4-04A3-8CFC10D9AB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877" y="834519"/>
            <a:ext cx="3900000" cy="1800000"/>
          </a:xfrm>
          <a:prstGeom prst="rect">
            <a:avLst/>
          </a:prstGeom>
        </p:spPr>
      </p:pic>
      <p:pic>
        <p:nvPicPr>
          <p:cNvPr id="13" name="Picture 12" descr="A rainbow colored lines with numbers&#10;&#10;AI-generated content may be incorrect.">
            <a:extLst>
              <a:ext uri="{FF2B5EF4-FFF2-40B4-BE49-F238E27FC236}">
                <a16:creationId xmlns:a16="http://schemas.microsoft.com/office/drawing/2014/main" id="{3A4D6EFD-822C-BFF0-D211-E716158E450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929" y="834519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49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5B257-5D3E-1E72-A5B0-E8FC61E3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A95FAD-E6FD-D8B6-F7F5-E5EFC48C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D605CDB-DADE-9B24-E686-15B88E5AD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Inhibitory-only cultures</a:t>
            </a:r>
            <a:endParaRPr lang="en-CH" sz="2400" dirty="0"/>
          </a:p>
        </p:txBody>
      </p:sp>
      <p:pic>
        <p:nvPicPr>
          <p:cNvPr id="3" name="Picture 2" descr="A rainbow colored line graph&#10;&#10;AI-generated content may be incorrect.">
            <a:extLst>
              <a:ext uri="{FF2B5EF4-FFF2-40B4-BE49-F238E27FC236}">
                <a16:creationId xmlns:a16="http://schemas.microsoft.com/office/drawing/2014/main" id="{6291915C-E00E-32F9-6B34-7B2F0B6161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314" y="795657"/>
            <a:ext cx="3900000" cy="1800000"/>
          </a:xfrm>
          <a:prstGeom prst="rect">
            <a:avLst/>
          </a:prstGeom>
        </p:spPr>
      </p:pic>
      <p:pic>
        <p:nvPicPr>
          <p:cNvPr id="7" name="Picture 6" descr="A chart of a graph&#10;&#10;AI-generated content may be incorrect.">
            <a:extLst>
              <a:ext uri="{FF2B5EF4-FFF2-40B4-BE49-F238E27FC236}">
                <a16:creationId xmlns:a16="http://schemas.microsoft.com/office/drawing/2014/main" id="{918051CA-3131-D53A-2B9B-9E65A1B692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38" y="795657"/>
            <a:ext cx="3900000" cy="1800000"/>
          </a:xfrm>
          <a:prstGeom prst="rect">
            <a:avLst/>
          </a:prstGeom>
        </p:spPr>
      </p:pic>
      <p:pic>
        <p:nvPicPr>
          <p:cNvPr id="11" name="Picture 10" descr="A rainbow colored line chart&#10;&#10;AI-generated content may be incorrect.">
            <a:extLst>
              <a:ext uri="{FF2B5EF4-FFF2-40B4-BE49-F238E27FC236}">
                <a16:creationId xmlns:a16="http://schemas.microsoft.com/office/drawing/2014/main" id="{8482705D-EE83-C908-1E9D-C55FBA585AE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38" y="4548081"/>
            <a:ext cx="3900000" cy="1800000"/>
          </a:xfrm>
          <a:prstGeom prst="rect">
            <a:avLst/>
          </a:prstGeom>
        </p:spPr>
      </p:pic>
      <p:pic>
        <p:nvPicPr>
          <p:cNvPr id="13" name="Picture 12" descr="A rainbow colored line chart&#10;&#10;AI-generated content may be incorrect.">
            <a:extLst>
              <a:ext uri="{FF2B5EF4-FFF2-40B4-BE49-F238E27FC236}">
                <a16:creationId xmlns:a16="http://schemas.microsoft.com/office/drawing/2014/main" id="{92415B5F-0EC4-940D-CC65-1622DC6F60D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314" y="2633763"/>
            <a:ext cx="3900000" cy="1800000"/>
          </a:xfrm>
          <a:prstGeom prst="rect">
            <a:avLst/>
          </a:prstGeom>
        </p:spPr>
      </p:pic>
      <p:pic>
        <p:nvPicPr>
          <p:cNvPr id="18" name="Picture 17" descr="A rainbow colored lines with a number of times&#10;&#10;AI-generated content may be incorrect.">
            <a:extLst>
              <a:ext uri="{FF2B5EF4-FFF2-40B4-BE49-F238E27FC236}">
                <a16:creationId xmlns:a16="http://schemas.microsoft.com/office/drawing/2014/main" id="{D598C8BC-8232-3DEA-54B3-BCA19F3D39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38" y="2652816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626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DAACF-6638-D6D4-7FB1-5858F2F94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FBBDF-8155-72E4-94AF-E2554B85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BB3554-445E-CAA9-D4CF-B7E22B6F7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Excitatory-only cultures</a:t>
            </a:r>
            <a:endParaRPr lang="en-CH" sz="2400" dirty="0"/>
          </a:p>
        </p:txBody>
      </p:sp>
      <p:pic>
        <p:nvPicPr>
          <p:cNvPr id="4" name="Picture 3" descr="A chart of a graph&#10;&#10;AI-generated content may be incorrect.">
            <a:extLst>
              <a:ext uri="{FF2B5EF4-FFF2-40B4-BE49-F238E27FC236}">
                <a16:creationId xmlns:a16="http://schemas.microsoft.com/office/drawing/2014/main" id="{DF85FD73-A2B8-8FD7-6B4C-0A5653E3B0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80" y="881901"/>
            <a:ext cx="3900000" cy="1800000"/>
          </a:xfrm>
          <a:prstGeom prst="rect">
            <a:avLst/>
          </a:prstGeom>
        </p:spPr>
      </p:pic>
      <p:pic>
        <p:nvPicPr>
          <p:cNvPr id="9" name="Picture 8" descr="A chart of a graph&#10;&#10;AI-generated content may be incorrect.">
            <a:extLst>
              <a:ext uri="{FF2B5EF4-FFF2-40B4-BE49-F238E27FC236}">
                <a16:creationId xmlns:a16="http://schemas.microsoft.com/office/drawing/2014/main" id="{30DC485B-F2A9-930C-6BD4-DA5E01E9F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30" y="4569207"/>
            <a:ext cx="3900000" cy="1800000"/>
          </a:xfrm>
          <a:prstGeom prst="rect">
            <a:avLst/>
          </a:prstGeom>
        </p:spPr>
      </p:pic>
      <p:pic>
        <p:nvPicPr>
          <p:cNvPr id="14" name="Picture 13" descr="A chart of a number of numbers&#10;&#10;AI-generated content may be incorrect.">
            <a:extLst>
              <a:ext uri="{FF2B5EF4-FFF2-40B4-BE49-F238E27FC236}">
                <a16:creationId xmlns:a16="http://schemas.microsoft.com/office/drawing/2014/main" id="{F089CF6E-99E6-7A32-940E-65BE118A72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80" y="2681901"/>
            <a:ext cx="3900000" cy="1800000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76B18860-3CDE-C733-D86F-CC6ACC6DCB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30" y="2681901"/>
            <a:ext cx="3900000" cy="1800000"/>
          </a:xfrm>
          <a:prstGeom prst="rect">
            <a:avLst/>
          </a:prstGeom>
        </p:spPr>
      </p:pic>
      <p:pic>
        <p:nvPicPr>
          <p:cNvPr id="3" name="Picture 2" descr="A chart of a number of colored dots&#10;&#10;AI-generated content may be incorrect.">
            <a:extLst>
              <a:ext uri="{FF2B5EF4-FFF2-40B4-BE49-F238E27FC236}">
                <a16:creationId xmlns:a16="http://schemas.microsoft.com/office/drawing/2014/main" id="{B9D6C0DA-35EC-69AE-F4A5-6AE59AE40B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26" y="881901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35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08DB5-6937-050E-1CD6-555767F7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8C901-5190-D318-2DD8-6D1B272A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AF6B61-95E6-640B-4723-10D1717C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Excitatory-only cultures </a:t>
            </a:r>
            <a:endParaRPr lang="en-CH" sz="2400" dirty="0"/>
          </a:p>
        </p:txBody>
      </p:sp>
      <p:pic>
        <p:nvPicPr>
          <p:cNvPr id="3" name="Picture 2" descr="A chart of a graph&#10;&#10;AI-generated content may be incorrect.">
            <a:extLst>
              <a:ext uri="{FF2B5EF4-FFF2-40B4-BE49-F238E27FC236}">
                <a16:creationId xmlns:a16="http://schemas.microsoft.com/office/drawing/2014/main" id="{21CFD2A6-98F7-AC4F-4599-1F2E4EB33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" y="2634519"/>
            <a:ext cx="3900000" cy="1800000"/>
          </a:xfrm>
          <a:prstGeom prst="rect">
            <a:avLst/>
          </a:prstGeom>
        </p:spPr>
      </p:pic>
      <p:pic>
        <p:nvPicPr>
          <p:cNvPr id="7" name="Picture 6" descr="A chart of a graph&#10;&#10;AI-generated content may be incorrect.">
            <a:extLst>
              <a:ext uri="{FF2B5EF4-FFF2-40B4-BE49-F238E27FC236}">
                <a16:creationId xmlns:a16="http://schemas.microsoft.com/office/drawing/2014/main" id="{804F5F6F-03EF-D3E3-E540-6C1C54759D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248" y="800778"/>
            <a:ext cx="3900000" cy="1800000"/>
          </a:xfrm>
          <a:prstGeom prst="rect">
            <a:avLst/>
          </a:prstGeom>
        </p:spPr>
      </p:pic>
      <p:pic>
        <p:nvPicPr>
          <p:cNvPr id="11" name="Picture 10" descr="A chart of a number of colored lines&#10;&#10;AI-generated content may be incorrect.">
            <a:extLst>
              <a:ext uri="{FF2B5EF4-FFF2-40B4-BE49-F238E27FC236}">
                <a16:creationId xmlns:a16="http://schemas.microsoft.com/office/drawing/2014/main" id="{43CA2A85-6898-C92C-AB87-760865EA5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68" y="4434519"/>
            <a:ext cx="3900000" cy="1800000"/>
          </a:xfrm>
          <a:prstGeom prst="rect">
            <a:avLst/>
          </a:prstGeom>
        </p:spPr>
      </p:pic>
      <p:pic>
        <p:nvPicPr>
          <p:cNvPr id="13" name="Picture 12" descr="A chart of a number of colored lines&#10;&#10;AI-generated content may be incorrect.">
            <a:extLst>
              <a:ext uri="{FF2B5EF4-FFF2-40B4-BE49-F238E27FC236}">
                <a16:creationId xmlns:a16="http://schemas.microsoft.com/office/drawing/2014/main" id="{6FF27930-9AEC-99A8-D349-0F548ECA38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7248" y="2634519"/>
            <a:ext cx="3900000" cy="1800000"/>
          </a:xfrm>
          <a:prstGeom prst="rect">
            <a:avLst/>
          </a:prstGeom>
        </p:spPr>
      </p:pic>
      <p:pic>
        <p:nvPicPr>
          <p:cNvPr id="4" name="Picture 3" descr="A chart of a graph&#10;&#10;AI-generated content may be incorrect.">
            <a:extLst>
              <a:ext uri="{FF2B5EF4-FFF2-40B4-BE49-F238E27FC236}">
                <a16:creationId xmlns:a16="http://schemas.microsoft.com/office/drawing/2014/main" id="{194859F2-3C93-62C5-7E78-18C5587E1B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28" y="800778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204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B81EC-D099-6DBC-13E6-566714C87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C361-81FE-AA16-8A5B-67B722781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A7C352-A195-0F1B-C910-345E19442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Excitatory-Inhibitory cultures </a:t>
            </a:r>
            <a:endParaRPr lang="en-CH" sz="2400" dirty="0"/>
          </a:p>
        </p:txBody>
      </p:sp>
      <p:pic>
        <p:nvPicPr>
          <p:cNvPr id="4" name="Picture 3" descr="A chart of a number of colors&#10;&#10;AI-generated content may be incorrect.">
            <a:extLst>
              <a:ext uri="{FF2B5EF4-FFF2-40B4-BE49-F238E27FC236}">
                <a16:creationId xmlns:a16="http://schemas.microsoft.com/office/drawing/2014/main" id="{58944948-0D55-D0D9-5139-7C268EE55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55" y="2698346"/>
            <a:ext cx="3900000" cy="1800000"/>
          </a:xfrm>
          <a:prstGeom prst="rect">
            <a:avLst/>
          </a:prstGeom>
        </p:spPr>
      </p:pic>
      <p:pic>
        <p:nvPicPr>
          <p:cNvPr id="9" name="Picture 8" descr="A chart of a number of colored dots&#10;&#10;AI-generated content may be incorrect.">
            <a:extLst>
              <a:ext uri="{FF2B5EF4-FFF2-40B4-BE49-F238E27FC236}">
                <a16:creationId xmlns:a16="http://schemas.microsoft.com/office/drawing/2014/main" id="{10371417-472E-85A1-3C84-E510568BAA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2355" y="853211"/>
            <a:ext cx="3900000" cy="1800000"/>
          </a:xfrm>
          <a:prstGeom prst="rect">
            <a:avLst/>
          </a:prstGeom>
        </p:spPr>
      </p:pic>
      <p:pic>
        <p:nvPicPr>
          <p:cNvPr id="14" name="Picture 13" descr="A rainbow colored chart with numbers&#10;&#10;AI-generated content may be incorrect.">
            <a:extLst>
              <a:ext uri="{FF2B5EF4-FFF2-40B4-BE49-F238E27FC236}">
                <a16:creationId xmlns:a16="http://schemas.microsoft.com/office/drawing/2014/main" id="{3CCFAE83-F772-5A8D-882A-3BEFB6740C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39" y="853211"/>
            <a:ext cx="3900000" cy="1800000"/>
          </a:xfrm>
          <a:prstGeom prst="rect">
            <a:avLst/>
          </a:prstGeom>
        </p:spPr>
      </p:pic>
      <p:pic>
        <p:nvPicPr>
          <p:cNvPr id="16" name="Picture 15" descr="A graph of a graph&#10;&#10;AI-generated content may be incorrect.">
            <a:extLst>
              <a:ext uri="{FF2B5EF4-FFF2-40B4-BE49-F238E27FC236}">
                <a16:creationId xmlns:a16="http://schemas.microsoft.com/office/drawing/2014/main" id="{A9097622-5C88-6319-C66C-0FD81321D8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39" y="4543482"/>
            <a:ext cx="3900000" cy="1800000"/>
          </a:xfrm>
          <a:prstGeom prst="rect">
            <a:avLst/>
          </a:prstGeom>
        </p:spPr>
      </p:pic>
      <p:pic>
        <p:nvPicPr>
          <p:cNvPr id="19" name="Picture 18" descr="A rainbow colored graph with numbers&#10;&#10;AI-generated content may be incorrect.">
            <a:extLst>
              <a:ext uri="{FF2B5EF4-FFF2-40B4-BE49-F238E27FC236}">
                <a16:creationId xmlns:a16="http://schemas.microsoft.com/office/drawing/2014/main" id="{D77FB07C-0254-9634-3D9A-77B7945572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39" y="2698346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20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6430A-0E87-0DCE-5A39-A49C92091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210A-078A-0C6C-9DCB-EF43BF77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CA52AF-F19D-405C-AD5F-7D94B96A5CC3}" type="slidenum">
              <a:rPr kumimoji="0" lang="de-CH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CH" sz="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A621999-308E-73F2-037F-164AF76A9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84519"/>
            <a:ext cx="10728325" cy="900000"/>
          </a:xfrm>
        </p:spPr>
        <p:txBody>
          <a:bodyPr/>
          <a:lstStyle/>
          <a:p>
            <a:r>
              <a:rPr lang="en-GB" sz="2400" dirty="0"/>
              <a:t>Excitatory-Inhibitory cultures </a:t>
            </a:r>
            <a:endParaRPr lang="en-CH" sz="2400" dirty="0"/>
          </a:p>
        </p:txBody>
      </p:sp>
      <p:pic>
        <p:nvPicPr>
          <p:cNvPr id="3" name="Picture 2" descr="A rainbow colored line graph&#10;&#10;AI-generated content may be incorrect.">
            <a:extLst>
              <a:ext uri="{FF2B5EF4-FFF2-40B4-BE49-F238E27FC236}">
                <a16:creationId xmlns:a16="http://schemas.microsoft.com/office/drawing/2014/main" id="{5C45839B-E9CC-BFAE-FB6A-6B7FB99A7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" y="4674470"/>
            <a:ext cx="3900000" cy="1800000"/>
          </a:xfrm>
          <a:prstGeom prst="rect">
            <a:avLst/>
          </a:prstGeom>
        </p:spPr>
      </p:pic>
      <p:pic>
        <p:nvPicPr>
          <p:cNvPr id="7" name="Picture 6" descr="A rainbow colored line chart&#10;&#10;AI-generated content may be incorrect.">
            <a:extLst>
              <a:ext uri="{FF2B5EF4-FFF2-40B4-BE49-F238E27FC236}">
                <a16:creationId xmlns:a16="http://schemas.microsoft.com/office/drawing/2014/main" id="{FD845BD7-95CF-AC16-C0E1-8249136BB9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16" y="899668"/>
            <a:ext cx="3900000" cy="1800000"/>
          </a:xfrm>
          <a:prstGeom prst="rect">
            <a:avLst/>
          </a:prstGeom>
        </p:spPr>
      </p:pic>
      <p:pic>
        <p:nvPicPr>
          <p:cNvPr id="11" name="Picture 10" descr="A rainbow colored chart&#10;&#10;AI-generated content may be incorrect.">
            <a:extLst>
              <a:ext uri="{FF2B5EF4-FFF2-40B4-BE49-F238E27FC236}">
                <a16:creationId xmlns:a16="http://schemas.microsoft.com/office/drawing/2014/main" id="{8249BB80-D4A2-1C2E-E149-C754AD8675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" y="899668"/>
            <a:ext cx="3900000" cy="1800000"/>
          </a:xfrm>
          <a:prstGeom prst="rect">
            <a:avLst/>
          </a:prstGeom>
        </p:spPr>
      </p:pic>
      <p:pic>
        <p:nvPicPr>
          <p:cNvPr id="13" name="Picture 12" descr="A rainbow colored chart with numbers&#10;&#10;AI-generated content may be incorrect.">
            <a:extLst>
              <a:ext uri="{FF2B5EF4-FFF2-40B4-BE49-F238E27FC236}">
                <a16:creationId xmlns:a16="http://schemas.microsoft.com/office/drawing/2014/main" id="{DF0627A0-5FB0-D5D5-7C58-841ECA43E4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016" y="2787069"/>
            <a:ext cx="3900000" cy="1800000"/>
          </a:xfrm>
          <a:prstGeom prst="rect">
            <a:avLst/>
          </a:prstGeom>
        </p:spPr>
      </p:pic>
      <p:pic>
        <p:nvPicPr>
          <p:cNvPr id="18" name="Picture 17" descr="A chart of a number of colors&#10;&#10;AI-generated content may be incorrect.">
            <a:extLst>
              <a:ext uri="{FF2B5EF4-FFF2-40B4-BE49-F238E27FC236}">
                <a16:creationId xmlns:a16="http://schemas.microsoft.com/office/drawing/2014/main" id="{82D13ACE-83CA-7191-0D26-017208E4AD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812" y="2787069"/>
            <a:ext cx="39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65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TH Zürich">
  <a:themeElements>
    <a:clrScheme name="ETH Züric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215CAF"/>
      </a:accent1>
      <a:accent2>
        <a:srgbClr val="007894"/>
      </a:accent2>
      <a:accent3>
        <a:srgbClr val="627313"/>
      </a:accent3>
      <a:accent4>
        <a:srgbClr val="8E6713"/>
      </a:accent4>
      <a:accent5>
        <a:srgbClr val="B7352D"/>
      </a:accent5>
      <a:accent6>
        <a:srgbClr val="A30774"/>
      </a:accent6>
      <a:hlink>
        <a:srgbClr val="0563C1"/>
      </a:hlink>
      <a:folHlink>
        <a:srgbClr val="954F72"/>
      </a:folHlink>
    </a:clrScheme>
    <a:fontScheme name="ETH Zürich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TH Blau">
      <a:srgbClr val="215CAF"/>
    </a:custClr>
    <a:custClr name="ETH Petrol">
      <a:srgbClr val="007894"/>
    </a:custClr>
    <a:custClr name="ETH Gruen">
      <a:srgbClr val="627313"/>
    </a:custClr>
    <a:custClr name="ETH Bronze">
      <a:srgbClr val="8E6713"/>
    </a:custClr>
    <a:custClr name="ETH Rot">
      <a:srgbClr val="B7352D"/>
    </a:custClr>
    <a:custClr name="ETH Purpur">
      <a:srgbClr val="A30774"/>
    </a:custClr>
    <a:custClr name="ETH Grau">
      <a:srgbClr val="6F6F6F"/>
    </a:custClr>
  </a:custClrLst>
  <a:extLst>
    <a:ext uri="{05A4C25C-085E-4340-85A3-A5531E510DB2}">
      <thm15:themeFamily xmlns:thm15="http://schemas.microsoft.com/office/thememl/2012/main" name="ETH_Vorlage_Praesentation" id="{4B926070-AF32-7F40-B7F4-387B612D789A}" vid="{D694835D-6A8F-E347-A983-608C17A72C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24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Arial</vt:lpstr>
      <vt:lpstr>Symbol</vt:lpstr>
      <vt:lpstr>ETH Zürich</vt:lpstr>
      <vt:lpstr>Inhibitory-only cultures </vt:lpstr>
      <vt:lpstr>Inhibitory-only cultures</vt:lpstr>
      <vt:lpstr>Excitatory-only cultures</vt:lpstr>
      <vt:lpstr>Excitatory-only cultures </vt:lpstr>
      <vt:lpstr>Excitatory-Inhibitory cultures </vt:lpstr>
      <vt:lpstr>Excitatory-Inhibitory cultures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Giulia Amos</dc:creator>
  <cp:lastModifiedBy>Giulia Amos</cp:lastModifiedBy>
  <cp:revision>58</cp:revision>
  <dcterms:created xsi:type="dcterms:W3CDTF">2026-01-30T07:53:36Z</dcterms:created>
  <dcterms:modified xsi:type="dcterms:W3CDTF">2026-06-11T06:30:46Z</dcterms:modified>
</cp:coreProperties>
</file>