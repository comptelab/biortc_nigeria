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comment1.xml" ContentType="application/vnd.openxmlformats-officedocument.presentationml.comment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42"/>
  </p:notesMasterIdLst>
  <p:sldIdLst>
    <p:sldId id="256" r:id="rId2"/>
    <p:sldId id="258" r:id="rId3"/>
    <p:sldId id="289" r:id="rId4"/>
    <p:sldId id="790" r:id="rId5"/>
    <p:sldId id="285" r:id="rId6"/>
    <p:sldId id="284" r:id="rId7"/>
    <p:sldId id="791" r:id="rId8"/>
    <p:sldId id="264" r:id="rId9"/>
    <p:sldId id="265" r:id="rId10"/>
    <p:sldId id="290" r:id="rId11"/>
    <p:sldId id="291" r:id="rId12"/>
    <p:sldId id="266" r:id="rId13"/>
    <p:sldId id="268" r:id="rId14"/>
    <p:sldId id="270" r:id="rId15"/>
    <p:sldId id="269" r:id="rId16"/>
    <p:sldId id="568" r:id="rId17"/>
    <p:sldId id="569" r:id="rId18"/>
    <p:sldId id="570" r:id="rId19"/>
    <p:sldId id="571" r:id="rId20"/>
    <p:sldId id="572" r:id="rId21"/>
    <p:sldId id="573" r:id="rId22"/>
    <p:sldId id="271" r:id="rId23"/>
    <p:sldId id="272" r:id="rId24"/>
    <p:sldId id="273" r:id="rId25"/>
    <p:sldId id="274" r:id="rId26"/>
    <p:sldId id="287" r:id="rId27"/>
    <p:sldId id="599" r:id="rId28"/>
    <p:sldId id="275" r:id="rId29"/>
    <p:sldId id="294" r:id="rId30"/>
    <p:sldId id="293" r:id="rId31"/>
    <p:sldId id="257" r:id="rId32"/>
    <p:sldId id="276" r:id="rId33"/>
    <p:sldId id="277" r:id="rId34"/>
    <p:sldId id="278" r:id="rId35"/>
    <p:sldId id="279" r:id="rId36"/>
    <p:sldId id="280" r:id="rId37"/>
    <p:sldId id="292" r:id="rId38"/>
    <p:sldId id="281" r:id="rId39"/>
    <p:sldId id="288" r:id="rId40"/>
    <p:sldId id="282" r:id="rId41"/>
  </p:sldIdLst>
  <p:sldSz cx="9144000" cy="5143500" type="screen16x9"/>
  <p:notesSz cx="6858000" cy="9144000"/>
  <p:embeddedFontLst>
    <p:embeddedFont>
      <p:font typeface="Georgia" panose="02040502050405020303" pitchFamily="18" charset="0"/>
      <p:regular r:id="rId43"/>
      <p:bold r:id="rId44"/>
      <p:italic r:id="rId45"/>
      <p:boldItalic r:id="rId46"/>
    </p:embeddedFont>
    <p:embeddedFont>
      <p:font typeface="Roboto" panose="020000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431" userDrawn="1">
          <p15:clr>
            <a:srgbClr val="747775"/>
          </p15:clr>
        </p15:guide>
        <p15:guide id="3" orient="horz" pos="21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lma Serrano" initials="" lastIdx="7" clrIdx="0"/>
  <p:cmAuthor id="1" name="Lledó Garrido, Alexis" initials="AL" lastIdx="13" clrIdx="1">
    <p:extLst>
      <p:ext uri="{19B8F6BF-5375-455C-9EA6-DF929625EA0E}">
        <p15:presenceInfo xmlns:p15="http://schemas.microsoft.com/office/powerpoint/2012/main" userId="S::alexis.lledo@accenture.com::0106538c-051e-48cc-8b83-4e25179b13e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9AB3"/>
    <a:srgbClr val="C9C3D4"/>
    <a:srgbClr val="FFEF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28" autoAdjust="0"/>
    <p:restoredTop sz="95033" autoAdjust="0"/>
  </p:normalViewPr>
  <p:slideViewPr>
    <p:cSldViewPr snapToGrid="0">
      <p:cViewPr varScale="1">
        <p:scale>
          <a:sx n="170" d="100"/>
          <a:sy n="170" d="100"/>
        </p:scale>
        <p:origin x="552" y="176"/>
      </p:cViewPr>
      <p:guideLst>
        <p:guide pos="431"/>
        <p:guide orient="horz" pos="21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3-06T12:05:32.703" idx="6">
    <p:pos x="6000" y="0"/>
    <p:text>improve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err="1"/>
              <a:t>Intro</a:t>
            </a:r>
            <a:r>
              <a:rPr lang="es-ES" dirty="0"/>
              <a:t> 4 minutes</a:t>
            </a:r>
          </a:p>
          <a:p>
            <a:pPr marL="0" lvl="0" indent="0" algn="l" rtl="0">
              <a:spcBef>
                <a:spcPts val="0"/>
              </a:spcBef>
              <a:spcAft>
                <a:spcPts val="0"/>
              </a:spcAft>
              <a:buNone/>
            </a:pPr>
            <a:r>
              <a:rPr lang="es-ES" dirty="0" err="1"/>
              <a:t>Setup</a:t>
            </a:r>
            <a:r>
              <a:rPr lang="es-ES" dirty="0"/>
              <a:t> </a:t>
            </a:r>
            <a:r>
              <a:rPr lang="es-ES" dirty="0" err="1"/>
              <a:t>description</a:t>
            </a:r>
            <a:r>
              <a:rPr lang="es-ES" dirty="0"/>
              <a:t> 7 min</a:t>
            </a:r>
          </a:p>
          <a:p>
            <a:pPr marL="0" lvl="0" indent="0" algn="l" rtl="0">
              <a:spcBef>
                <a:spcPts val="0"/>
              </a:spcBef>
              <a:spcAft>
                <a:spcPts val="0"/>
              </a:spcAft>
              <a:buNone/>
            </a:pPr>
            <a:r>
              <a:rPr lang="es-ES" dirty="0" err="1"/>
              <a:t>Results</a:t>
            </a:r>
            <a:r>
              <a:rPr lang="es-ES" dirty="0"/>
              <a:t> 14</a:t>
            </a:r>
          </a:p>
          <a:p>
            <a:pPr marL="0" lvl="0" indent="0" algn="l" rtl="0">
              <a:spcBef>
                <a:spcPts val="0"/>
              </a:spcBef>
              <a:spcAft>
                <a:spcPts val="0"/>
              </a:spcAft>
              <a:buNone/>
            </a:pPr>
            <a:r>
              <a:rPr lang="es-ES" dirty="0"/>
              <a:t>Future </a:t>
            </a:r>
            <a:r>
              <a:rPr lang="es-ES" dirty="0" err="1"/>
              <a:t>aplications</a:t>
            </a:r>
            <a:r>
              <a:rPr lang="es-ES" dirty="0"/>
              <a:t> </a:t>
            </a:r>
            <a:r>
              <a:rPr lang="es-ES" dirty="0" err="1"/>
              <a:t>conclusions</a:t>
            </a:r>
            <a:r>
              <a:rPr lang="es-ES" dirty="0"/>
              <a:t>, </a:t>
            </a:r>
            <a:r>
              <a:rPr lang="es-ES" dirty="0" err="1"/>
              <a:t>acknow</a:t>
            </a:r>
            <a:r>
              <a:rPr lang="es-ES" dirty="0"/>
              <a:t> 5</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95cbfd5e6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95cbfd5e6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100" b="0" i="0" u="none" strike="noStrike" cap="none" dirty="0">
                <a:solidFill>
                  <a:srgbClr val="000000"/>
                </a:solidFill>
                <a:effectLst/>
                <a:latin typeface="Arial"/>
                <a:ea typeface="Arial"/>
                <a:cs typeface="Arial"/>
                <a:sym typeface="Arial"/>
              </a:rPr>
              <a:t>Initially, behavioral training was carried out </a:t>
            </a:r>
            <a:r>
              <a:rPr lang="en-US" sz="1100" b="1" i="0" u="none" strike="noStrike" cap="none" dirty="0">
                <a:solidFill>
                  <a:srgbClr val="000000"/>
                </a:solidFill>
                <a:effectLst/>
                <a:latin typeface="Arial"/>
                <a:ea typeface="Arial"/>
                <a:cs typeface="Arial"/>
                <a:sym typeface="Arial"/>
              </a:rPr>
              <a:t>manually</a:t>
            </a:r>
            <a:r>
              <a:rPr lang="en-US" sz="1100" b="0" i="0" u="none" strike="noStrike" cap="none" dirty="0">
                <a:solidFill>
                  <a:srgbClr val="000000"/>
                </a:solidFill>
                <a:effectLst/>
                <a:latin typeface="Arial"/>
                <a:ea typeface="Arial"/>
                <a:cs typeface="Arial"/>
                <a:sym typeface="Arial"/>
              </a:rPr>
              <a:t> by researchers placing them into an arena and interacting with them. This process was </a:t>
            </a:r>
            <a:r>
              <a:rPr lang="en-US" sz="1100" b="1" i="0" u="none" strike="noStrike" cap="none" dirty="0">
                <a:solidFill>
                  <a:srgbClr val="000000"/>
                </a:solidFill>
                <a:effectLst/>
                <a:latin typeface="Arial"/>
                <a:ea typeface="Arial"/>
                <a:cs typeface="Arial"/>
                <a:sym typeface="Arial"/>
              </a:rPr>
              <a:t>highly time-consuming</a:t>
            </a:r>
            <a:r>
              <a:rPr lang="en-US" sz="1100" b="0" i="0" u="none" strike="noStrike" cap="none" dirty="0">
                <a:solidFill>
                  <a:srgbClr val="000000"/>
                </a:solidFill>
                <a:effectLst/>
                <a:latin typeface="Arial"/>
                <a:ea typeface="Arial"/>
                <a:cs typeface="Arial"/>
                <a:sym typeface="Arial"/>
              </a:rPr>
              <a:t> and animals’ learning was very dependent on</a:t>
            </a:r>
            <a:r>
              <a:rPr lang="en-US" sz="1100" b="1" i="0" u="none" strike="noStrike" cap="none" dirty="0">
                <a:solidFill>
                  <a:srgbClr val="000000"/>
                </a:solidFill>
                <a:effectLst/>
                <a:latin typeface="Arial"/>
                <a:ea typeface="Arial"/>
                <a:cs typeface="Arial"/>
                <a:sym typeface="Arial"/>
              </a:rPr>
              <a:t> researcher skills and subjective decisions</a:t>
            </a:r>
            <a:r>
              <a:rPr lang="en-US" sz="1100" b="0" i="0" u="none" strike="noStrike" cap="none" dirty="0">
                <a:solidFill>
                  <a:srgbClr val="000000"/>
                </a:solidFill>
                <a:effectLst/>
                <a:latin typeface="Arial"/>
                <a:ea typeface="Arial"/>
                <a:cs typeface="Arial"/>
                <a:sym typeface="Arial"/>
              </a:rPr>
              <a:t>.</a:t>
            </a:r>
          </a:p>
          <a:p>
            <a:pPr rtl="0"/>
            <a:r>
              <a:rPr lang="en-US" sz="1100" b="0" i="0" u="none" strike="noStrike" cap="none" dirty="0">
                <a:solidFill>
                  <a:srgbClr val="000000"/>
                </a:solidFill>
                <a:effectLst/>
                <a:latin typeface="Arial"/>
                <a:ea typeface="Arial"/>
                <a:cs typeface="Arial"/>
                <a:sym typeface="Arial"/>
              </a:rPr>
              <a:t>To improve reproducibility, behavioral</a:t>
            </a:r>
            <a:r>
              <a:rPr lang="en-US" sz="1100" b="1" i="0" u="none" strike="noStrike" cap="none" dirty="0">
                <a:solidFill>
                  <a:srgbClr val="000000"/>
                </a:solidFill>
                <a:effectLst/>
                <a:latin typeface="Arial"/>
                <a:ea typeface="Arial"/>
                <a:cs typeface="Arial"/>
                <a:sym typeface="Arial"/>
              </a:rPr>
              <a:t> tasks were automatized </a:t>
            </a:r>
            <a:r>
              <a:rPr lang="en-US" sz="1100" b="0" i="0" u="none" strike="noStrike" cap="none" dirty="0">
                <a:solidFill>
                  <a:srgbClr val="000000"/>
                </a:solidFill>
                <a:effectLst/>
                <a:latin typeface="Arial"/>
                <a:ea typeface="Arial"/>
                <a:cs typeface="Arial"/>
                <a:sym typeface="Arial"/>
              </a:rPr>
              <a:t>and controlled by a computer. However, human involvement was still required to place animals in and out of operant chambers.</a:t>
            </a:r>
          </a:p>
          <a:p>
            <a:pPr rtl="0"/>
            <a:r>
              <a:rPr lang="en-US" sz="1100" b="0" i="0" u="none" strike="noStrike" cap="none" dirty="0">
                <a:solidFill>
                  <a:srgbClr val="000000"/>
                </a:solidFill>
                <a:effectLst/>
                <a:latin typeface="Arial"/>
                <a:ea typeface="Arial"/>
                <a:cs typeface="Arial"/>
                <a:sym typeface="Arial"/>
              </a:rPr>
              <a:t>To optimize this, laboratories </a:t>
            </a:r>
            <a:r>
              <a:rPr lang="en-US" sz="1100" b="1" i="0" u="none" strike="noStrike" cap="none" dirty="0">
                <a:solidFill>
                  <a:srgbClr val="000000"/>
                </a:solidFill>
                <a:effectLst/>
                <a:latin typeface="Arial"/>
                <a:ea typeface="Arial"/>
                <a:cs typeface="Arial"/>
                <a:sym typeface="Arial"/>
              </a:rPr>
              <a:t>scaled up</a:t>
            </a:r>
            <a:r>
              <a:rPr lang="en-US" sz="1100" b="0" i="0" u="none" strike="noStrike" cap="none" dirty="0">
                <a:solidFill>
                  <a:srgbClr val="000000"/>
                </a:solidFill>
                <a:effectLst/>
                <a:latin typeface="Arial"/>
                <a:ea typeface="Arial"/>
                <a:cs typeface="Arial"/>
                <a:sym typeface="Arial"/>
              </a:rPr>
              <a:t> data collection by training multiple animals in </a:t>
            </a:r>
            <a:r>
              <a:rPr lang="en-US" sz="1100" b="1" i="0" u="none" strike="noStrike" cap="none" dirty="0" err="1">
                <a:solidFill>
                  <a:srgbClr val="000000"/>
                </a:solidFill>
                <a:effectLst/>
                <a:latin typeface="Arial"/>
                <a:ea typeface="Arial"/>
                <a:cs typeface="Arial"/>
                <a:sym typeface="Arial"/>
              </a:rPr>
              <a:t>paralel</a:t>
            </a:r>
            <a:r>
              <a:rPr lang="en-US" sz="1100" b="0" i="0" u="none" strike="noStrike" cap="none" dirty="0">
                <a:solidFill>
                  <a:srgbClr val="000000"/>
                </a:solidFill>
                <a:effectLst/>
                <a:latin typeface="Arial"/>
                <a:ea typeface="Arial"/>
                <a:cs typeface="Arial"/>
                <a:sym typeface="Arial"/>
              </a:rPr>
              <a:t> which optimized experimenters time. </a:t>
            </a:r>
            <a:r>
              <a:rPr lang="en-US" sz="1100" b="0" i="0" u="none" strike="noStrike" cap="none" dirty="0" err="1">
                <a:solidFill>
                  <a:srgbClr val="000000"/>
                </a:solidFill>
                <a:effectLst/>
                <a:latin typeface="Arial"/>
                <a:ea typeface="Arial"/>
                <a:cs typeface="Arial"/>
                <a:sym typeface="Arial"/>
              </a:rPr>
              <a:t>Nevertherless</a:t>
            </a:r>
            <a:r>
              <a:rPr lang="en-US" sz="1100" b="0" i="0" u="none" strike="noStrike" cap="none" dirty="0">
                <a:solidFill>
                  <a:srgbClr val="000000"/>
                </a:solidFill>
                <a:effectLst/>
                <a:latin typeface="Arial"/>
                <a:ea typeface="Arial"/>
                <a:cs typeface="Arial"/>
                <a:sym typeface="Arial"/>
              </a:rPr>
              <a:t>, animal </a:t>
            </a:r>
            <a:r>
              <a:rPr lang="en-US" sz="1100" b="1" i="0" u="none" strike="noStrike" cap="none" dirty="0">
                <a:solidFill>
                  <a:srgbClr val="000000"/>
                </a:solidFill>
                <a:effectLst/>
                <a:latin typeface="Arial"/>
                <a:ea typeface="Arial"/>
                <a:cs typeface="Arial"/>
                <a:sym typeface="Arial"/>
              </a:rPr>
              <a:t>manipulation stress</a:t>
            </a:r>
            <a:r>
              <a:rPr lang="en-US" sz="1100" b="0" i="0" u="none" strike="noStrike" cap="none" dirty="0">
                <a:solidFill>
                  <a:srgbClr val="000000"/>
                </a:solidFill>
                <a:effectLst/>
                <a:latin typeface="Arial"/>
                <a:ea typeface="Arial"/>
                <a:cs typeface="Arial"/>
                <a:sym typeface="Arial"/>
              </a:rPr>
              <a:t> was still present. Additionally, running many operant systems in parallel demands </a:t>
            </a:r>
            <a:r>
              <a:rPr lang="en-US" sz="1100" b="1" i="0" u="none" strike="noStrike" cap="none" dirty="0">
                <a:solidFill>
                  <a:srgbClr val="000000"/>
                </a:solidFill>
                <a:effectLst/>
                <a:latin typeface="Arial"/>
                <a:ea typeface="Arial"/>
                <a:cs typeface="Arial"/>
                <a:sym typeface="Arial"/>
              </a:rPr>
              <a:t>considerable equipment, space and maintenance costs</a:t>
            </a:r>
            <a:r>
              <a:rPr lang="en-US" sz="1100" b="0" i="0" u="none" strike="noStrike" cap="none" dirty="0">
                <a:solidFill>
                  <a:srgbClr val="000000"/>
                </a:solidFill>
                <a:effectLst/>
                <a:latin typeface="Arial"/>
                <a:ea typeface="Arial"/>
                <a:cs typeface="Arial"/>
                <a:sym typeface="Arial"/>
              </a:rPr>
              <a:t>.</a:t>
            </a:r>
          </a:p>
          <a:p>
            <a:pPr rtl="0"/>
            <a:r>
              <a:rPr lang="en-US" sz="1100" b="0" i="0" u="none" strike="noStrike" cap="none" dirty="0">
                <a:solidFill>
                  <a:srgbClr val="000000"/>
                </a:solidFill>
                <a:effectLst/>
                <a:latin typeface="Arial"/>
                <a:ea typeface="Arial"/>
                <a:cs typeface="Arial"/>
                <a:sym typeface="Arial"/>
              </a:rPr>
              <a:t>The novel fully-automated training systems overcome these problems. As they that allow animals to train by themselves </a:t>
            </a:r>
            <a:r>
              <a:rPr lang="en-US" sz="1100" b="1" i="0" u="none" strike="noStrike" cap="none" dirty="0">
                <a:solidFill>
                  <a:srgbClr val="000000"/>
                </a:solidFill>
                <a:effectLst/>
                <a:latin typeface="Arial"/>
                <a:ea typeface="Arial"/>
                <a:cs typeface="Arial"/>
                <a:sym typeface="Arial"/>
              </a:rPr>
              <a:t>continuously</a:t>
            </a:r>
            <a:r>
              <a:rPr lang="en-US" sz="1100" b="0" i="0" u="none" strike="noStrike" cap="none" dirty="0">
                <a:solidFill>
                  <a:srgbClr val="000000"/>
                </a:solidFill>
                <a:effectLst/>
                <a:latin typeface="Arial"/>
                <a:ea typeface="Arial"/>
                <a:cs typeface="Arial"/>
                <a:sym typeface="Arial"/>
              </a:rPr>
              <a:t>. This approach eliminates completely human intervention, removing potential stress, improves animal welfare and</a:t>
            </a:r>
            <a:r>
              <a:rPr lang="en-US" sz="1100" b="1" i="0" u="none" strike="noStrike" cap="none" dirty="0">
                <a:solidFill>
                  <a:srgbClr val="000000"/>
                </a:solidFill>
                <a:effectLst/>
                <a:latin typeface="Arial"/>
                <a:ea typeface="Arial"/>
                <a:cs typeface="Arial"/>
                <a:sym typeface="Arial"/>
              </a:rPr>
              <a:t> optimizes the space and costs of the setup</a:t>
            </a:r>
            <a:r>
              <a:rPr lang="en-US" sz="1100" b="0" i="0" u="none" strike="noStrike" cap="none" dirty="0">
                <a:solidFill>
                  <a:srgbClr val="000000"/>
                </a:solidFill>
                <a:effectLst/>
                <a:latin typeface="Arial"/>
                <a:ea typeface="Arial"/>
                <a:cs typeface="Arial"/>
                <a:sym typeface="Arial"/>
              </a:rPr>
              <a:t> as its used very efficiently.</a:t>
            </a:r>
            <a:br>
              <a:rPr lang="en-US" dirty="0"/>
            </a:b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rtl="0">
              <a:buNone/>
            </a:pPr>
            <a:r>
              <a:rPr lang="en-US" sz="1100" b="0" i="0" u="none" strike="noStrike" cap="none" dirty="0">
                <a:solidFill>
                  <a:srgbClr val="000000"/>
                </a:solidFill>
                <a:effectLst/>
                <a:latin typeface="Arial"/>
                <a:ea typeface="Arial"/>
                <a:cs typeface="Arial"/>
                <a:sym typeface="Arial"/>
              </a:rPr>
              <a:t>- Following this trend, In the Brain Circuits and Behavior lab we wanted to develop an automatic training system,</a:t>
            </a:r>
          </a:p>
          <a:p>
            <a:pPr marL="457200" indent="-298450" rtl="0">
              <a:buFontTx/>
              <a:buChar char="-"/>
            </a:pPr>
            <a:r>
              <a:rPr lang="en-US" sz="1100" b="0" i="0" u="none" strike="noStrike" cap="none" dirty="0">
                <a:solidFill>
                  <a:srgbClr val="000000"/>
                </a:solidFill>
                <a:effectLst/>
                <a:latin typeface="Arial"/>
                <a:ea typeface="Arial"/>
                <a:cs typeface="Arial"/>
                <a:sym typeface="Arial"/>
              </a:rPr>
              <a:t>Specially designed for behavioral task with a potential translational validity. </a:t>
            </a:r>
          </a:p>
          <a:p>
            <a:pPr marL="457200" indent="-298450" rtl="0">
              <a:buFontTx/>
              <a:buChar char="-"/>
            </a:pPr>
            <a:r>
              <a:rPr lang="en-US" sz="1100" b="0" i="0" u="none" strike="noStrike" cap="none" dirty="0">
                <a:solidFill>
                  <a:srgbClr val="000000"/>
                </a:solidFill>
                <a:effectLst/>
                <a:latin typeface="Arial"/>
                <a:ea typeface="Arial"/>
                <a:cs typeface="Arial"/>
                <a:sym typeface="Arial"/>
              </a:rPr>
              <a:t>Additionally, we also wanted a versatile system that could be warped around almost any behavioral paradigm, </a:t>
            </a:r>
          </a:p>
          <a:p>
            <a:pPr rtl="0"/>
            <a:r>
              <a:rPr lang="en-US" sz="1100" b="0" i="0" u="none" strike="noStrike" cap="none" dirty="0">
                <a:solidFill>
                  <a:srgbClr val="000000"/>
                </a:solidFill>
                <a:effectLst/>
                <a:latin typeface="Arial"/>
                <a:ea typeface="Arial"/>
                <a:cs typeface="Arial"/>
                <a:sym typeface="Arial"/>
              </a:rPr>
              <a:t>And finally, we wanted to keep our animals group housed</a:t>
            </a:r>
            <a:endParaRPr lang="en-US" b="0" dirty="0">
              <a:effectLst/>
            </a:endParaRPr>
          </a:p>
          <a:p>
            <a:pPr marL="158750" indent="0">
              <a:buNone/>
            </a:pPr>
            <a:br>
              <a:rPr lang="en-US" dirty="0"/>
            </a:br>
            <a:endParaRPr lang="en-US" dirty="0"/>
          </a:p>
        </p:txBody>
      </p:sp>
    </p:spTree>
    <p:extLst>
      <p:ext uri="{BB962C8B-B14F-4D97-AF65-F5344CB8AC3E}">
        <p14:creationId xmlns:p14="http://schemas.microsoft.com/office/powerpoint/2010/main" val="1285501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8691131C-FB81-7306-3139-45DAB4B9A1CA}"/>
            </a:ext>
          </a:extLst>
        </p:cNvPr>
        <p:cNvGrpSpPr/>
        <p:nvPr/>
      </p:nvGrpSpPr>
      <p:grpSpPr>
        <a:xfrm>
          <a:off x="0" y="0"/>
          <a:ext cx="0" cy="0"/>
          <a:chOff x="0" y="0"/>
          <a:chExt cx="0" cy="0"/>
        </a:xfrm>
      </p:grpSpPr>
      <p:sp>
        <p:nvSpPr>
          <p:cNvPr id="103" name="Google Shape;103;g395cbfd5e6f_0_531:notes">
            <a:extLst>
              <a:ext uri="{FF2B5EF4-FFF2-40B4-BE49-F238E27FC236}">
                <a16:creationId xmlns:a16="http://schemas.microsoft.com/office/drawing/2014/main" id="{FE689C5D-EA4E-21C2-2320-DE63AA17C2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95cbfd5e6f_0_531:notes">
            <a:extLst>
              <a:ext uri="{FF2B5EF4-FFF2-40B4-BE49-F238E27FC236}">
                <a16:creationId xmlns:a16="http://schemas.microsoft.com/office/drawing/2014/main" id="{FD98E1B9-8072-A0AF-4C69-CCE5360895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rtl="0">
              <a:buNone/>
            </a:pPr>
            <a:r>
              <a:rPr lang="en-US" sz="1100" b="0" i="0" u="none" strike="noStrike" cap="none" dirty="0">
                <a:solidFill>
                  <a:srgbClr val="000000"/>
                </a:solidFill>
                <a:effectLst/>
                <a:latin typeface="Arial"/>
                <a:ea typeface="Arial"/>
                <a:cs typeface="Arial"/>
                <a:sym typeface="Arial"/>
              </a:rPr>
              <a:t>With these goals in mind, we developed the Training </a:t>
            </a:r>
            <a:r>
              <a:rPr lang="en-US" sz="1100" b="0" i="0" u="none" strike="noStrike" cap="none" dirty="0" err="1">
                <a:solidFill>
                  <a:srgbClr val="000000"/>
                </a:solidFill>
                <a:effectLst/>
                <a:latin typeface="Arial"/>
                <a:ea typeface="Arial"/>
                <a:cs typeface="Arial"/>
                <a:sym typeface="Arial"/>
              </a:rPr>
              <a:t>VIllage</a:t>
            </a:r>
            <a:endParaRPr lang="en-US" b="0" dirty="0">
              <a:effectLst/>
            </a:endParaRPr>
          </a:p>
          <a:p>
            <a:pPr rtl="0"/>
            <a:r>
              <a:rPr lang="en-US" sz="1100" b="0" i="0" u="none" strike="noStrike" cap="none" dirty="0">
                <a:solidFill>
                  <a:srgbClr val="000000"/>
                </a:solidFill>
                <a:effectLst/>
                <a:latin typeface="Arial"/>
                <a:ea typeface="Arial"/>
                <a:cs typeface="Arial"/>
                <a:sym typeface="Arial"/>
              </a:rPr>
              <a:t>In this system, RFID-tagged animals live group-housed and self-initiate training sessions by crossing a sorting corridor. </a:t>
            </a:r>
          </a:p>
          <a:p>
            <a:pPr rtl="0"/>
            <a:r>
              <a:rPr lang="en-US" sz="1100" b="0" i="0" u="none" strike="noStrike" cap="none" dirty="0">
                <a:solidFill>
                  <a:srgbClr val="000000"/>
                </a:solidFill>
                <a:effectLst/>
                <a:latin typeface="Arial"/>
                <a:ea typeface="Arial"/>
                <a:cs typeface="Arial"/>
                <a:sym typeface="Arial"/>
              </a:rPr>
              <a:t>This corridor contains two motorized doors, an RFID sensor and a </a:t>
            </a:r>
            <a:r>
              <a:rPr lang="en-US" sz="1100" b="0" i="0" u="none" strike="noStrike" cap="none" dirty="0" err="1">
                <a:solidFill>
                  <a:srgbClr val="000000"/>
                </a:solidFill>
                <a:effectLst/>
                <a:latin typeface="Arial"/>
                <a:ea typeface="Arial"/>
                <a:cs typeface="Arial"/>
                <a:sym typeface="Arial"/>
              </a:rPr>
              <a:t>videotracking</a:t>
            </a:r>
            <a:r>
              <a:rPr lang="en-US" sz="1100" b="0" i="0" u="none" strike="noStrike" cap="none" dirty="0">
                <a:solidFill>
                  <a:srgbClr val="000000"/>
                </a:solidFill>
                <a:effectLst/>
                <a:latin typeface="Arial"/>
                <a:ea typeface="Arial"/>
                <a:cs typeface="Arial"/>
                <a:sym typeface="Arial"/>
              </a:rPr>
              <a:t> system, which together guarantee that only one animal enters the chamber at a time. </a:t>
            </a:r>
          </a:p>
          <a:p>
            <a:pPr rtl="0"/>
            <a:r>
              <a:rPr lang="en-US" sz="1100" b="0" i="0" u="none" strike="noStrike" cap="none" dirty="0">
                <a:solidFill>
                  <a:srgbClr val="000000"/>
                </a:solidFill>
                <a:effectLst/>
                <a:latin typeface="Arial"/>
                <a:ea typeface="Arial"/>
                <a:cs typeface="Arial"/>
                <a:sym typeface="Arial"/>
              </a:rPr>
              <a:t>The operant chamber is versatile allowing for the performance of multiple behavioral paradigms. </a:t>
            </a:r>
            <a:endParaRPr lang="en-US" b="0" dirty="0">
              <a:effectLst/>
            </a:endParaRPr>
          </a:p>
          <a:p>
            <a:pPr rtl="0"/>
            <a:r>
              <a:rPr lang="en-US" sz="1100" b="0" i="0" u="none" strike="noStrike" cap="none" dirty="0">
                <a:solidFill>
                  <a:srgbClr val="000000"/>
                </a:solidFill>
                <a:effectLst/>
                <a:latin typeface="Arial"/>
                <a:ea typeface="Arial"/>
                <a:cs typeface="Arial"/>
                <a:sym typeface="Arial"/>
              </a:rPr>
              <a:t>To motivate training without the need for water restriction, animals have continuous access to bitter-tasting water in the home cage and receive sucrose water as a reward during training in the operant chamber.</a:t>
            </a:r>
            <a:br>
              <a:rPr lang="en-US" dirty="0"/>
            </a:br>
            <a:endParaRPr dirty="0"/>
          </a:p>
        </p:txBody>
      </p:sp>
    </p:spTree>
    <p:extLst>
      <p:ext uri="{BB962C8B-B14F-4D97-AF65-F5344CB8AC3E}">
        <p14:creationId xmlns:p14="http://schemas.microsoft.com/office/powerpoint/2010/main" val="705791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rtl="0">
              <a:buNone/>
            </a:pPr>
            <a:r>
              <a:rPr lang="en-US" sz="1100" b="0" i="0" u="none" strike="noStrike" cap="none" dirty="0">
                <a:solidFill>
                  <a:srgbClr val="000000"/>
                </a:solidFill>
                <a:effectLst/>
                <a:latin typeface="Arial"/>
                <a:ea typeface="Arial"/>
                <a:cs typeface="Arial"/>
                <a:sym typeface="Arial"/>
              </a:rPr>
              <a:t>Lets move now to the software, the Training Village runs on a Raspberry Pi and allows the automatic individual training of the animals. It  operates as follows:</a:t>
            </a:r>
            <a:endParaRPr lang="en-US" b="0" dirty="0">
              <a:effectLst/>
            </a:endParaRPr>
          </a:p>
          <a:p>
            <a:pPr rtl="0" fontAlgn="base"/>
            <a:r>
              <a:rPr lang="en-US" sz="1100" b="0" i="0" u="none" strike="noStrike" cap="none" dirty="0">
                <a:solidFill>
                  <a:srgbClr val="000000"/>
                </a:solidFill>
                <a:effectLst/>
                <a:latin typeface="Arial"/>
                <a:ea typeface="Arial"/>
                <a:cs typeface="Arial"/>
                <a:sym typeface="Arial"/>
              </a:rPr>
              <a:t>First, the system waits until an animal is detected in the corridor. Once detected, if there are no other animals trying to enter, it loads the corresponding training parameters for that specific subject and initiates the behavioral task. </a:t>
            </a:r>
          </a:p>
          <a:p>
            <a:pPr rtl="0" fontAlgn="base"/>
            <a:r>
              <a:rPr lang="en-US" sz="1100" b="0" i="0" u="none" strike="noStrike" cap="none" dirty="0">
                <a:solidFill>
                  <a:srgbClr val="000000"/>
                </a:solidFill>
                <a:effectLst/>
                <a:latin typeface="Arial"/>
                <a:ea typeface="Arial"/>
                <a:cs typeface="Arial"/>
                <a:sym typeface="Arial"/>
              </a:rPr>
              <a:t>The task itself is controlled by a behavioral acquisition system the </a:t>
            </a:r>
            <a:r>
              <a:rPr lang="en-US" sz="1100" b="1" i="0" u="none" strike="noStrike" cap="none" dirty="0" err="1">
                <a:solidFill>
                  <a:srgbClr val="000000"/>
                </a:solidFill>
                <a:effectLst/>
                <a:latin typeface="Arial"/>
                <a:ea typeface="Arial"/>
                <a:cs typeface="Arial"/>
                <a:sym typeface="Arial"/>
              </a:rPr>
              <a:t>Bpod</a:t>
            </a:r>
            <a:r>
              <a:rPr lang="en-US" sz="1100" b="0" i="0" u="none" strike="noStrike" cap="none" dirty="0">
                <a:solidFill>
                  <a:srgbClr val="000000"/>
                </a:solidFill>
                <a:effectLst/>
                <a:latin typeface="Arial"/>
                <a:ea typeface="Arial"/>
                <a:cs typeface="Arial"/>
                <a:sym typeface="Arial"/>
              </a:rPr>
              <a:t>, the system is modular and can be adapted to other platforms for behavioral control, such as </a:t>
            </a:r>
            <a:r>
              <a:rPr lang="en-US" sz="1100" b="1" i="0" u="none" strike="noStrike" cap="none" dirty="0" err="1">
                <a:solidFill>
                  <a:srgbClr val="000000"/>
                </a:solidFill>
                <a:effectLst/>
                <a:latin typeface="Arial"/>
                <a:ea typeface="Arial"/>
                <a:cs typeface="Arial"/>
                <a:sym typeface="Arial"/>
              </a:rPr>
              <a:t>pyControl</a:t>
            </a:r>
            <a:r>
              <a:rPr lang="en-US" sz="1100" b="0" i="0" u="none" strike="noStrike" cap="none" dirty="0">
                <a:solidFill>
                  <a:srgbClr val="000000"/>
                </a:solidFill>
                <a:effectLst/>
                <a:latin typeface="Arial"/>
                <a:ea typeface="Arial"/>
                <a:cs typeface="Arial"/>
                <a:sym typeface="Arial"/>
              </a:rPr>
              <a:t> or </a:t>
            </a:r>
            <a:r>
              <a:rPr lang="en-US" sz="1100" b="1" i="0" u="none" strike="noStrike" cap="none" dirty="0">
                <a:solidFill>
                  <a:srgbClr val="000000"/>
                </a:solidFill>
                <a:effectLst/>
                <a:latin typeface="Arial"/>
                <a:ea typeface="Arial"/>
                <a:cs typeface="Arial"/>
                <a:sym typeface="Arial"/>
              </a:rPr>
              <a:t>Arduino</a:t>
            </a:r>
            <a:r>
              <a:rPr lang="en-US" sz="1100" b="0" i="0" u="none" strike="noStrike" cap="none" dirty="0">
                <a:solidFill>
                  <a:srgbClr val="000000"/>
                </a:solidFill>
                <a:effectLst/>
                <a:latin typeface="Arial"/>
                <a:ea typeface="Arial"/>
                <a:cs typeface="Arial"/>
                <a:sym typeface="Arial"/>
              </a:rPr>
              <a:t>.</a:t>
            </a:r>
          </a:p>
          <a:p>
            <a:pPr rtl="0" fontAlgn="base"/>
            <a:r>
              <a:rPr lang="en-US" sz="1100" b="0" i="0" u="none" strike="noStrike" cap="none" dirty="0">
                <a:solidFill>
                  <a:srgbClr val="000000"/>
                </a:solidFill>
                <a:effectLst/>
                <a:latin typeface="Arial"/>
                <a:ea typeface="Arial"/>
                <a:cs typeface="Arial"/>
                <a:sym typeface="Arial"/>
              </a:rPr>
              <a:t>Once the task ends, the door opens allowing the animal to exit. A scale detects the animal's exit and records its weight. After this, subject parameters are updated based on its performance during the session. As the system works continuously </a:t>
            </a:r>
            <a:r>
              <a:rPr lang="en-US" sz="1100" b="1" i="0" u="none" strike="noStrike" cap="none" dirty="0">
                <a:solidFill>
                  <a:srgbClr val="000000"/>
                </a:solidFill>
                <a:effectLst/>
                <a:latin typeface="Arial"/>
                <a:ea typeface="Arial"/>
                <a:cs typeface="Arial"/>
                <a:sym typeface="Arial"/>
              </a:rPr>
              <a:t>24/7</a:t>
            </a:r>
            <a:r>
              <a:rPr lang="en-US" sz="1100" b="0" i="0" u="none" strike="noStrike" cap="none" dirty="0">
                <a:solidFill>
                  <a:srgbClr val="000000"/>
                </a:solidFill>
                <a:effectLst/>
                <a:latin typeface="Arial"/>
                <a:ea typeface="Arial"/>
                <a:cs typeface="Arial"/>
                <a:sym typeface="Arial"/>
              </a:rPr>
              <a:t>, we are forced to define objective training protocols  that improve the reproducibility of animal learning, as typically these decisions have been very biased by the researcher's criteria. Which is very advantageous to study </a:t>
            </a:r>
            <a:r>
              <a:rPr lang="en-US" sz="1100" b="0" i="0" u="none" strike="noStrike" cap="none" dirty="0" err="1">
                <a:solidFill>
                  <a:srgbClr val="000000"/>
                </a:solidFill>
                <a:effectLst/>
                <a:latin typeface="Arial"/>
                <a:ea typeface="Arial"/>
                <a:cs typeface="Arial"/>
                <a:sym typeface="Arial"/>
              </a:rPr>
              <a:t>study</a:t>
            </a:r>
            <a:r>
              <a:rPr lang="en-US" sz="1100" b="0" i="0" u="none" strike="noStrike" cap="none" dirty="0">
                <a:solidFill>
                  <a:srgbClr val="000000"/>
                </a:solidFill>
                <a:effectLst/>
                <a:latin typeface="Arial"/>
                <a:ea typeface="Arial"/>
                <a:cs typeface="Arial"/>
                <a:sym typeface="Arial"/>
              </a:rPr>
              <a:t> learning.</a:t>
            </a:r>
          </a:p>
          <a:p>
            <a:pPr rtl="0" fontAlgn="base"/>
            <a:r>
              <a:rPr lang="en-US" sz="1100" b="0" i="0" u="none" strike="noStrike" cap="none" dirty="0">
                <a:solidFill>
                  <a:srgbClr val="000000"/>
                </a:solidFill>
                <a:effectLst/>
                <a:latin typeface="Arial"/>
                <a:ea typeface="Arial"/>
                <a:cs typeface="Arial"/>
                <a:sym typeface="Arial"/>
              </a:rPr>
              <a:t>Finally, all collected data is automatically synchronized to an external hard drive or server.</a:t>
            </a:r>
          </a:p>
          <a:p>
            <a:endParaRPr lang="en-US" dirty="0"/>
          </a:p>
        </p:txBody>
      </p:sp>
    </p:spTree>
    <p:extLst>
      <p:ext uri="{BB962C8B-B14F-4D97-AF65-F5344CB8AC3E}">
        <p14:creationId xmlns:p14="http://schemas.microsoft.com/office/powerpoint/2010/main" val="2584383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95cbfd5e6f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95cbfd5e6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100" b="0" i="0" u="none" strike="noStrike" cap="none" dirty="0">
                <a:solidFill>
                  <a:srgbClr val="000000"/>
                </a:solidFill>
                <a:effectLst/>
                <a:latin typeface="Arial"/>
                <a:ea typeface="Arial"/>
                <a:cs typeface="Arial"/>
                <a:sym typeface="Arial"/>
              </a:rPr>
              <a:t>The system is designed to be controlled </a:t>
            </a:r>
            <a:r>
              <a:rPr lang="en-US" sz="1100" b="1" i="0" u="none" strike="noStrike" cap="none" dirty="0">
                <a:solidFill>
                  <a:srgbClr val="000000"/>
                </a:solidFill>
                <a:effectLst/>
                <a:latin typeface="Arial"/>
                <a:ea typeface="Arial"/>
                <a:cs typeface="Arial"/>
                <a:sym typeface="Arial"/>
              </a:rPr>
              <a:t>remotely</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WE have remote access to the system at any </a:t>
            </a:r>
            <a:r>
              <a:rPr lang="en-US" sz="1100" b="0" i="0" u="none" strike="noStrike" cap="none" dirty="0" err="1">
                <a:solidFill>
                  <a:srgbClr val="000000"/>
                </a:solidFill>
                <a:effectLst/>
                <a:latin typeface="Arial"/>
                <a:ea typeface="Arial"/>
                <a:cs typeface="Arial"/>
                <a:sym typeface="Arial"/>
              </a:rPr>
              <a:t>time.The</a:t>
            </a:r>
            <a:r>
              <a:rPr lang="en-US" sz="1100" b="0" i="0" u="none" strike="noStrike" cap="none" dirty="0">
                <a:solidFill>
                  <a:srgbClr val="000000"/>
                </a:solidFill>
                <a:effectLst/>
                <a:latin typeface="Arial"/>
                <a:ea typeface="Arial"/>
                <a:cs typeface="Arial"/>
                <a:sym typeface="Arial"/>
              </a:rPr>
              <a:t> graphical user interface allows for observing the animals in real-time via cameras placed in the corridor and the operant chamber. </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We’ve also implemented an alarm system that immediately notifies researchers of any issues via Telegram messages sent directly to their phones. </a:t>
            </a:r>
            <a:endParaRPr lang="en-US" b="0" dirty="0">
              <a:effectLst/>
            </a:endParaRPr>
          </a:p>
          <a:p>
            <a:r>
              <a:rPr lang="en-US" sz="1100" b="0" i="0" u="none" strike="noStrike" cap="none" dirty="0">
                <a:solidFill>
                  <a:srgbClr val="000000"/>
                </a:solidFill>
                <a:effectLst/>
                <a:latin typeface="Arial"/>
                <a:ea typeface="Arial"/>
                <a:cs typeface="Arial"/>
                <a:sym typeface="Arial"/>
              </a:rPr>
              <a:t>This platform is </a:t>
            </a:r>
            <a:r>
              <a:rPr lang="en-US" sz="1100" b="1" i="0" u="none" strike="noStrike" cap="none" dirty="0">
                <a:solidFill>
                  <a:srgbClr val="000000"/>
                </a:solidFill>
                <a:effectLst/>
                <a:latin typeface="Arial"/>
                <a:ea typeface="Arial"/>
                <a:cs typeface="Arial"/>
                <a:sym typeface="Arial"/>
              </a:rPr>
              <a:t>modular</a:t>
            </a:r>
            <a:r>
              <a:rPr lang="en-US" sz="1100" b="0" i="0" u="none" strike="noStrike" cap="none" dirty="0">
                <a:solidFill>
                  <a:srgbClr val="000000"/>
                </a:solidFill>
                <a:effectLst/>
                <a:latin typeface="Arial"/>
                <a:ea typeface="Arial"/>
                <a:cs typeface="Arial"/>
                <a:sym typeface="Arial"/>
              </a:rPr>
              <a:t>, it can be adapted to different behavioral paradigms. </a:t>
            </a:r>
          </a:p>
          <a:p>
            <a:r>
              <a:rPr lang="en-US" sz="1100" b="0" i="0" u="none" strike="noStrike" cap="none" dirty="0">
                <a:solidFill>
                  <a:srgbClr val="000000"/>
                </a:solidFill>
                <a:effectLst/>
                <a:latin typeface="Arial"/>
                <a:ea typeface="Arial"/>
                <a:cs typeface="Arial"/>
                <a:sym typeface="Arial"/>
              </a:rPr>
              <a:t>The entire system is</a:t>
            </a:r>
            <a:r>
              <a:rPr lang="en-US" sz="1100" b="1" i="0" u="none" strike="noStrike" cap="none" dirty="0">
                <a:solidFill>
                  <a:srgbClr val="000000"/>
                </a:solidFill>
                <a:effectLst/>
                <a:latin typeface="Arial"/>
                <a:ea typeface="Arial"/>
                <a:cs typeface="Arial"/>
                <a:sym typeface="Arial"/>
              </a:rPr>
              <a:t> open-source</a:t>
            </a:r>
            <a:r>
              <a:rPr lang="en-US" sz="1100" b="0" i="0" u="none" strike="noStrike" cap="none" dirty="0">
                <a:solidFill>
                  <a:srgbClr val="000000"/>
                </a:solidFill>
                <a:effectLst/>
                <a:latin typeface="Arial"/>
                <a:ea typeface="Arial"/>
                <a:cs typeface="Arial"/>
                <a:sym typeface="Arial"/>
              </a:rPr>
              <a:t> and developed in Python.</a:t>
            </a:r>
            <a:br>
              <a:rPr lang="en-US" dirty="0"/>
            </a:b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95cbfd5e6f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95cbfd5e6f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168ADED3-258A-26F9-27AF-B0BF7A03B0F2}"/>
            </a:ext>
          </a:extLst>
        </p:cNvPr>
        <p:cNvGrpSpPr/>
        <p:nvPr/>
      </p:nvGrpSpPr>
      <p:grpSpPr>
        <a:xfrm>
          <a:off x="0" y="0"/>
          <a:ext cx="0" cy="0"/>
          <a:chOff x="0" y="0"/>
          <a:chExt cx="0" cy="0"/>
        </a:xfrm>
      </p:grpSpPr>
      <p:sp>
        <p:nvSpPr>
          <p:cNvPr id="157" name="Google Shape;157;g395cbfd5e6f_0_81:notes">
            <a:extLst>
              <a:ext uri="{FF2B5EF4-FFF2-40B4-BE49-F238E27FC236}">
                <a16:creationId xmlns:a16="http://schemas.microsoft.com/office/drawing/2014/main" id="{2C4F1F3F-08CD-2C22-669D-36F5C77571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95cbfd5e6f_0_81:notes">
            <a:extLst>
              <a:ext uri="{FF2B5EF4-FFF2-40B4-BE49-F238E27FC236}">
                <a16:creationId xmlns:a16="http://schemas.microsoft.com/office/drawing/2014/main" id="{B2CA27FC-50A6-E31F-8B62-491655C376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1341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F3F97651-EA93-36A3-EB3F-7B7AA8AD42E5}"/>
            </a:ext>
          </a:extLst>
        </p:cNvPr>
        <p:cNvGrpSpPr/>
        <p:nvPr/>
      </p:nvGrpSpPr>
      <p:grpSpPr>
        <a:xfrm>
          <a:off x="0" y="0"/>
          <a:ext cx="0" cy="0"/>
          <a:chOff x="0" y="0"/>
          <a:chExt cx="0" cy="0"/>
        </a:xfrm>
      </p:grpSpPr>
      <p:sp>
        <p:nvSpPr>
          <p:cNvPr id="157" name="Google Shape;157;g395cbfd5e6f_0_81:notes">
            <a:extLst>
              <a:ext uri="{FF2B5EF4-FFF2-40B4-BE49-F238E27FC236}">
                <a16:creationId xmlns:a16="http://schemas.microsoft.com/office/drawing/2014/main" id="{839F2BC2-7D56-45DE-32EB-D693EB5FD6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95cbfd5e6f_0_81:notes">
            <a:extLst>
              <a:ext uri="{FF2B5EF4-FFF2-40B4-BE49-F238E27FC236}">
                <a16:creationId xmlns:a16="http://schemas.microsoft.com/office/drawing/2014/main" id="{252FA171-3DD9-9875-C9F3-0E107F075B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32685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95cbfd5e6f_0_5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95cbfd5e6f_0_5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rtl="0">
              <a:buNone/>
            </a:pPr>
            <a:r>
              <a:rPr lang="en-US" sz="1100" b="0" i="0" u="none" strike="noStrike" cap="none" dirty="0">
                <a:solidFill>
                  <a:srgbClr val="000000"/>
                </a:solidFill>
                <a:effectLst/>
                <a:latin typeface="Arial"/>
                <a:ea typeface="Arial"/>
                <a:cs typeface="Arial"/>
                <a:sym typeface="Arial"/>
              </a:rPr>
              <a:t>Having described the setup specifications, let me show how animals use the training village. You can see here a raster plot of animal activity in the system during the first days of training. This was a group of 12 animals, each line represents a subject and the dots indicate detections of the subject in the corridor and the vertical rectangles represent behavioral sessions inside the operant chamber. You can see how animals distribute their access to the chamber during the day (in white)  and night (in gray), and also among them. Here is a summary of the occupancy of the operant chamber for each subject across all the entire time that this experiment was running.</a:t>
            </a:r>
            <a:endParaRPr lang="en-US" b="0" dirty="0">
              <a:effectLst/>
            </a:endParaRPr>
          </a:p>
          <a:p>
            <a:pPr marL="158750" indent="0" rtl="0">
              <a:buNone/>
            </a:pPr>
            <a:r>
              <a:rPr lang="en-US" sz="1100" b="0" i="0" u="none" strike="noStrike" cap="none" dirty="0">
                <a:solidFill>
                  <a:srgbClr val="000000"/>
                </a:solidFill>
                <a:effectLst/>
                <a:latin typeface="Arial"/>
                <a:ea typeface="Arial"/>
                <a:cs typeface="Arial"/>
                <a:sym typeface="Arial"/>
              </a:rPr>
              <a:t>The colors show how animals progress through the different training stages, each animal progress though training stages at their own speed.</a:t>
            </a:r>
            <a:endParaRPr lang="en-US" b="0" dirty="0">
              <a:effectLst/>
            </a:endParaRPr>
          </a:p>
          <a:p>
            <a:pPr marL="158750" indent="0">
              <a:buNone/>
            </a:pPr>
            <a:br>
              <a:rPr lang="en-US" b="0" dirty="0">
                <a:effectLst/>
              </a:rPr>
            </a:br>
            <a:endParaRPr lang="en-US" b="0" dirty="0">
              <a:effectLst/>
            </a:endParaRPr>
          </a:p>
          <a:p>
            <a:pPr marL="158750" indent="0" rtl="0">
              <a:buNone/>
            </a:pPr>
            <a:r>
              <a:rPr lang="en-US" sz="1100" b="0" i="0" u="none" strike="noStrike" cap="none" dirty="0">
                <a:solidFill>
                  <a:srgbClr val="000000"/>
                </a:solidFill>
                <a:effectLst/>
                <a:latin typeface="Arial"/>
                <a:ea typeface="Arial"/>
                <a:cs typeface="Arial"/>
                <a:sym typeface="Arial"/>
              </a:rPr>
              <a:t>We also observe that with a group of 12 animals the system is used efficiently, as on average, the operant chamber is occupied 80% of the time.</a:t>
            </a:r>
            <a:endParaRPr lang="en-US" b="0" dirty="0">
              <a:effectLst/>
            </a:endParaRPr>
          </a:p>
          <a:p>
            <a:pPr marL="158750" indent="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95cbfd5e6f_0_5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95cbfd5e6f_0_5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95cbfd5e6f_0_5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95cbfd5e6f_0_5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e02c166160_1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e02c166160_1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3738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e02c166160_1_3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e02c166160_1_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5646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e02c166160_1_3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e02c166160_1_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4342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e02c166160_1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e02c166160_1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4523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e02c166160_1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e02c166160_1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2689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e02c166160_1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2e02c166160_1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01923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e07f2ae1b9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e07f2ae1b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04944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95cbfd5e6f_0_5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95cbfd5e6f_0_5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95cbfd5e6f_0_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95cbfd5e6f_0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78129b962e1aa42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78129b962e1aa42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95cbfd5e6f_0_5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95cbfd5e6f_0_5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100" b="0" i="0" u="none" strike="noStrike" cap="none" dirty="0">
                <a:solidFill>
                  <a:srgbClr val="000000"/>
                </a:solidFill>
                <a:effectLst/>
                <a:latin typeface="Arial"/>
                <a:ea typeface="Arial"/>
                <a:cs typeface="Arial"/>
                <a:sym typeface="Arial"/>
              </a:rPr>
              <a:t>Anther powerful advantage of this system is that allows to address behavior outside the task, and answer novel questions, such as for example what are animals doing before and after training?</a:t>
            </a:r>
            <a:endParaRPr lang="en-US" b="0" dirty="0">
              <a:effectLst/>
            </a:endParaRPr>
          </a:p>
          <a:p>
            <a:pPr rtl="0"/>
            <a:r>
              <a:rPr lang="en-US" sz="1100" b="0" i="0" u="none" strike="noStrike" cap="none" dirty="0">
                <a:solidFill>
                  <a:srgbClr val="000000"/>
                </a:solidFill>
                <a:effectLst/>
                <a:latin typeface="Arial"/>
                <a:ea typeface="Arial"/>
                <a:cs typeface="Arial"/>
                <a:sym typeface="Arial"/>
              </a:rPr>
              <a:t>In this experiment </a:t>
            </a:r>
            <a:r>
              <a:rPr lang="en-US" sz="1100" b="0" i="0" u="none" strike="noStrike" cap="none" dirty="0" err="1">
                <a:solidFill>
                  <a:srgbClr val="000000"/>
                </a:solidFill>
                <a:effectLst/>
                <a:latin typeface="Arial"/>
                <a:ea typeface="Arial"/>
                <a:cs typeface="Arial"/>
                <a:sym typeface="Arial"/>
              </a:rPr>
              <a:t>en</a:t>
            </a:r>
            <a:r>
              <a:rPr lang="en-US" sz="1100" b="0" i="0" u="none" strike="noStrike" cap="none" dirty="0">
                <a:solidFill>
                  <a:srgbClr val="000000"/>
                </a:solidFill>
                <a:effectLst/>
                <a:latin typeface="Arial"/>
                <a:ea typeface="Arial"/>
                <a:cs typeface="Arial"/>
                <a:sym typeface="Arial"/>
              </a:rPr>
              <a:t> each </a:t>
            </a:r>
            <a:r>
              <a:rPr lang="en-US" sz="1100" b="0" i="0" u="none" strike="noStrike" cap="none" dirty="0" err="1">
                <a:solidFill>
                  <a:srgbClr val="000000"/>
                </a:solidFill>
                <a:effectLst/>
                <a:latin typeface="Arial"/>
                <a:ea typeface="Arial"/>
                <a:cs typeface="Arial"/>
                <a:sym typeface="Arial"/>
              </a:rPr>
              <a:t>homecage</a:t>
            </a:r>
            <a:r>
              <a:rPr lang="en-US" sz="1100" b="0" i="0" u="none" strike="noStrike" cap="none" dirty="0">
                <a:solidFill>
                  <a:srgbClr val="000000"/>
                </a:solidFill>
                <a:effectLst/>
                <a:latin typeface="Arial"/>
                <a:ea typeface="Arial"/>
                <a:cs typeface="Arial"/>
                <a:sym typeface="Arial"/>
              </a:rPr>
              <a:t> we placed different items. One had bedding and </a:t>
            </a:r>
            <a:r>
              <a:rPr lang="en-US" sz="1100" b="0" i="0" u="none" strike="noStrike" cap="none" dirty="0" err="1">
                <a:solidFill>
                  <a:srgbClr val="000000"/>
                </a:solidFill>
                <a:effectLst/>
                <a:latin typeface="Arial"/>
                <a:ea typeface="Arial"/>
                <a:cs typeface="Arial"/>
                <a:sym typeface="Arial"/>
              </a:rPr>
              <a:t>and</a:t>
            </a:r>
            <a:r>
              <a:rPr lang="en-US" sz="1100" b="0" i="0" u="none" strike="noStrike" cap="none" dirty="0">
                <a:solidFill>
                  <a:srgbClr val="000000"/>
                </a:solidFill>
                <a:effectLst/>
                <a:latin typeface="Arial"/>
                <a:ea typeface="Arial"/>
                <a:cs typeface="Arial"/>
                <a:sym typeface="Arial"/>
              </a:rPr>
              <a:t> igloos, for animals to sleep, and the other had the food, another had some running wheels and tubes </a:t>
            </a:r>
            <a:r>
              <a:rPr lang="en-US" sz="1100" b="0" i="0" u="none" strike="noStrike" cap="none" dirty="0" err="1">
                <a:solidFill>
                  <a:srgbClr val="000000"/>
                </a:solidFill>
                <a:effectLst/>
                <a:latin typeface="Arial"/>
                <a:ea typeface="Arial"/>
                <a:cs typeface="Arial"/>
                <a:sym typeface="Arial"/>
              </a:rPr>
              <a:t>ot</a:t>
            </a:r>
            <a:r>
              <a:rPr lang="en-US" sz="1100" b="0" i="0" u="none" strike="noStrike" cap="none" dirty="0">
                <a:solidFill>
                  <a:srgbClr val="000000"/>
                </a:solidFill>
                <a:effectLst/>
                <a:latin typeface="Arial"/>
                <a:ea typeface="Arial"/>
                <a:cs typeface="Arial"/>
                <a:sym typeface="Arial"/>
              </a:rPr>
              <a:t> play, and one was completely empty. We had the recordings of where was each mouse, the different colors represent the cage, and you can see that the majority of the time they are in the sleeping cages, especially during the day.</a:t>
            </a:r>
            <a:endParaRPr lang="en-US" b="0" dirty="0">
              <a:effectLst/>
            </a:endParaRPr>
          </a:p>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A5A072F6-040A-0A19-9EBC-1CE07AECE480}"/>
            </a:ext>
          </a:extLst>
        </p:cNvPr>
        <p:cNvGrpSpPr/>
        <p:nvPr/>
      </p:nvGrpSpPr>
      <p:grpSpPr>
        <a:xfrm>
          <a:off x="0" y="0"/>
          <a:ext cx="0" cy="0"/>
          <a:chOff x="0" y="0"/>
          <a:chExt cx="0" cy="0"/>
        </a:xfrm>
      </p:grpSpPr>
      <p:sp>
        <p:nvSpPr>
          <p:cNvPr id="233" name="Google Shape;233;g395cbfd5e6f_0_560:notes">
            <a:extLst>
              <a:ext uri="{FF2B5EF4-FFF2-40B4-BE49-F238E27FC236}">
                <a16:creationId xmlns:a16="http://schemas.microsoft.com/office/drawing/2014/main" id="{70D08040-1528-D785-BF06-492214CC1D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95cbfd5e6f_0_560:notes">
            <a:extLst>
              <a:ext uri="{FF2B5EF4-FFF2-40B4-BE49-F238E27FC236}">
                <a16:creationId xmlns:a16="http://schemas.microsoft.com/office/drawing/2014/main" id="{3414FEF2-9C09-A5D6-DCF2-B065E94A29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100" b="0" i="0" u="none" strike="noStrike" cap="none" dirty="0">
                <a:solidFill>
                  <a:srgbClr val="000000"/>
                </a:solidFill>
                <a:effectLst/>
                <a:latin typeface="Arial"/>
                <a:ea typeface="Arial"/>
                <a:cs typeface="Arial"/>
                <a:sym typeface="Arial"/>
              </a:rPr>
              <a:t>And we observed </a:t>
            </a:r>
            <a:r>
              <a:rPr lang="en-US" sz="1100" b="0" i="0" u="none" strike="noStrike" cap="none" dirty="0" err="1">
                <a:solidFill>
                  <a:srgbClr val="000000"/>
                </a:solidFill>
                <a:effectLst/>
                <a:latin typeface="Arial"/>
                <a:ea typeface="Arial"/>
                <a:cs typeface="Arial"/>
                <a:sym typeface="Arial"/>
              </a:rPr>
              <a:t>thet</a:t>
            </a:r>
            <a:r>
              <a:rPr lang="en-US" sz="1100" b="0" i="0" u="none" strike="noStrike" cap="none" dirty="0">
                <a:solidFill>
                  <a:srgbClr val="000000"/>
                </a:solidFill>
                <a:effectLst/>
                <a:latin typeface="Arial"/>
                <a:ea typeface="Arial"/>
                <a:cs typeface="Arial"/>
                <a:sym typeface="Arial"/>
              </a:rPr>
              <a:t> immediately before the training sessions they were in the sleeping cages, and afterwards they preferred to eat. This  is just one example of the multiple questions we can ask about how task behavior is influenced by contextual variables just as sleep, water and food deprivation,  social interactions</a:t>
            </a:r>
            <a:endParaRPr lang="en-US" b="0" dirty="0">
              <a:effectLst/>
            </a:endParaRPr>
          </a:p>
        </p:txBody>
      </p:sp>
    </p:spTree>
    <p:extLst>
      <p:ext uri="{BB962C8B-B14F-4D97-AF65-F5344CB8AC3E}">
        <p14:creationId xmlns:p14="http://schemas.microsoft.com/office/powerpoint/2010/main" val="12512417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C7621B66-BD84-4944-2E1F-95769F79AF40}"/>
            </a:ext>
          </a:extLst>
        </p:cNvPr>
        <p:cNvGrpSpPr/>
        <p:nvPr/>
      </p:nvGrpSpPr>
      <p:grpSpPr>
        <a:xfrm>
          <a:off x="0" y="0"/>
          <a:ext cx="0" cy="0"/>
          <a:chOff x="0" y="0"/>
          <a:chExt cx="0" cy="0"/>
        </a:xfrm>
      </p:grpSpPr>
      <p:sp>
        <p:nvSpPr>
          <p:cNvPr id="286" name="Google Shape;286;g395cbfd5e6f_0_440:notes">
            <a:extLst>
              <a:ext uri="{FF2B5EF4-FFF2-40B4-BE49-F238E27FC236}">
                <a16:creationId xmlns:a16="http://schemas.microsoft.com/office/drawing/2014/main" id="{D4613A64-60A2-F940-FF01-44CBBDEDFF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95cbfd5e6f_0_440:notes">
            <a:extLst>
              <a:ext uri="{FF2B5EF4-FFF2-40B4-BE49-F238E27FC236}">
                <a16:creationId xmlns:a16="http://schemas.microsoft.com/office/drawing/2014/main" id="{F3E05FC8-714D-4BFA-C8C3-5AC06E899D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86114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95cbfd5e6f_0_3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95cbfd5e6f_0_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edb18fc5e7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edb18fc5e7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95cbfd5e6f_0_4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95cbfd5e6f_0_4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95cbfd5e6f_0_4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95cbfd5e6f_0_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95cbfd5e6f_0_4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95cbfd5e6f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95cbfd5e6f_0_4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95cbfd5e6f_0_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95cbfd5e6f_0_4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95cbfd5e6f_0_4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51413C0B-86E1-5441-AC67-87B41B3E7CA1}"/>
            </a:ext>
          </a:extLst>
        </p:cNvPr>
        <p:cNvGrpSpPr/>
        <p:nvPr/>
      </p:nvGrpSpPr>
      <p:grpSpPr>
        <a:xfrm>
          <a:off x="0" y="0"/>
          <a:ext cx="0" cy="0"/>
          <a:chOff x="0" y="0"/>
          <a:chExt cx="0" cy="0"/>
        </a:xfrm>
      </p:grpSpPr>
      <p:sp>
        <p:nvSpPr>
          <p:cNvPr id="185" name="Google Shape;185;g395cbfd5e6f_0_546:notes">
            <a:extLst>
              <a:ext uri="{FF2B5EF4-FFF2-40B4-BE49-F238E27FC236}">
                <a16:creationId xmlns:a16="http://schemas.microsoft.com/office/drawing/2014/main" id="{9428BACD-084A-88CE-4352-E19FCDEC43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95cbfd5e6f_0_546:notes">
            <a:extLst>
              <a:ext uri="{FF2B5EF4-FFF2-40B4-BE49-F238E27FC236}">
                <a16:creationId xmlns:a16="http://schemas.microsoft.com/office/drawing/2014/main" id="{102DEF8E-F00D-3D2A-795D-E34295EEF7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12045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78129b962e1aa42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78129b962e1aa42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a:extLst>
            <a:ext uri="{FF2B5EF4-FFF2-40B4-BE49-F238E27FC236}">
              <a16:creationId xmlns:a16="http://schemas.microsoft.com/office/drawing/2014/main" id="{82C5077D-9CFB-567C-F000-F07CFED55515}"/>
            </a:ext>
          </a:extLst>
        </p:cNvPr>
        <p:cNvGrpSpPr/>
        <p:nvPr/>
      </p:nvGrpSpPr>
      <p:grpSpPr>
        <a:xfrm>
          <a:off x="0" y="0"/>
          <a:ext cx="0" cy="0"/>
          <a:chOff x="0" y="0"/>
          <a:chExt cx="0" cy="0"/>
        </a:xfrm>
      </p:grpSpPr>
      <p:sp>
        <p:nvSpPr>
          <p:cNvPr id="301" name="Google Shape;301;g78129b962e1aa420_39:notes">
            <a:extLst>
              <a:ext uri="{FF2B5EF4-FFF2-40B4-BE49-F238E27FC236}">
                <a16:creationId xmlns:a16="http://schemas.microsoft.com/office/drawing/2014/main" id="{1A517FC4-5893-646B-D1D3-BECAD4B131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78129b962e1aa420_39:notes">
            <a:extLst>
              <a:ext uri="{FF2B5EF4-FFF2-40B4-BE49-F238E27FC236}">
                <a16:creationId xmlns:a16="http://schemas.microsoft.com/office/drawing/2014/main" id="{9FF1A58A-21F4-4C99-CC38-5C60B171D6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21565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78129b962e1aa42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78129b962e1aa42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c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11.xml"/><Relationship Id="rId6" Type="http://schemas.openxmlformats.org/officeDocument/2006/relationships/hyperlink" Target="https://github.com/MaravallLab/aMAZEing-maze" TargetMode="External"/><Relationship Id="rId5" Type="http://schemas.openxmlformats.org/officeDocument/2006/relationships/image" Target="../media/image16.jpe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braincircuitsbehaviorlab.github.io/village/_static/video.m4v"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braincircuitsbehaviorlab.github.io/village/index.html" TargetMode="External"/><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0.png"/><Relationship Id="rId5" Type="http://schemas.openxmlformats.org/officeDocument/2006/relationships/hyperlink" Target="anydesk:1532999521" TargetMode="External"/><Relationship Id="rId10" Type="http://schemas.openxmlformats.org/officeDocument/2006/relationships/hyperlink" Target="tg://resolve/?domain=Balmix_95" TargetMode="External"/><Relationship Id="rId4" Type="http://schemas.openxmlformats.org/officeDocument/2006/relationships/image" Target="../media/image26.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1.svg"/></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comments" Target="../comments/comment1.xml"/><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hyperlink" Target="mailto:balmaserrano@gmail.com" TargetMode="External"/></Relationships>
</file>

<file path=ppt/slides/_rels/slide33.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title="chapter3_methods.png"/>
          <p:cNvPicPr preferRelativeResize="0"/>
          <p:nvPr/>
        </p:nvPicPr>
        <p:blipFill rotWithShape="1">
          <a:blip r:embed="rId3">
            <a:alphaModFix/>
          </a:blip>
          <a:srcRect t="29349" b="6561"/>
          <a:stretch>
            <a:fillRect/>
          </a:stretch>
        </p:blipFill>
        <p:spPr>
          <a:xfrm>
            <a:off x="2177389" y="355201"/>
            <a:ext cx="4264127" cy="3865067"/>
          </a:xfrm>
          <a:prstGeom prst="rect">
            <a:avLst/>
          </a:prstGeom>
          <a:noFill/>
          <a:ln>
            <a:noFill/>
          </a:ln>
        </p:spPr>
      </p:pic>
      <p:sp>
        <p:nvSpPr>
          <p:cNvPr id="61" name="Google Shape;61;p14"/>
          <p:cNvSpPr txBox="1"/>
          <p:nvPr/>
        </p:nvSpPr>
        <p:spPr>
          <a:xfrm>
            <a:off x="311700" y="160226"/>
            <a:ext cx="8520600" cy="991500"/>
          </a:xfrm>
          <a:prstGeom prst="rect">
            <a:avLst/>
          </a:prstGeom>
          <a:noFill/>
          <a:ln>
            <a:noFill/>
          </a:ln>
        </p:spPr>
        <p:txBody>
          <a:bodyPr spcFirstLastPara="1" wrap="square" lIns="91425" tIns="91425" rIns="91425" bIns="91425" anchor="b" anchorCtr="0">
            <a:normAutofit/>
          </a:bodyPr>
          <a:lstStyle/>
          <a:p>
            <a:pPr marL="0" lvl="0" indent="0" algn="ctr" rtl="0">
              <a:spcBef>
                <a:spcPts val="0"/>
              </a:spcBef>
              <a:spcAft>
                <a:spcPts val="0"/>
              </a:spcAft>
              <a:buNone/>
            </a:pPr>
            <a:r>
              <a:rPr lang="ca" sz="4500" b="1" dirty="0">
                <a:solidFill>
                  <a:srgbClr val="000000"/>
                </a:solidFill>
                <a:latin typeface="Roboto" panose="02000000000000000000" pitchFamily="2" charset="0"/>
                <a:ea typeface="Roboto" panose="02000000000000000000" pitchFamily="2" charset="0"/>
                <a:cs typeface="Roboto" panose="02000000000000000000" pitchFamily="2" charset="0"/>
                <a:sym typeface="Raleway ExtraBold"/>
              </a:rPr>
              <a:t>The Training Village </a:t>
            </a:r>
            <a:endParaRPr sz="4500" b="1" dirty="0">
              <a:solidFill>
                <a:srgbClr val="000000"/>
              </a:solidFill>
              <a:latin typeface="Roboto" panose="02000000000000000000" pitchFamily="2" charset="0"/>
              <a:ea typeface="Roboto" panose="02000000000000000000" pitchFamily="2" charset="0"/>
              <a:cs typeface="Roboto" panose="02000000000000000000" pitchFamily="2" charset="0"/>
              <a:sym typeface="Raleway ExtraBold"/>
            </a:endParaRPr>
          </a:p>
        </p:txBody>
      </p:sp>
      <p:sp>
        <p:nvSpPr>
          <p:cNvPr id="62" name="Google Shape;62;p14"/>
          <p:cNvSpPr txBox="1"/>
          <p:nvPr/>
        </p:nvSpPr>
        <p:spPr>
          <a:xfrm>
            <a:off x="234450" y="1007456"/>
            <a:ext cx="8675100" cy="792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ca" sz="1700" dirty="0">
                <a:solidFill>
                  <a:srgbClr val="595959"/>
                </a:solidFill>
                <a:latin typeface="Roboto" panose="02000000000000000000" pitchFamily="2" charset="0"/>
                <a:ea typeface="Roboto" panose="02000000000000000000" pitchFamily="2" charset="0"/>
                <a:cs typeface="Roboto" panose="02000000000000000000" pitchFamily="2" charset="0"/>
                <a:sym typeface="Calibri"/>
              </a:rPr>
              <a:t>An open platform for continuous testing of rodents in cognitive tasks</a:t>
            </a:r>
            <a:endParaRPr sz="1700" dirty="0">
              <a:solidFill>
                <a:srgbClr val="595959"/>
              </a:solidFill>
              <a:latin typeface="Roboto" panose="02000000000000000000" pitchFamily="2" charset="0"/>
              <a:ea typeface="Roboto" panose="02000000000000000000" pitchFamily="2" charset="0"/>
              <a:cs typeface="Roboto" panose="02000000000000000000" pitchFamily="2" charset="0"/>
              <a:sym typeface="Calibri"/>
            </a:endParaRPr>
          </a:p>
        </p:txBody>
      </p:sp>
      <p:sp>
        <p:nvSpPr>
          <p:cNvPr id="63" name="Google Shape;63;p14"/>
          <p:cNvSpPr txBox="1"/>
          <p:nvPr/>
        </p:nvSpPr>
        <p:spPr>
          <a:xfrm>
            <a:off x="2973033" y="4138925"/>
            <a:ext cx="3135000"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ca" sz="2000" dirty="0">
                <a:solidFill>
                  <a:schemeClr val="tx1"/>
                </a:solidFill>
                <a:latin typeface="Roboto" panose="02000000000000000000" pitchFamily="2" charset="0"/>
                <a:ea typeface="Roboto" panose="02000000000000000000" pitchFamily="2" charset="0"/>
                <a:cs typeface="Roboto" panose="02000000000000000000" pitchFamily="2" charset="0"/>
                <a:sym typeface="Calibri"/>
              </a:rPr>
              <a:t>Balma Serrano Porcar </a:t>
            </a:r>
            <a:endParaRPr sz="2000" dirty="0">
              <a:solidFill>
                <a:schemeClr val="tx1"/>
              </a:solidFill>
              <a:latin typeface="Roboto" panose="02000000000000000000" pitchFamily="2" charset="0"/>
              <a:ea typeface="Roboto" panose="02000000000000000000" pitchFamily="2" charset="0"/>
              <a:cs typeface="Roboto" panose="02000000000000000000" pitchFamily="2" charset="0"/>
              <a:sym typeface="Calibri"/>
            </a:endParaRPr>
          </a:p>
        </p:txBody>
      </p:sp>
      <p:sp>
        <p:nvSpPr>
          <p:cNvPr id="64" name="Google Shape;64;p14"/>
          <p:cNvSpPr txBox="1"/>
          <p:nvPr/>
        </p:nvSpPr>
        <p:spPr>
          <a:xfrm>
            <a:off x="2626239" y="4567806"/>
            <a:ext cx="3985200" cy="4154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ca" sz="1500" dirty="0">
                <a:solidFill>
                  <a:srgbClr val="595959"/>
                </a:solidFill>
                <a:latin typeface="Roboto" panose="02000000000000000000" pitchFamily="2" charset="0"/>
                <a:ea typeface="Roboto" panose="02000000000000000000" pitchFamily="2" charset="0"/>
                <a:cs typeface="Roboto" panose="02000000000000000000" pitchFamily="2" charset="0"/>
                <a:sym typeface="Calibri"/>
              </a:rPr>
              <a:t>Brain Circuits and Behavior Lab | IDIBAPS</a:t>
            </a:r>
            <a:endParaRPr sz="1500" dirty="0">
              <a:solidFill>
                <a:srgbClr val="595959"/>
              </a:solidFill>
              <a:latin typeface="Roboto" panose="02000000000000000000" pitchFamily="2" charset="0"/>
              <a:ea typeface="Roboto" panose="02000000000000000000" pitchFamily="2" charset="0"/>
              <a:cs typeface="Roboto" panose="02000000000000000000" pitchFamily="2" charset="0"/>
              <a:sym typeface="Calibri"/>
            </a:endParaRPr>
          </a:p>
        </p:txBody>
      </p:sp>
      <p:pic>
        <p:nvPicPr>
          <p:cNvPr id="1028" name="Picture 4">
            <a:extLst>
              <a:ext uri="{FF2B5EF4-FFF2-40B4-BE49-F238E27FC236}">
                <a16:creationId xmlns:a16="http://schemas.microsoft.com/office/drawing/2014/main" id="{CDE7ADAD-207F-8859-60A0-3B869EEF23E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90450"/>
          <a:stretch>
            <a:fillRect/>
          </a:stretch>
        </p:blipFill>
        <p:spPr bwMode="auto">
          <a:xfrm>
            <a:off x="234450" y="73421"/>
            <a:ext cx="873288" cy="88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p:nvPr/>
        </p:nvSpPr>
        <p:spPr>
          <a:xfrm>
            <a:off x="6265600" y="3738350"/>
            <a:ext cx="213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dirty="0">
              <a:solidFill>
                <a:schemeClr val="dk2"/>
              </a:solidFill>
            </a:endParaRPr>
          </a:p>
        </p:txBody>
      </p:sp>
      <p:sp>
        <p:nvSpPr>
          <p:cNvPr id="76" name="Google Shape;76;p16"/>
          <p:cNvSpPr txBox="1">
            <a:spLocks noGrp="1"/>
          </p:cNvSpPr>
          <p:nvPr>
            <p:ph type="title"/>
          </p:nvPr>
        </p:nvSpPr>
        <p:spPr>
          <a:xfrm>
            <a:off x="311700" y="2164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ca" b="1" dirty="0">
                <a:latin typeface="Roboto" panose="02000000000000000000" pitchFamily="2" charset="0"/>
                <a:ea typeface="Roboto" panose="02000000000000000000" pitchFamily="2" charset="0"/>
                <a:cs typeface="Roboto" panose="02000000000000000000" pitchFamily="2" charset="0"/>
              </a:rPr>
              <a:t>Towards fully automated behavioral training </a:t>
            </a:r>
            <a:endParaRPr b="1" dirty="0">
              <a:latin typeface="Roboto" panose="02000000000000000000" pitchFamily="2" charset="0"/>
              <a:ea typeface="Roboto" panose="02000000000000000000" pitchFamily="2" charset="0"/>
              <a:cs typeface="Roboto" panose="02000000000000000000" pitchFamily="2" charset="0"/>
            </a:endParaRPr>
          </a:p>
          <a:p>
            <a:pPr marL="0" lvl="0" indent="0" algn="l" rtl="0">
              <a:spcBef>
                <a:spcPts val="0"/>
              </a:spcBef>
              <a:spcAft>
                <a:spcPts val="0"/>
              </a:spcAft>
              <a:buNone/>
            </a:pPr>
            <a:endParaRPr dirty="0"/>
          </a:p>
        </p:txBody>
      </p:sp>
      <p:grpSp>
        <p:nvGrpSpPr>
          <p:cNvPr id="77" name="Google Shape;77;p16"/>
          <p:cNvGrpSpPr/>
          <p:nvPr/>
        </p:nvGrpSpPr>
        <p:grpSpPr>
          <a:xfrm>
            <a:off x="619325" y="3100621"/>
            <a:ext cx="5102206" cy="1939169"/>
            <a:chOff x="390725" y="2872021"/>
            <a:chExt cx="5102206" cy="1939169"/>
          </a:xfrm>
        </p:grpSpPr>
        <p:sp>
          <p:nvSpPr>
            <p:cNvPr id="78" name="Google Shape;78;p16"/>
            <p:cNvSpPr txBox="1"/>
            <p:nvPr/>
          </p:nvSpPr>
          <p:spPr>
            <a:xfrm>
              <a:off x="390725" y="4426500"/>
              <a:ext cx="5102206" cy="3846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sz="1300" i="1" dirty="0">
                  <a:solidFill>
                    <a:schemeClr val="dk2"/>
                  </a:solidFill>
                  <a:latin typeface="Roboto" panose="02000000000000000000" pitchFamily="2" charset="0"/>
                  <a:ea typeface="Roboto" panose="02000000000000000000" pitchFamily="2" charset="0"/>
                  <a:cs typeface="Roboto" panose="02000000000000000000" pitchFamily="2" charset="0"/>
                </a:rPr>
                <a:t>PubMed search: “automated behavioral training rodents”</a:t>
              </a:r>
              <a:endParaRPr sz="1300" i="1" dirty="0">
                <a:solidFill>
                  <a:schemeClr val="dk2"/>
                </a:solidFill>
                <a:latin typeface="Roboto" panose="02000000000000000000" pitchFamily="2" charset="0"/>
                <a:ea typeface="Roboto" panose="02000000000000000000" pitchFamily="2" charset="0"/>
                <a:cs typeface="Roboto" panose="02000000000000000000" pitchFamily="2" charset="0"/>
              </a:endParaRPr>
            </a:p>
          </p:txBody>
        </p:sp>
        <p:sp>
          <p:nvSpPr>
            <p:cNvPr id="81" name="Google Shape;81;p16"/>
            <p:cNvSpPr/>
            <p:nvPr/>
          </p:nvSpPr>
          <p:spPr>
            <a:xfrm>
              <a:off x="904917" y="2872021"/>
              <a:ext cx="1849800" cy="623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grpSp>
        <p:nvGrpSpPr>
          <p:cNvPr id="82" name="Google Shape;82;p16"/>
          <p:cNvGrpSpPr/>
          <p:nvPr/>
        </p:nvGrpSpPr>
        <p:grpSpPr>
          <a:xfrm>
            <a:off x="390725" y="1145851"/>
            <a:ext cx="2130600" cy="1474924"/>
            <a:chOff x="390725" y="1145851"/>
            <a:chExt cx="2130600" cy="1474924"/>
          </a:xfrm>
        </p:grpSpPr>
        <p:sp>
          <p:nvSpPr>
            <p:cNvPr id="83" name="Google Shape;83;p16"/>
            <p:cNvSpPr/>
            <p:nvPr/>
          </p:nvSpPr>
          <p:spPr>
            <a:xfrm>
              <a:off x="390725" y="1951775"/>
              <a:ext cx="2130600" cy="669000"/>
            </a:xfrm>
            <a:prstGeom prst="homePlate">
              <a:avLst>
                <a:gd name="adj" fmla="val 50000"/>
              </a:avLst>
            </a:prstGeom>
            <a:solidFill>
              <a:srgbClr val="625C7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ca" dirty="0">
                  <a:solidFill>
                    <a:srgbClr val="FFFFFF"/>
                  </a:solidFill>
                  <a:latin typeface="Roboto"/>
                  <a:ea typeface="Roboto"/>
                  <a:cs typeface="Roboto"/>
                  <a:sym typeface="Roboto"/>
                </a:rPr>
                <a:t>Manual training</a:t>
              </a:r>
              <a:endParaRPr dirty="0">
                <a:solidFill>
                  <a:srgbClr val="FFFFFF"/>
                </a:solidFill>
                <a:latin typeface="Roboto"/>
                <a:ea typeface="Roboto"/>
                <a:cs typeface="Roboto"/>
                <a:sym typeface="Roboto"/>
              </a:endParaRPr>
            </a:p>
          </p:txBody>
        </p:sp>
        <p:pic>
          <p:nvPicPr>
            <p:cNvPr id="84" name="Google Shape;84;p16" title="Screenshot from 2025-06-27 01-39-29.png"/>
            <p:cNvPicPr preferRelativeResize="0"/>
            <p:nvPr/>
          </p:nvPicPr>
          <p:blipFill>
            <a:blip r:embed="rId3">
              <a:alphaModFix/>
            </a:blip>
            <a:stretch>
              <a:fillRect/>
            </a:stretch>
          </p:blipFill>
          <p:spPr>
            <a:xfrm>
              <a:off x="1011241" y="1145851"/>
              <a:ext cx="752367" cy="747801"/>
            </a:xfrm>
            <a:prstGeom prst="rect">
              <a:avLst/>
            </a:prstGeom>
            <a:noFill/>
            <a:ln>
              <a:noFill/>
            </a:ln>
          </p:spPr>
        </p:pic>
      </p:grpSp>
      <p:grpSp>
        <p:nvGrpSpPr>
          <p:cNvPr id="85" name="Google Shape;85;p16"/>
          <p:cNvGrpSpPr/>
          <p:nvPr/>
        </p:nvGrpSpPr>
        <p:grpSpPr>
          <a:xfrm>
            <a:off x="6265600" y="1051875"/>
            <a:ext cx="2878209" cy="4016375"/>
            <a:chOff x="6265600" y="747075"/>
            <a:chExt cx="2878209" cy="4016375"/>
          </a:xfrm>
        </p:grpSpPr>
        <p:grpSp>
          <p:nvGrpSpPr>
            <p:cNvPr id="86" name="Google Shape;86;p16"/>
            <p:cNvGrpSpPr/>
            <p:nvPr/>
          </p:nvGrpSpPr>
          <p:grpSpPr>
            <a:xfrm>
              <a:off x="6265600" y="1646975"/>
              <a:ext cx="2878209" cy="3116475"/>
              <a:chOff x="6054547" y="1265975"/>
              <a:chExt cx="2678400" cy="3116475"/>
            </a:xfrm>
          </p:grpSpPr>
          <p:sp>
            <p:nvSpPr>
              <p:cNvPr id="87" name="Google Shape;87;p16"/>
              <p:cNvSpPr/>
              <p:nvPr/>
            </p:nvSpPr>
            <p:spPr>
              <a:xfrm>
                <a:off x="6294132" y="1265975"/>
                <a:ext cx="2213400" cy="669000"/>
              </a:xfrm>
              <a:prstGeom prst="chevron">
                <a:avLst>
                  <a:gd name="adj" fmla="val 50000"/>
                </a:avLst>
              </a:prstGeom>
              <a:solidFill>
                <a:srgbClr val="E8E5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ca" dirty="0">
                    <a:solidFill>
                      <a:srgbClr val="999999"/>
                    </a:solidFill>
                    <a:latin typeface="Roboto"/>
                    <a:ea typeface="Roboto"/>
                    <a:cs typeface="Roboto"/>
                    <a:sym typeface="Roboto"/>
                  </a:rPr>
                  <a:t>24/7 continuous training</a:t>
                </a:r>
                <a:endParaRPr dirty="0">
                  <a:solidFill>
                    <a:srgbClr val="999999"/>
                  </a:solidFill>
                  <a:latin typeface="Roboto"/>
                  <a:ea typeface="Roboto"/>
                  <a:cs typeface="Roboto"/>
                  <a:sym typeface="Roboto"/>
                </a:endParaRPr>
              </a:p>
            </p:txBody>
          </p:sp>
          <p:sp>
            <p:nvSpPr>
              <p:cNvPr id="88" name="Google Shape;88;p16"/>
              <p:cNvSpPr txBox="1"/>
              <p:nvPr/>
            </p:nvSpPr>
            <p:spPr>
              <a:xfrm>
                <a:off x="6054547" y="2031950"/>
                <a:ext cx="2678400" cy="23505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Font typeface="Roboto"/>
                  <a:buChar char="●"/>
                </a:pPr>
                <a:r>
                  <a:rPr lang="ca" sz="1300" b="1" dirty="0">
                    <a:solidFill>
                      <a:schemeClr val="dk1"/>
                    </a:solidFill>
                    <a:latin typeface="Roboto"/>
                    <a:ea typeface="Roboto"/>
                    <a:cs typeface="Roboto"/>
                    <a:sym typeface="Roboto"/>
                  </a:rPr>
                  <a:t>No human intervention</a:t>
                </a:r>
                <a:endParaRPr sz="1300" b="1" dirty="0">
                  <a:solidFill>
                    <a:schemeClr val="dk1"/>
                  </a:solidFill>
                  <a:latin typeface="Roboto"/>
                  <a:ea typeface="Roboto"/>
                  <a:cs typeface="Roboto"/>
                  <a:sym typeface="Roboto"/>
                </a:endParaRPr>
              </a:p>
              <a:p>
                <a:pPr marL="457200" lvl="0" indent="-311150" algn="l" rtl="0">
                  <a:lnSpc>
                    <a:spcPct val="115000"/>
                  </a:lnSpc>
                  <a:spcBef>
                    <a:spcPts val="0"/>
                  </a:spcBef>
                  <a:spcAft>
                    <a:spcPts val="0"/>
                  </a:spcAft>
                  <a:buClr>
                    <a:schemeClr val="dk1"/>
                  </a:buClr>
                  <a:buSzPts val="1300"/>
                  <a:buFont typeface="Roboto"/>
                  <a:buChar char="●"/>
                </a:pPr>
                <a:r>
                  <a:rPr lang="ca" sz="1300" b="1" dirty="0">
                    <a:solidFill>
                      <a:schemeClr val="dk1"/>
                    </a:solidFill>
                    <a:latin typeface="Roboto"/>
                    <a:ea typeface="Roboto"/>
                    <a:cs typeface="Roboto"/>
                    <a:sym typeface="Roboto"/>
                  </a:rPr>
                  <a:t>Increased animal welfare</a:t>
                </a:r>
                <a:endParaRPr sz="1300" b="1" dirty="0">
                  <a:solidFill>
                    <a:schemeClr val="dk1"/>
                  </a:solidFill>
                  <a:latin typeface="Roboto"/>
                  <a:ea typeface="Roboto"/>
                  <a:cs typeface="Roboto"/>
                  <a:sym typeface="Roboto"/>
                </a:endParaRPr>
              </a:p>
              <a:p>
                <a:pPr marL="457200" lvl="0" indent="-311150" algn="l" rtl="0">
                  <a:lnSpc>
                    <a:spcPct val="115000"/>
                  </a:lnSpc>
                  <a:spcBef>
                    <a:spcPts val="0"/>
                  </a:spcBef>
                  <a:spcAft>
                    <a:spcPts val="0"/>
                  </a:spcAft>
                  <a:buClr>
                    <a:schemeClr val="dk1"/>
                  </a:buClr>
                  <a:buSzPts val="1300"/>
                  <a:buFont typeface="Roboto"/>
                  <a:buChar char="●"/>
                </a:pPr>
                <a:r>
                  <a:rPr lang="ca" sz="1300" b="1" dirty="0">
                    <a:solidFill>
                      <a:schemeClr val="dk1"/>
                    </a:solidFill>
                    <a:latin typeface="Roboto"/>
                    <a:ea typeface="Roboto"/>
                    <a:cs typeface="Roboto"/>
                    <a:sym typeface="Roboto"/>
                  </a:rPr>
                  <a:t>Cost-effective</a:t>
                </a:r>
                <a:endParaRPr sz="1300" b="1" dirty="0">
                  <a:latin typeface="Roboto"/>
                  <a:ea typeface="Roboto"/>
                  <a:cs typeface="Roboto"/>
                  <a:sym typeface="Roboto"/>
                </a:endParaRPr>
              </a:p>
            </p:txBody>
          </p:sp>
        </p:grpSp>
        <p:pic>
          <p:nvPicPr>
            <p:cNvPr id="89" name="Google Shape;89;p16" title="Screenshot from 2025-06-27 01-40-05.png"/>
            <p:cNvPicPr preferRelativeResize="0"/>
            <p:nvPr/>
          </p:nvPicPr>
          <p:blipFill>
            <a:blip r:embed="rId4">
              <a:alphaModFix/>
            </a:blip>
            <a:stretch>
              <a:fillRect/>
            </a:stretch>
          </p:blipFill>
          <p:spPr>
            <a:xfrm>
              <a:off x="7012431" y="747075"/>
              <a:ext cx="1384538" cy="865750"/>
            </a:xfrm>
            <a:prstGeom prst="rect">
              <a:avLst/>
            </a:prstGeom>
            <a:noFill/>
            <a:ln>
              <a:noFill/>
            </a:ln>
          </p:spPr>
        </p:pic>
      </p:grpSp>
      <p:grpSp>
        <p:nvGrpSpPr>
          <p:cNvPr id="90" name="Google Shape;90;p16"/>
          <p:cNvGrpSpPr/>
          <p:nvPr/>
        </p:nvGrpSpPr>
        <p:grpSpPr>
          <a:xfrm>
            <a:off x="4375859" y="855850"/>
            <a:ext cx="2702841" cy="4212400"/>
            <a:chOff x="4375859" y="551050"/>
            <a:chExt cx="2702841" cy="4212400"/>
          </a:xfrm>
        </p:grpSpPr>
        <p:grpSp>
          <p:nvGrpSpPr>
            <p:cNvPr id="91" name="Google Shape;91;p16"/>
            <p:cNvGrpSpPr/>
            <p:nvPr/>
          </p:nvGrpSpPr>
          <p:grpSpPr>
            <a:xfrm>
              <a:off x="4375859" y="1646975"/>
              <a:ext cx="2702841" cy="3116475"/>
              <a:chOff x="4437744" y="1265975"/>
              <a:chExt cx="2266343" cy="3116475"/>
            </a:xfrm>
          </p:grpSpPr>
          <p:sp>
            <p:nvSpPr>
              <p:cNvPr id="92" name="Google Shape;92;p16"/>
              <p:cNvSpPr/>
              <p:nvPr/>
            </p:nvSpPr>
            <p:spPr>
              <a:xfrm>
                <a:off x="4437744" y="1265975"/>
                <a:ext cx="2059500" cy="669000"/>
              </a:xfrm>
              <a:prstGeom prst="chevron">
                <a:avLst>
                  <a:gd name="adj" fmla="val 50000"/>
                </a:avLst>
              </a:prstGeom>
              <a:solidFill>
                <a:srgbClr val="C9C3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ca" dirty="0">
                    <a:solidFill>
                      <a:srgbClr val="FFFFFF"/>
                    </a:solidFill>
                    <a:latin typeface="Roboto"/>
                    <a:ea typeface="Roboto"/>
                    <a:cs typeface="Roboto"/>
                    <a:sym typeface="Roboto"/>
                  </a:rPr>
                  <a:t>Parallelized training </a:t>
                </a:r>
                <a:endParaRPr dirty="0">
                  <a:solidFill>
                    <a:srgbClr val="FFFFFF"/>
                  </a:solidFill>
                  <a:latin typeface="Roboto"/>
                  <a:ea typeface="Roboto"/>
                  <a:cs typeface="Roboto"/>
                  <a:sym typeface="Roboto"/>
                </a:endParaRPr>
              </a:p>
            </p:txBody>
          </p:sp>
          <p:sp>
            <p:nvSpPr>
              <p:cNvPr id="93" name="Google Shape;93;p16"/>
              <p:cNvSpPr txBox="1"/>
              <p:nvPr/>
            </p:nvSpPr>
            <p:spPr>
              <a:xfrm>
                <a:off x="4489487" y="2031950"/>
                <a:ext cx="2214600" cy="23505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Font typeface="Roboto"/>
                  <a:buChar char="●"/>
                </a:pPr>
                <a:r>
                  <a:rPr lang="ca" sz="1300" b="1">
                    <a:solidFill>
                      <a:schemeClr val="dk1"/>
                    </a:solidFill>
                    <a:latin typeface="Roboto"/>
                    <a:ea typeface="Roboto"/>
                    <a:cs typeface="Roboto"/>
                    <a:sym typeface="Roboto"/>
                  </a:rPr>
                  <a:t>Time reduced</a:t>
                </a:r>
                <a:r>
                  <a:rPr lang="ca" sz="1300">
                    <a:solidFill>
                      <a:schemeClr val="dk1"/>
                    </a:solidFill>
                    <a:latin typeface="Roboto"/>
                    <a:ea typeface="Roboto"/>
                    <a:cs typeface="Roboto"/>
                    <a:sym typeface="Roboto"/>
                  </a:rPr>
                  <a:t> </a:t>
                </a:r>
                <a:endParaRPr sz="1100" dirty="0">
                  <a:latin typeface="Roboto"/>
                  <a:ea typeface="Roboto"/>
                  <a:cs typeface="Roboto"/>
                  <a:sym typeface="Roboto"/>
                </a:endParaRPr>
              </a:p>
            </p:txBody>
          </p:sp>
        </p:grpSp>
        <p:pic>
          <p:nvPicPr>
            <p:cNvPr id="94" name="Google Shape;94;p16" title="Screenshot from 2025-06-27 01-39-46.png"/>
            <p:cNvPicPr preferRelativeResize="0"/>
            <p:nvPr/>
          </p:nvPicPr>
          <p:blipFill>
            <a:blip r:embed="rId5">
              <a:alphaModFix/>
            </a:blip>
            <a:stretch>
              <a:fillRect/>
            </a:stretch>
          </p:blipFill>
          <p:spPr>
            <a:xfrm>
              <a:off x="4659007" y="747075"/>
              <a:ext cx="802187" cy="865749"/>
            </a:xfrm>
            <a:prstGeom prst="rect">
              <a:avLst/>
            </a:prstGeom>
            <a:noFill/>
            <a:ln>
              <a:noFill/>
            </a:ln>
          </p:spPr>
        </p:pic>
        <p:pic>
          <p:nvPicPr>
            <p:cNvPr id="95" name="Google Shape;95;p16" title="Screenshot from 2025-06-27 01-39-46.png"/>
            <p:cNvPicPr preferRelativeResize="0"/>
            <p:nvPr/>
          </p:nvPicPr>
          <p:blipFill>
            <a:blip r:embed="rId5">
              <a:alphaModFix/>
            </a:blip>
            <a:stretch>
              <a:fillRect/>
            </a:stretch>
          </p:blipFill>
          <p:spPr>
            <a:xfrm>
              <a:off x="5013694" y="657075"/>
              <a:ext cx="802187" cy="865749"/>
            </a:xfrm>
            <a:prstGeom prst="rect">
              <a:avLst/>
            </a:prstGeom>
            <a:noFill/>
            <a:ln>
              <a:noFill/>
            </a:ln>
          </p:spPr>
        </p:pic>
        <p:pic>
          <p:nvPicPr>
            <p:cNvPr id="96" name="Google Shape;96;p16" title="Screenshot from 2025-06-27 01-39-46.png"/>
            <p:cNvPicPr preferRelativeResize="0"/>
            <p:nvPr/>
          </p:nvPicPr>
          <p:blipFill>
            <a:blip r:embed="rId5">
              <a:alphaModFix/>
            </a:blip>
            <a:stretch>
              <a:fillRect/>
            </a:stretch>
          </p:blipFill>
          <p:spPr>
            <a:xfrm>
              <a:off x="5374932" y="551050"/>
              <a:ext cx="802187" cy="865749"/>
            </a:xfrm>
            <a:prstGeom prst="rect">
              <a:avLst/>
            </a:prstGeom>
            <a:noFill/>
            <a:ln>
              <a:noFill/>
            </a:ln>
          </p:spPr>
        </p:pic>
      </p:grpSp>
      <p:grpSp>
        <p:nvGrpSpPr>
          <p:cNvPr id="97" name="Google Shape;97;p16"/>
          <p:cNvGrpSpPr/>
          <p:nvPr/>
        </p:nvGrpSpPr>
        <p:grpSpPr>
          <a:xfrm>
            <a:off x="2199375" y="1051875"/>
            <a:ext cx="2605833" cy="4016375"/>
            <a:chOff x="2199375" y="747075"/>
            <a:chExt cx="2605833" cy="4016375"/>
          </a:xfrm>
        </p:grpSpPr>
        <p:grpSp>
          <p:nvGrpSpPr>
            <p:cNvPr id="98" name="Google Shape;98;p16"/>
            <p:cNvGrpSpPr/>
            <p:nvPr/>
          </p:nvGrpSpPr>
          <p:grpSpPr>
            <a:xfrm>
              <a:off x="2199375" y="1646975"/>
              <a:ext cx="2605833" cy="3116475"/>
              <a:chOff x="2541047" y="1265975"/>
              <a:chExt cx="2301160" cy="3116475"/>
            </a:xfrm>
          </p:grpSpPr>
          <p:sp>
            <p:nvSpPr>
              <p:cNvPr id="99" name="Google Shape;99;p16"/>
              <p:cNvSpPr/>
              <p:nvPr/>
            </p:nvSpPr>
            <p:spPr>
              <a:xfrm>
                <a:off x="2541047" y="1265975"/>
                <a:ext cx="2205600" cy="669000"/>
              </a:xfrm>
              <a:prstGeom prst="chevron">
                <a:avLst>
                  <a:gd name="adj" fmla="val 50000"/>
                </a:avLst>
              </a:prstGeom>
              <a:solidFill>
                <a:srgbClr val="A39AB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ca">
                    <a:solidFill>
                      <a:schemeClr val="lt1"/>
                    </a:solidFill>
                    <a:latin typeface="Roboto"/>
                    <a:ea typeface="Roboto"/>
                    <a:cs typeface="Roboto"/>
                    <a:sym typeface="Roboto"/>
                  </a:rPr>
                  <a:t>Automatic training </a:t>
                </a:r>
                <a:endParaRPr dirty="0">
                  <a:solidFill>
                    <a:srgbClr val="FFFFFF"/>
                  </a:solidFill>
                  <a:latin typeface="Roboto"/>
                  <a:ea typeface="Roboto"/>
                  <a:cs typeface="Roboto"/>
                  <a:sym typeface="Roboto"/>
                </a:endParaRPr>
              </a:p>
            </p:txBody>
          </p:sp>
          <p:sp>
            <p:nvSpPr>
              <p:cNvPr id="100" name="Google Shape;100;p16"/>
              <p:cNvSpPr txBox="1"/>
              <p:nvPr/>
            </p:nvSpPr>
            <p:spPr>
              <a:xfrm>
                <a:off x="2636606" y="2031950"/>
                <a:ext cx="2205600" cy="23505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Font typeface="Roboto"/>
                  <a:buChar char="●"/>
                </a:pPr>
                <a:r>
                  <a:rPr lang="ca" sz="1300" b="1" dirty="0">
                    <a:solidFill>
                      <a:schemeClr val="dk1"/>
                    </a:solidFill>
                    <a:latin typeface="Roboto"/>
                    <a:ea typeface="Roboto"/>
                    <a:cs typeface="Roboto"/>
                    <a:sym typeface="Roboto"/>
                  </a:rPr>
                  <a:t>Reproducibility</a:t>
                </a:r>
                <a:endParaRPr sz="1300" b="1" dirty="0">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sz="1300" dirty="0">
                  <a:latin typeface="Roboto"/>
                  <a:ea typeface="Roboto"/>
                  <a:cs typeface="Roboto"/>
                  <a:sym typeface="Roboto"/>
                </a:endParaRPr>
              </a:p>
            </p:txBody>
          </p:sp>
        </p:grpSp>
        <p:pic>
          <p:nvPicPr>
            <p:cNvPr id="101" name="Google Shape;101;p16" title="Screenshot from 2025-06-27 01-39-46.png"/>
            <p:cNvPicPr preferRelativeResize="0"/>
            <p:nvPr/>
          </p:nvPicPr>
          <p:blipFill>
            <a:blip r:embed="rId5">
              <a:alphaModFix/>
            </a:blip>
            <a:stretch>
              <a:fillRect/>
            </a:stretch>
          </p:blipFill>
          <p:spPr>
            <a:xfrm>
              <a:off x="3014957" y="747075"/>
              <a:ext cx="802187" cy="865749"/>
            </a:xfrm>
            <a:prstGeom prst="rect">
              <a:avLst/>
            </a:prstGeom>
            <a:noFill/>
            <a:ln>
              <a:noFill/>
            </a:ln>
          </p:spPr>
        </p:pic>
      </p:grpSp>
      <p:grpSp>
        <p:nvGrpSpPr>
          <p:cNvPr id="6" name="Group 5">
            <a:extLst>
              <a:ext uri="{FF2B5EF4-FFF2-40B4-BE49-F238E27FC236}">
                <a16:creationId xmlns:a16="http://schemas.microsoft.com/office/drawing/2014/main" id="{943EC7CA-83E1-0A67-321F-6A361AD1C562}"/>
              </a:ext>
            </a:extLst>
          </p:cNvPr>
          <p:cNvGrpSpPr/>
          <p:nvPr/>
        </p:nvGrpSpPr>
        <p:grpSpPr>
          <a:xfrm>
            <a:off x="1196558" y="3100621"/>
            <a:ext cx="2510814" cy="1613388"/>
            <a:chOff x="1196558" y="3100621"/>
            <a:chExt cx="2510814" cy="1613388"/>
          </a:xfrm>
        </p:grpSpPr>
        <p:pic>
          <p:nvPicPr>
            <p:cNvPr id="4" name="Picture 3">
              <a:extLst>
                <a:ext uri="{FF2B5EF4-FFF2-40B4-BE49-F238E27FC236}">
                  <a16:creationId xmlns:a16="http://schemas.microsoft.com/office/drawing/2014/main" id="{CAC9D0D8-99D4-F68A-1BA7-11E672B28444}"/>
                </a:ext>
              </a:extLst>
            </p:cNvPr>
            <p:cNvPicPr>
              <a:picLocks noChangeAspect="1"/>
            </p:cNvPicPr>
            <p:nvPr/>
          </p:nvPicPr>
          <p:blipFill>
            <a:blip r:embed="rId6"/>
            <a:stretch>
              <a:fillRect/>
            </a:stretch>
          </p:blipFill>
          <p:spPr>
            <a:xfrm>
              <a:off x="1255388" y="3224390"/>
              <a:ext cx="2451984" cy="1489619"/>
            </a:xfrm>
            <a:prstGeom prst="rect">
              <a:avLst/>
            </a:prstGeom>
          </p:spPr>
        </p:pic>
        <p:sp>
          <p:nvSpPr>
            <p:cNvPr id="5" name="Rectangle 4">
              <a:extLst>
                <a:ext uri="{FF2B5EF4-FFF2-40B4-BE49-F238E27FC236}">
                  <a16:creationId xmlns:a16="http://schemas.microsoft.com/office/drawing/2014/main" id="{38C27876-FDE5-6ADA-068E-5F5CE3BF47C0}"/>
                </a:ext>
              </a:extLst>
            </p:cNvPr>
            <p:cNvSpPr/>
            <p:nvPr/>
          </p:nvSpPr>
          <p:spPr>
            <a:xfrm>
              <a:off x="1196558" y="3100621"/>
              <a:ext cx="1604119" cy="6234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2BAC65A3-6AFA-E18C-30DB-7EA0263A7341}"/>
              </a:ext>
            </a:extLst>
          </p:cNvPr>
          <p:cNvSpPr>
            <a:spLocks noGrp="1"/>
          </p:cNvSpPr>
          <p:nvPr>
            <p:ph type="title"/>
          </p:nvPr>
        </p:nvSpPr>
        <p:spPr/>
        <p:txBody>
          <a:bodyPr>
            <a:normAutofit fontScale="90000"/>
          </a:bodyPr>
          <a:lstStyle/>
          <a:p>
            <a:pPr algn="ctr"/>
            <a:r>
              <a:rPr lang="ca" b="1" dirty="0">
                <a:latin typeface="Roboto" panose="02000000000000000000" pitchFamily="2" charset="0"/>
                <a:ea typeface="Roboto" panose="02000000000000000000" pitchFamily="2" charset="0"/>
                <a:cs typeface="Roboto" panose="02000000000000000000" pitchFamily="2" charset="0"/>
              </a:rPr>
              <a:t>Goals</a:t>
            </a:r>
            <a:endParaRPr lang="en-US" dirty="0"/>
          </a:p>
        </p:txBody>
      </p:sp>
      <p:sp>
        <p:nvSpPr>
          <p:cNvPr id="22" name="Oval 21">
            <a:extLst>
              <a:ext uri="{FF2B5EF4-FFF2-40B4-BE49-F238E27FC236}">
                <a16:creationId xmlns:a16="http://schemas.microsoft.com/office/drawing/2014/main" id="{0CBC0D00-74C9-CE07-1FC3-5CA280898B80}"/>
              </a:ext>
            </a:extLst>
          </p:cNvPr>
          <p:cNvSpPr/>
          <p:nvPr/>
        </p:nvSpPr>
        <p:spPr>
          <a:xfrm>
            <a:off x="703361" y="1585664"/>
            <a:ext cx="1303553" cy="1303553"/>
          </a:xfrm>
          <a:prstGeom prst="ellipse">
            <a:avLst/>
          </a:prstGeom>
          <a:solidFill>
            <a:srgbClr val="C9C3D4"/>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pic>
        <p:nvPicPr>
          <p:cNvPr id="23" name="Picture 22">
            <a:extLst>
              <a:ext uri="{FF2B5EF4-FFF2-40B4-BE49-F238E27FC236}">
                <a16:creationId xmlns:a16="http://schemas.microsoft.com/office/drawing/2014/main" id="{5C02DCA3-5E2C-FA25-E848-35948F02B7AE}"/>
              </a:ext>
            </a:extLst>
          </p:cNvPr>
          <p:cNvPicPr>
            <a:picLocks noChangeAspect="1"/>
          </p:cNvPicPr>
          <p:nvPr/>
        </p:nvPicPr>
        <p:blipFill>
          <a:blip r:embed="rId3"/>
          <a:stretch>
            <a:fillRect/>
          </a:stretch>
        </p:blipFill>
        <p:spPr>
          <a:xfrm>
            <a:off x="1025004" y="1927079"/>
            <a:ext cx="660267" cy="660267"/>
          </a:xfrm>
          <a:prstGeom prst="rect">
            <a:avLst/>
          </a:prstGeom>
        </p:spPr>
      </p:pic>
      <p:sp>
        <p:nvSpPr>
          <p:cNvPr id="24" name="TextBox 23">
            <a:extLst>
              <a:ext uri="{FF2B5EF4-FFF2-40B4-BE49-F238E27FC236}">
                <a16:creationId xmlns:a16="http://schemas.microsoft.com/office/drawing/2014/main" id="{B578ACD8-D3AD-1E3C-8156-91F16CE6C06B}"/>
              </a:ext>
            </a:extLst>
          </p:cNvPr>
          <p:cNvSpPr txBox="1"/>
          <p:nvPr/>
        </p:nvSpPr>
        <p:spPr>
          <a:xfrm>
            <a:off x="538281" y="2889217"/>
            <a:ext cx="1499107" cy="646331"/>
          </a:xfrm>
          <a:prstGeom prst="rect">
            <a:avLst/>
          </a:prstGeom>
          <a:noFill/>
        </p:spPr>
        <p:txBody>
          <a:bodyPr wrap="square" rtlCol="0">
            <a:spAutoFit/>
          </a:bodyPr>
          <a:lstStyle/>
          <a:p>
            <a:pPr algn="ctr"/>
            <a:r>
              <a:rPr lang="es-ES" sz="1800" dirty="0" err="1">
                <a:latin typeface="Roboto" panose="02000000000000000000" pitchFamily="2" charset="0"/>
                <a:ea typeface="Roboto" panose="02000000000000000000" pitchFamily="2" charset="0"/>
                <a:cs typeface="Roboto" panose="02000000000000000000" pitchFamily="2" charset="0"/>
              </a:rPr>
              <a:t>Automated</a:t>
            </a:r>
            <a:r>
              <a:rPr lang="es-ES" sz="1800" dirty="0">
                <a:latin typeface="Roboto" panose="02000000000000000000" pitchFamily="2" charset="0"/>
                <a:ea typeface="Roboto" panose="02000000000000000000" pitchFamily="2" charset="0"/>
                <a:cs typeface="Roboto" panose="02000000000000000000" pitchFamily="2" charset="0"/>
              </a:rPr>
              <a:t> </a:t>
            </a:r>
            <a:r>
              <a:rPr lang="es-ES" sz="1800" dirty="0" err="1">
                <a:latin typeface="Roboto" panose="02000000000000000000" pitchFamily="2" charset="0"/>
                <a:ea typeface="Roboto" panose="02000000000000000000" pitchFamily="2" charset="0"/>
                <a:cs typeface="Roboto" panose="02000000000000000000" pitchFamily="2" charset="0"/>
              </a:rPr>
              <a:t>system</a:t>
            </a:r>
            <a:endParaRPr lang="es-ES" sz="1800" dirty="0">
              <a:latin typeface="Roboto" panose="02000000000000000000" pitchFamily="2" charset="0"/>
              <a:ea typeface="Roboto" panose="02000000000000000000" pitchFamily="2" charset="0"/>
              <a:cs typeface="Roboto" panose="02000000000000000000" pitchFamily="2" charset="0"/>
            </a:endParaRPr>
          </a:p>
        </p:txBody>
      </p:sp>
      <p:sp>
        <p:nvSpPr>
          <p:cNvPr id="25" name="Oval 24">
            <a:extLst>
              <a:ext uri="{FF2B5EF4-FFF2-40B4-BE49-F238E27FC236}">
                <a16:creationId xmlns:a16="http://schemas.microsoft.com/office/drawing/2014/main" id="{1D72C93C-810A-CECC-CAFB-8B4E75A9F7CB}"/>
              </a:ext>
            </a:extLst>
          </p:cNvPr>
          <p:cNvSpPr/>
          <p:nvPr/>
        </p:nvSpPr>
        <p:spPr>
          <a:xfrm>
            <a:off x="2853091" y="1585664"/>
            <a:ext cx="1303553" cy="1303553"/>
          </a:xfrm>
          <a:prstGeom prst="ellipse">
            <a:avLst/>
          </a:prstGeom>
          <a:solidFill>
            <a:srgbClr val="C9C3D4"/>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26" name="Group 25">
            <a:extLst>
              <a:ext uri="{FF2B5EF4-FFF2-40B4-BE49-F238E27FC236}">
                <a16:creationId xmlns:a16="http://schemas.microsoft.com/office/drawing/2014/main" id="{AD442736-C3FB-2AA1-6714-76BF127AF19E}"/>
              </a:ext>
            </a:extLst>
          </p:cNvPr>
          <p:cNvGrpSpPr/>
          <p:nvPr/>
        </p:nvGrpSpPr>
        <p:grpSpPr>
          <a:xfrm>
            <a:off x="3265214" y="1712475"/>
            <a:ext cx="733321" cy="885719"/>
            <a:chOff x="7616381" y="468552"/>
            <a:chExt cx="1216979" cy="1469890"/>
          </a:xfrm>
        </p:grpSpPr>
        <p:pic>
          <p:nvPicPr>
            <p:cNvPr id="27" name="Picture 26">
              <a:extLst>
                <a:ext uri="{FF2B5EF4-FFF2-40B4-BE49-F238E27FC236}">
                  <a16:creationId xmlns:a16="http://schemas.microsoft.com/office/drawing/2014/main" id="{1E172190-5656-1061-3D1C-DDA73F64211D}"/>
                </a:ext>
              </a:extLst>
            </p:cNvPr>
            <p:cNvPicPr>
              <a:picLocks noChangeAspect="1"/>
            </p:cNvPicPr>
            <p:nvPr/>
          </p:nvPicPr>
          <p:blipFill>
            <a:blip r:embed="rId4"/>
            <a:stretch>
              <a:fillRect/>
            </a:stretch>
          </p:blipFill>
          <p:spPr>
            <a:xfrm>
              <a:off x="8231481" y="1336560"/>
              <a:ext cx="601879" cy="601882"/>
            </a:xfrm>
            <a:prstGeom prst="rect">
              <a:avLst/>
            </a:prstGeom>
          </p:spPr>
        </p:pic>
        <p:pic>
          <p:nvPicPr>
            <p:cNvPr id="28" name="Picture 27">
              <a:extLst>
                <a:ext uri="{FF2B5EF4-FFF2-40B4-BE49-F238E27FC236}">
                  <a16:creationId xmlns:a16="http://schemas.microsoft.com/office/drawing/2014/main" id="{E12CD0F0-86F5-AFE0-25DC-CC8B35DFD739}"/>
                </a:ext>
              </a:extLst>
            </p:cNvPr>
            <p:cNvPicPr>
              <a:picLocks noChangeAspect="1"/>
            </p:cNvPicPr>
            <p:nvPr/>
          </p:nvPicPr>
          <p:blipFill>
            <a:blip r:embed="rId5"/>
            <a:stretch>
              <a:fillRect/>
            </a:stretch>
          </p:blipFill>
          <p:spPr>
            <a:xfrm>
              <a:off x="7616381" y="468552"/>
              <a:ext cx="909334" cy="909336"/>
            </a:xfrm>
            <a:prstGeom prst="rect">
              <a:avLst/>
            </a:prstGeom>
          </p:spPr>
        </p:pic>
      </p:grpSp>
      <p:pic>
        <p:nvPicPr>
          <p:cNvPr id="29" name="Picture 28">
            <a:extLst>
              <a:ext uri="{FF2B5EF4-FFF2-40B4-BE49-F238E27FC236}">
                <a16:creationId xmlns:a16="http://schemas.microsoft.com/office/drawing/2014/main" id="{58211EA5-5343-1507-7EB2-901F8C3B87E5}"/>
              </a:ext>
            </a:extLst>
          </p:cNvPr>
          <p:cNvPicPr>
            <a:picLocks noChangeAspect="1"/>
          </p:cNvPicPr>
          <p:nvPr/>
        </p:nvPicPr>
        <p:blipFill>
          <a:blip r:embed="rId6">
            <a:extLst>
              <a:ext uri="{28A0092B-C50C-407E-A947-70E740481C1C}">
                <a14:useLocalDpi xmlns:a14="http://schemas.microsoft.com/office/drawing/2010/main" val="0"/>
              </a:ext>
            </a:extLst>
          </a:blip>
          <a:srcRect t="40258"/>
          <a:stretch>
            <a:fillRect/>
          </a:stretch>
        </p:blipFill>
        <p:spPr>
          <a:xfrm flipH="1">
            <a:off x="2988301" y="2371817"/>
            <a:ext cx="381275" cy="227780"/>
          </a:xfrm>
          <a:prstGeom prst="rect">
            <a:avLst/>
          </a:prstGeom>
        </p:spPr>
      </p:pic>
      <p:sp>
        <p:nvSpPr>
          <p:cNvPr id="30" name="Arrow: Left-Right 29">
            <a:extLst>
              <a:ext uri="{FF2B5EF4-FFF2-40B4-BE49-F238E27FC236}">
                <a16:creationId xmlns:a16="http://schemas.microsoft.com/office/drawing/2014/main" id="{5BAE5F06-8AB5-1910-73A4-29D6EA2B6649}"/>
              </a:ext>
            </a:extLst>
          </p:cNvPr>
          <p:cNvSpPr/>
          <p:nvPr/>
        </p:nvSpPr>
        <p:spPr>
          <a:xfrm rot="18417617">
            <a:off x="3216284" y="2242683"/>
            <a:ext cx="145490" cy="45719"/>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3027A418-F1B8-1962-CCC0-CC2052D0275C}"/>
              </a:ext>
            </a:extLst>
          </p:cNvPr>
          <p:cNvSpPr/>
          <p:nvPr/>
        </p:nvSpPr>
        <p:spPr>
          <a:xfrm>
            <a:off x="5196072" y="1585664"/>
            <a:ext cx="1303553" cy="1303553"/>
          </a:xfrm>
          <a:prstGeom prst="ellipse">
            <a:avLst/>
          </a:prstGeom>
          <a:solidFill>
            <a:srgbClr val="C9C3D4"/>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2" name="TextBox 31">
            <a:extLst>
              <a:ext uri="{FF2B5EF4-FFF2-40B4-BE49-F238E27FC236}">
                <a16:creationId xmlns:a16="http://schemas.microsoft.com/office/drawing/2014/main" id="{F6834DAE-56EB-9E8B-068C-F022C4A4C1B5}"/>
              </a:ext>
            </a:extLst>
          </p:cNvPr>
          <p:cNvSpPr txBox="1"/>
          <p:nvPr/>
        </p:nvSpPr>
        <p:spPr>
          <a:xfrm>
            <a:off x="2768046" y="2889217"/>
            <a:ext cx="1590420" cy="646331"/>
          </a:xfrm>
          <a:prstGeom prst="rect">
            <a:avLst/>
          </a:prstGeom>
          <a:noFill/>
        </p:spPr>
        <p:txBody>
          <a:bodyPr wrap="square" rtlCol="0">
            <a:spAutoFit/>
          </a:bodyPr>
          <a:lstStyle/>
          <a:p>
            <a:pPr algn="ctr"/>
            <a:r>
              <a:rPr lang="es-ES" sz="1800" dirty="0" err="1">
                <a:latin typeface="Roboto" panose="02000000000000000000" pitchFamily="2" charset="0"/>
                <a:ea typeface="Roboto" panose="02000000000000000000" pitchFamily="2" charset="0"/>
                <a:cs typeface="Roboto" panose="02000000000000000000" pitchFamily="2" charset="0"/>
              </a:rPr>
              <a:t>Translational</a:t>
            </a:r>
            <a:r>
              <a:rPr lang="es-ES" sz="1800" dirty="0">
                <a:latin typeface="Roboto" panose="02000000000000000000" pitchFamily="2" charset="0"/>
                <a:ea typeface="Roboto" panose="02000000000000000000" pitchFamily="2" charset="0"/>
                <a:cs typeface="Roboto" panose="02000000000000000000" pitchFamily="2" charset="0"/>
              </a:rPr>
              <a:t> </a:t>
            </a:r>
            <a:r>
              <a:rPr lang="es-ES" sz="1800" dirty="0" err="1">
                <a:latin typeface="Roboto" panose="02000000000000000000" pitchFamily="2" charset="0"/>
                <a:ea typeface="Roboto" panose="02000000000000000000" pitchFamily="2" charset="0"/>
                <a:cs typeface="Roboto" panose="02000000000000000000" pitchFamily="2" charset="0"/>
              </a:rPr>
              <a:t>validity</a:t>
            </a:r>
            <a:endParaRPr lang="es-ES" sz="1800" dirty="0">
              <a:latin typeface="Roboto" panose="02000000000000000000" pitchFamily="2" charset="0"/>
              <a:ea typeface="Roboto" panose="02000000000000000000" pitchFamily="2" charset="0"/>
              <a:cs typeface="Roboto" panose="02000000000000000000" pitchFamily="2" charset="0"/>
            </a:endParaRPr>
          </a:p>
        </p:txBody>
      </p:sp>
      <p:sp>
        <p:nvSpPr>
          <p:cNvPr id="33" name="TextBox 32">
            <a:extLst>
              <a:ext uri="{FF2B5EF4-FFF2-40B4-BE49-F238E27FC236}">
                <a16:creationId xmlns:a16="http://schemas.microsoft.com/office/drawing/2014/main" id="{51DE0FD8-4D6B-6BB6-BF03-A02D9E0D489F}"/>
              </a:ext>
            </a:extLst>
          </p:cNvPr>
          <p:cNvSpPr txBox="1"/>
          <p:nvPr/>
        </p:nvSpPr>
        <p:spPr>
          <a:xfrm>
            <a:off x="4908951" y="2887482"/>
            <a:ext cx="1837856" cy="646331"/>
          </a:xfrm>
          <a:prstGeom prst="rect">
            <a:avLst/>
          </a:prstGeom>
          <a:noFill/>
        </p:spPr>
        <p:txBody>
          <a:bodyPr wrap="square" rtlCol="0">
            <a:spAutoFit/>
          </a:bodyPr>
          <a:lstStyle/>
          <a:p>
            <a:pPr algn="ctr"/>
            <a:r>
              <a:rPr lang="es-ES" sz="1800" dirty="0" err="1">
                <a:latin typeface="Roboto" panose="02000000000000000000" pitchFamily="2" charset="0"/>
                <a:ea typeface="Roboto" panose="02000000000000000000" pitchFamily="2" charset="0"/>
                <a:cs typeface="Roboto" panose="02000000000000000000" pitchFamily="2" charset="0"/>
              </a:rPr>
              <a:t>Modularity</a:t>
            </a:r>
            <a:r>
              <a:rPr lang="es-ES" sz="1800" dirty="0">
                <a:latin typeface="Roboto" panose="02000000000000000000" pitchFamily="2" charset="0"/>
                <a:ea typeface="Roboto" panose="02000000000000000000" pitchFamily="2" charset="0"/>
                <a:cs typeface="Roboto" panose="02000000000000000000" pitchFamily="2" charset="0"/>
              </a:rPr>
              <a:t> and </a:t>
            </a:r>
            <a:r>
              <a:rPr lang="es-ES" sz="1800" dirty="0" err="1">
                <a:latin typeface="Roboto" panose="02000000000000000000" pitchFamily="2" charset="0"/>
                <a:ea typeface="Roboto" panose="02000000000000000000" pitchFamily="2" charset="0"/>
                <a:cs typeface="Roboto" panose="02000000000000000000" pitchFamily="2" charset="0"/>
              </a:rPr>
              <a:t>versatility</a:t>
            </a:r>
            <a:endParaRPr lang="es-ES" sz="1800" dirty="0">
              <a:latin typeface="Roboto" panose="02000000000000000000" pitchFamily="2" charset="0"/>
              <a:ea typeface="Roboto" panose="02000000000000000000" pitchFamily="2" charset="0"/>
              <a:cs typeface="Roboto" panose="02000000000000000000" pitchFamily="2" charset="0"/>
            </a:endParaRPr>
          </a:p>
        </p:txBody>
      </p:sp>
      <p:sp>
        <p:nvSpPr>
          <p:cNvPr id="34" name="TextBox 33">
            <a:extLst>
              <a:ext uri="{FF2B5EF4-FFF2-40B4-BE49-F238E27FC236}">
                <a16:creationId xmlns:a16="http://schemas.microsoft.com/office/drawing/2014/main" id="{EA074005-813B-49C9-6048-9B40C83168E4}"/>
              </a:ext>
            </a:extLst>
          </p:cNvPr>
          <p:cNvSpPr txBox="1"/>
          <p:nvPr/>
        </p:nvSpPr>
        <p:spPr>
          <a:xfrm>
            <a:off x="7254645" y="2894749"/>
            <a:ext cx="1837857" cy="369332"/>
          </a:xfrm>
          <a:prstGeom prst="rect">
            <a:avLst/>
          </a:prstGeom>
          <a:noFill/>
        </p:spPr>
        <p:txBody>
          <a:bodyPr wrap="square" rtlCol="0">
            <a:spAutoFit/>
          </a:bodyPr>
          <a:lstStyle/>
          <a:p>
            <a:pPr algn="ctr"/>
            <a:r>
              <a:rPr lang="es-ES" sz="1800" dirty="0" err="1">
                <a:latin typeface="Roboto" panose="02000000000000000000" pitchFamily="2" charset="0"/>
                <a:ea typeface="Roboto" panose="02000000000000000000" pitchFamily="2" charset="0"/>
                <a:cs typeface="Roboto" panose="02000000000000000000" pitchFamily="2" charset="0"/>
              </a:rPr>
              <a:t>Group</a:t>
            </a:r>
            <a:r>
              <a:rPr lang="es-ES" sz="1800" dirty="0">
                <a:latin typeface="Roboto" panose="02000000000000000000" pitchFamily="2" charset="0"/>
                <a:ea typeface="Roboto" panose="02000000000000000000" pitchFamily="2" charset="0"/>
                <a:cs typeface="Roboto" panose="02000000000000000000" pitchFamily="2" charset="0"/>
              </a:rPr>
              <a:t> </a:t>
            </a:r>
            <a:r>
              <a:rPr lang="es-ES" sz="1800" dirty="0" err="1">
                <a:latin typeface="Roboto" panose="02000000000000000000" pitchFamily="2" charset="0"/>
                <a:ea typeface="Roboto" panose="02000000000000000000" pitchFamily="2" charset="0"/>
                <a:cs typeface="Roboto" panose="02000000000000000000" pitchFamily="2" charset="0"/>
              </a:rPr>
              <a:t>housing</a:t>
            </a:r>
            <a:endParaRPr lang="es-ES" sz="1800" dirty="0">
              <a:latin typeface="Roboto" panose="02000000000000000000" pitchFamily="2" charset="0"/>
              <a:ea typeface="Roboto" panose="02000000000000000000" pitchFamily="2" charset="0"/>
              <a:cs typeface="Roboto" panose="02000000000000000000" pitchFamily="2" charset="0"/>
            </a:endParaRPr>
          </a:p>
        </p:txBody>
      </p:sp>
      <p:sp>
        <p:nvSpPr>
          <p:cNvPr id="35" name="Oval 34">
            <a:extLst>
              <a:ext uri="{FF2B5EF4-FFF2-40B4-BE49-F238E27FC236}">
                <a16:creationId xmlns:a16="http://schemas.microsoft.com/office/drawing/2014/main" id="{555C52C3-07F8-00E4-C296-15439381212F}"/>
              </a:ext>
            </a:extLst>
          </p:cNvPr>
          <p:cNvSpPr/>
          <p:nvPr/>
        </p:nvSpPr>
        <p:spPr>
          <a:xfrm>
            <a:off x="7428543" y="1605436"/>
            <a:ext cx="1303553" cy="1303553"/>
          </a:xfrm>
          <a:prstGeom prst="ellipse">
            <a:avLst/>
          </a:prstGeom>
          <a:solidFill>
            <a:srgbClr val="C9C3D4"/>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pic>
        <p:nvPicPr>
          <p:cNvPr id="36" name="Picture 35">
            <a:extLst>
              <a:ext uri="{FF2B5EF4-FFF2-40B4-BE49-F238E27FC236}">
                <a16:creationId xmlns:a16="http://schemas.microsoft.com/office/drawing/2014/main" id="{2CBA40F9-70C3-AE46-D15F-F1A0138C2B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26073" y="1873022"/>
            <a:ext cx="708493" cy="708493"/>
          </a:xfrm>
          <a:prstGeom prst="rect">
            <a:avLst/>
          </a:prstGeom>
        </p:spPr>
      </p:pic>
      <p:pic>
        <p:nvPicPr>
          <p:cNvPr id="37" name="Picture 36">
            <a:extLst>
              <a:ext uri="{FF2B5EF4-FFF2-40B4-BE49-F238E27FC236}">
                <a16:creationId xmlns:a16="http://schemas.microsoft.com/office/drawing/2014/main" id="{9539268C-CC50-0D0D-EA14-34F1EAE1DED9}"/>
              </a:ext>
            </a:extLst>
          </p:cNvPr>
          <p:cNvPicPr>
            <a:picLocks noChangeAspect="1"/>
          </p:cNvPicPr>
          <p:nvPr/>
        </p:nvPicPr>
        <p:blipFill>
          <a:blip r:embed="rId8"/>
          <a:stretch>
            <a:fillRect/>
          </a:stretch>
        </p:blipFill>
        <p:spPr>
          <a:xfrm>
            <a:off x="5544743" y="1961574"/>
            <a:ext cx="606211" cy="606211"/>
          </a:xfrm>
          <a:prstGeom prst="rect">
            <a:avLst/>
          </a:prstGeom>
          <a:ln>
            <a:noFill/>
          </a:ln>
        </p:spPr>
      </p:pic>
      <p:sp>
        <p:nvSpPr>
          <p:cNvPr id="42" name="Google Shape;127;p19">
            <a:extLst>
              <a:ext uri="{FF2B5EF4-FFF2-40B4-BE49-F238E27FC236}">
                <a16:creationId xmlns:a16="http://schemas.microsoft.com/office/drawing/2014/main" id="{BE735C53-35B3-4B47-AA65-11D8B6449715}"/>
              </a:ext>
            </a:extLst>
          </p:cNvPr>
          <p:cNvSpPr/>
          <p:nvPr/>
        </p:nvSpPr>
        <p:spPr>
          <a:xfrm>
            <a:off x="3175"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Arrow: Left-Right 1">
            <a:extLst>
              <a:ext uri="{FF2B5EF4-FFF2-40B4-BE49-F238E27FC236}">
                <a16:creationId xmlns:a16="http://schemas.microsoft.com/office/drawing/2014/main" id="{1EB9D267-EB7E-71EC-8B97-4F1EB00744CD}"/>
              </a:ext>
            </a:extLst>
          </p:cNvPr>
          <p:cNvSpPr/>
          <p:nvPr/>
        </p:nvSpPr>
        <p:spPr>
          <a:xfrm>
            <a:off x="3463366" y="2445977"/>
            <a:ext cx="145490" cy="45719"/>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Arrow: Left-Right 2">
            <a:extLst>
              <a:ext uri="{FF2B5EF4-FFF2-40B4-BE49-F238E27FC236}">
                <a16:creationId xmlns:a16="http://schemas.microsoft.com/office/drawing/2014/main" id="{8187808D-4436-4719-B442-44B36E35CA33}"/>
              </a:ext>
            </a:extLst>
          </p:cNvPr>
          <p:cNvSpPr/>
          <p:nvPr/>
        </p:nvSpPr>
        <p:spPr>
          <a:xfrm rot="3182383" flipH="1">
            <a:off x="3679918" y="2228189"/>
            <a:ext cx="145490" cy="45719"/>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3217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73">
            <a:extLst>
              <a:ext uri="{FF2B5EF4-FFF2-40B4-BE49-F238E27FC236}">
                <a16:creationId xmlns:a16="http://schemas.microsoft.com/office/drawing/2014/main" id="{B2CF2AA2-8B33-9D21-9FF8-3B9210517D42}"/>
              </a:ext>
            </a:extLst>
          </p:cNvPr>
          <p:cNvSpPr txBox="1">
            <a:spLocks noChangeArrowheads="1"/>
          </p:cNvSpPr>
          <p:nvPr/>
        </p:nvSpPr>
        <p:spPr bwMode="auto">
          <a:xfrm>
            <a:off x="227446" y="214425"/>
            <a:ext cx="5125064" cy="392415"/>
          </a:xfrm>
          <a:prstGeom prst="rect">
            <a:avLst/>
          </a:prstGeom>
          <a:noFill/>
          <a:ln w="9525">
            <a:noFill/>
            <a:miter lim="800000"/>
            <a:headEnd/>
            <a:tailEnd/>
          </a:ln>
        </p:spPr>
        <p:txBody>
          <a:bodyPr wrap="square">
            <a:spAutoFit/>
          </a:bodyPr>
          <a:lstStyle/>
          <a:p>
            <a:r>
              <a:rPr lang="es-ES_tradnl" altLang="es-ES" sz="1950" i="1" dirty="0" err="1">
                <a:solidFill>
                  <a:schemeClr val="accent2">
                    <a:lumMod val="75000"/>
                  </a:schemeClr>
                </a:solidFill>
                <a:effectLst>
                  <a:outerShdw blurRad="38100" dist="38100" dir="2700000" algn="tl">
                    <a:srgbClr val="000000">
                      <a:alpha val="43137"/>
                    </a:srgbClr>
                  </a:outerShdw>
                </a:effectLst>
                <a:latin typeface="Georgia" panose="02040502050405020303" pitchFamily="18" charset="0"/>
              </a:rPr>
              <a:t>Alejandra’s</a:t>
            </a:r>
            <a:r>
              <a:rPr lang="es-ES_tradnl" altLang="es-ES" sz="1950" i="1" dirty="0">
                <a:solidFill>
                  <a:schemeClr val="accent2">
                    <a:lumMod val="75000"/>
                  </a:schemeClr>
                </a:solidFill>
                <a:effectLst>
                  <a:outerShdw blurRad="38100" dist="38100" dir="2700000" algn="tl">
                    <a:srgbClr val="000000">
                      <a:alpha val="43137"/>
                    </a:srgbClr>
                  </a:outerShdw>
                </a:effectLst>
                <a:latin typeface="Georgia" panose="02040502050405020303" pitchFamily="18" charset="0"/>
              </a:rPr>
              <a:t> </a:t>
            </a:r>
            <a:r>
              <a:rPr lang="es-ES_tradnl" altLang="es-ES" sz="1950" i="1" dirty="0" err="1">
                <a:solidFill>
                  <a:schemeClr val="accent2">
                    <a:lumMod val="75000"/>
                  </a:schemeClr>
                </a:solidFill>
                <a:effectLst>
                  <a:outerShdw blurRad="38100" dist="38100" dir="2700000" algn="tl">
                    <a:srgbClr val="000000">
                      <a:alpha val="43137"/>
                    </a:srgbClr>
                  </a:outerShdw>
                </a:effectLst>
                <a:latin typeface="Georgia" panose="02040502050405020303" pitchFamily="18" charset="0"/>
              </a:rPr>
              <a:t>aMAZEing</a:t>
            </a:r>
            <a:r>
              <a:rPr lang="es-ES_tradnl" altLang="es-ES" sz="1950" i="1" dirty="0">
                <a:solidFill>
                  <a:schemeClr val="accent2">
                    <a:lumMod val="75000"/>
                  </a:schemeClr>
                </a:solidFill>
                <a:effectLst>
                  <a:outerShdw blurRad="38100" dist="38100" dir="2700000" algn="tl">
                    <a:srgbClr val="000000">
                      <a:alpha val="43137"/>
                    </a:srgbClr>
                  </a:outerShdw>
                </a:effectLst>
                <a:latin typeface="Georgia" panose="02040502050405020303" pitchFamily="18" charset="0"/>
              </a:rPr>
              <a:t> </a:t>
            </a:r>
            <a:r>
              <a:rPr lang="es-ES_tradnl" altLang="es-ES" sz="1950" i="1" dirty="0" err="1">
                <a:solidFill>
                  <a:schemeClr val="accent2">
                    <a:lumMod val="75000"/>
                  </a:schemeClr>
                </a:solidFill>
                <a:effectLst>
                  <a:outerShdw blurRad="38100" dist="38100" dir="2700000" algn="tl">
                    <a:srgbClr val="000000">
                      <a:alpha val="43137"/>
                    </a:srgbClr>
                  </a:outerShdw>
                </a:effectLst>
                <a:latin typeface="Georgia" panose="02040502050405020303" pitchFamily="18" charset="0"/>
              </a:rPr>
              <a:t>maze</a:t>
            </a:r>
            <a:endParaRPr lang="es-ES_tradnl" altLang="es-ES" sz="1950" i="1" dirty="0">
              <a:solidFill>
                <a:schemeClr val="accent2">
                  <a:lumMod val="75000"/>
                </a:schemeClr>
              </a:solidFill>
              <a:effectLst>
                <a:outerShdw blurRad="38100" dist="38100" dir="2700000" algn="tl">
                  <a:srgbClr val="000000">
                    <a:alpha val="43137"/>
                  </a:srgbClr>
                </a:outerShdw>
              </a:effectLst>
              <a:latin typeface="Georgia" panose="02040502050405020303" pitchFamily="18" charset="0"/>
            </a:endParaRPr>
          </a:p>
        </p:txBody>
      </p:sp>
      <p:sp>
        <p:nvSpPr>
          <p:cNvPr id="5" name="Text Box 573">
            <a:extLst>
              <a:ext uri="{FF2B5EF4-FFF2-40B4-BE49-F238E27FC236}">
                <a16:creationId xmlns:a16="http://schemas.microsoft.com/office/drawing/2014/main" id="{62AA6062-4193-89E6-3CBD-F1B29FC601D8}"/>
              </a:ext>
            </a:extLst>
          </p:cNvPr>
          <p:cNvSpPr txBox="1">
            <a:spLocks noChangeArrowheads="1"/>
          </p:cNvSpPr>
          <p:nvPr/>
        </p:nvSpPr>
        <p:spPr bwMode="auto">
          <a:xfrm>
            <a:off x="121444" y="1378506"/>
            <a:ext cx="1141157" cy="392415"/>
          </a:xfrm>
          <a:prstGeom prst="rect">
            <a:avLst/>
          </a:prstGeom>
          <a:noFill/>
          <a:ln w="9525">
            <a:noFill/>
            <a:miter lim="800000"/>
            <a:headEnd/>
            <a:tailEnd/>
          </a:ln>
        </p:spPr>
        <p:txBody>
          <a:bodyPr wrap="square">
            <a:spAutoFit/>
          </a:bodyPr>
          <a:lstStyle/>
          <a:p>
            <a:r>
              <a:rPr lang="es-ES_tradnl" altLang="es-ES" sz="1950" i="1" dirty="0">
                <a:solidFill>
                  <a:schemeClr val="accent6">
                    <a:lumMod val="50000"/>
                  </a:schemeClr>
                </a:solidFill>
                <a:effectLst>
                  <a:outerShdw blurRad="38100" dist="38100" dir="2700000" algn="tl">
                    <a:srgbClr val="000000">
                      <a:alpha val="43137"/>
                    </a:srgbClr>
                  </a:outerShdw>
                </a:effectLst>
                <a:latin typeface="Georgia" panose="02040502050405020303" pitchFamily="18" charset="0"/>
              </a:rPr>
              <a:t>Pros:</a:t>
            </a:r>
          </a:p>
        </p:txBody>
      </p:sp>
      <p:sp>
        <p:nvSpPr>
          <p:cNvPr id="6" name="Text Box 573">
            <a:extLst>
              <a:ext uri="{FF2B5EF4-FFF2-40B4-BE49-F238E27FC236}">
                <a16:creationId xmlns:a16="http://schemas.microsoft.com/office/drawing/2014/main" id="{92CC3B77-9570-E3E1-14C3-941EBA7699C6}"/>
              </a:ext>
            </a:extLst>
          </p:cNvPr>
          <p:cNvSpPr txBox="1">
            <a:spLocks noChangeArrowheads="1"/>
          </p:cNvSpPr>
          <p:nvPr/>
        </p:nvSpPr>
        <p:spPr bwMode="auto">
          <a:xfrm>
            <a:off x="3458727" y="1378506"/>
            <a:ext cx="1141157" cy="392415"/>
          </a:xfrm>
          <a:prstGeom prst="rect">
            <a:avLst/>
          </a:prstGeom>
          <a:noFill/>
          <a:ln w="9525">
            <a:noFill/>
            <a:miter lim="800000"/>
            <a:headEnd/>
            <a:tailEnd/>
          </a:ln>
        </p:spPr>
        <p:txBody>
          <a:bodyPr wrap="square">
            <a:spAutoFit/>
          </a:bodyPr>
          <a:lstStyle/>
          <a:p>
            <a:r>
              <a:rPr lang="es-ES_tradnl" altLang="es-ES" sz="1950" i="1" dirty="0">
                <a:solidFill>
                  <a:srgbClr val="C00000"/>
                </a:solidFill>
                <a:effectLst>
                  <a:outerShdw blurRad="38100" dist="38100" dir="2700000" algn="tl">
                    <a:srgbClr val="000000">
                      <a:alpha val="43137"/>
                    </a:srgbClr>
                  </a:outerShdw>
                </a:effectLst>
                <a:latin typeface="Georgia" panose="02040502050405020303" pitchFamily="18" charset="0"/>
              </a:rPr>
              <a:t>Cons:</a:t>
            </a:r>
          </a:p>
        </p:txBody>
      </p:sp>
      <p:pic>
        <p:nvPicPr>
          <p:cNvPr id="8196" name="Picture 4" descr="Cheap Sign Stock Illustrations – 35,206 Cheap Sign Stock Illustrations,  Vectors &amp; Clipart - Dreamstime">
            <a:extLst>
              <a:ext uri="{FF2B5EF4-FFF2-40B4-BE49-F238E27FC236}">
                <a16:creationId xmlns:a16="http://schemas.microsoft.com/office/drawing/2014/main" id="{CA26A891-FD1D-7075-35CF-0CF399F793B6}"/>
              </a:ext>
            </a:extLst>
          </p:cNvPr>
          <p:cNvPicPr>
            <a:picLocks noChangeAspect="1" noChangeArrowheads="1"/>
          </p:cNvPicPr>
          <p:nvPr/>
        </p:nvPicPr>
        <p:blipFill>
          <a:blip r:embed="rId2"/>
          <a:srcRect/>
          <a:stretch/>
        </p:blipFill>
        <p:spPr bwMode="auto">
          <a:xfrm>
            <a:off x="157162" y="1849853"/>
            <a:ext cx="1105439" cy="631482"/>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What is modular content and why do pharma marketers need it NOW? |  pharmaphorum">
            <a:extLst>
              <a:ext uri="{FF2B5EF4-FFF2-40B4-BE49-F238E27FC236}">
                <a16:creationId xmlns:a16="http://schemas.microsoft.com/office/drawing/2014/main" id="{2D2E4554-B491-A5D2-93C6-5C05435C9953}"/>
              </a:ext>
            </a:extLst>
          </p:cNvPr>
          <p:cNvPicPr>
            <a:picLocks noChangeAspect="1" noChangeArrowheads="1"/>
          </p:cNvPicPr>
          <p:nvPr/>
        </p:nvPicPr>
        <p:blipFill>
          <a:blip r:embed="rId3"/>
          <a:srcRect/>
          <a:stretch/>
        </p:blipFill>
        <p:spPr bwMode="auto">
          <a:xfrm>
            <a:off x="-388224" y="2549648"/>
            <a:ext cx="2542835" cy="1430345"/>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Top 20 Programming Languages for Open-Source projects in 2024">
            <a:extLst>
              <a:ext uri="{FF2B5EF4-FFF2-40B4-BE49-F238E27FC236}">
                <a16:creationId xmlns:a16="http://schemas.microsoft.com/office/drawing/2014/main" id="{369C306E-CE1C-601F-A6ED-3F61B78BDE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2861" b="23462"/>
          <a:stretch>
            <a:fillRect/>
          </a:stretch>
        </p:blipFill>
        <p:spPr bwMode="auto">
          <a:xfrm>
            <a:off x="227445" y="4155387"/>
            <a:ext cx="2382485" cy="76731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E53FB0B-40EB-7361-5336-3C87141445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42441" y="2276333"/>
            <a:ext cx="1247423" cy="1557326"/>
          </a:xfrm>
          <a:prstGeom prst="rect">
            <a:avLst/>
          </a:prstGeom>
        </p:spPr>
      </p:pic>
      <p:sp>
        <p:nvSpPr>
          <p:cNvPr id="2" name="TextBox 1">
            <a:extLst>
              <a:ext uri="{FF2B5EF4-FFF2-40B4-BE49-F238E27FC236}">
                <a16:creationId xmlns:a16="http://schemas.microsoft.com/office/drawing/2014/main" id="{446B72C1-E9A1-C891-FA04-61263510FD50}"/>
              </a:ext>
            </a:extLst>
          </p:cNvPr>
          <p:cNvSpPr txBox="1"/>
          <p:nvPr/>
        </p:nvSpPr>
        <p:spPr>
          <a:xfrm>
            <a:off x="3465177" y="2128377"/>
            <a:ext cx="2905432" cy="323165"/>
          </a:xfrm>
          <a:prstGeom prst="rect">
            <a:avLst/>
          </a:prstGeom>
          <a:noFill/>
        </p:spPr>
        <p:txBody>
          <a:bodyPr wrap="square" rtlCol="0">
            <a:spAutoFit/>
          </a:bodyPr>
          <a:lstStyle/>
          <a:p>
            <a:pPr marL="257175" indent="-257175">
              <a:buFont typeface="Arial" panose="020B0604020202020204" pitchFamily="34" charset="0"/>
              <a:buChar char="•"/>
            </a:pPr>
            <a:r>
              <a:rPr lang="en-GB" sz="1500" dirty="0"/>
              <a:t>It’s easy to use</a:t>
            </a:r>
          </a:p>
        </p:txBody>
      </p:sp>
      <p:sp>
        <p:nvSpPr>
          <p:cNvPr id="3" name="TextBox 2">
            <a:extLst>
              <a:ext uri="{FF2B5EF4-FFF2-40B4-BE49-F238E27FC236}">
                <a16:creationId xmlns:a16="http://schemas.microsoft.com/office/drawing/2014/main" id="{55A35F19-58A8-2FE6-F6AE-6341522AC6EE}"/>
              </a:ext>
            </a:extLst>
          </p:cNvPr>
          <p:cNvSpPr txBox="1"/>
          <p:nvPr/>
        </p:nvSpPr>
        <p:spPr>
          <a:xfrm>
            <a:off x="3465177" y="2492454"/>
            <a:ext cx="2905432" cy="323165"/>
          </a:xfrm>
          <a:prstGeom prst="rect">
            <a:avLst/>
          </a:prstGeom>
          <a:noFill/>
        </p:spPr>
        <p:txBody>
          <a:bodyPr wrap="square" rtlCol="0">
            <a:spAutoFit/>
          </a:bodyPr>
          <a:lstStyle/>
          <a:p>
            <a:pPr marL="257175" indent="-257175">
              <a:buFont typeface="Arial" panose="020B0604020202020204" pitchFamily="34" charset="0"/>
              <a:buChar char="•"/>
            </a:pPr>
            <a:r>
              <a:rPr lang="en-GB" sz="1500" dirty="0"/>
              <a:t>It’s scalable</a:t>
            </a:r>
          </a:p>
        </p:txBody>
      </p:sp>
      <p:sp>
        <p:nvSpPr>
          <p:cNvPr id="7" name="TextBox 6">
            <a:extLst>
              <a:ext uri="{FF2B5EF4-FFF2-40B4-BE49-F238E27FC236}">
                <a16:creationId xmlns:a16="http://schemas.microsoft.com/office/drawing/2014/main" id="{C1489251-E4E5-192A-0A81-2F67CCE83481}"/>
              </a:ext>
            </a:extLst>
          </p:cNvPr>
          <p:cNvSpPr txBox="1"/>
          <p:nvPr/>
        </p:nvSpPr>
        <p:spPr>
          <a:xfrm>
            <a:off x="3465177" y="2828463"/>
            <a:ext cx="2905432" cy="323165"/>
          </a:xfrm>
          <a:prstGeom prst="rect">
            <a:avLst/>
          </a:prstGeom>
          <a:noFill/>
        </p:spPr>
        <p:txBody>
          <a:bodyPr wrap="square" rtlCol="0">
            <a:spAutoFit/>
          </a:bodyPr>
          <a:lstStyle/>
          <a:p>
            <a:pPr marL="257175" indent="-257175">
              <a:buFont typeface="Arial" panose="020B0604020202020204" pitchFamily="34" charset="0"/>
              <a:buChar char="•"/>
            </a:pPr>
            <a:r>
              <a:rPr lang="en-GB" sz="1500" dirty="0"/>
              <a:t>It’s completely automated</a:t>
            </a:r>
          </a:p>
        </p:txBody>
      </p:sp>
      <p:sp>
        <p:nvSpPr>
          <p:cNvPr id="8" name="TextBox 7">
            <a:extLst>
              <a:ext uri="{FF2B5EF4-FFF2-40B4-BE49-F238E27FC236}">
                <a16:creationId xmlns:a16="http://schemas.microsoft.com/office/drawing/2014/main" id="{A67A7E81-6A6C-A37F-1323-324769243BB8}"/>
              </a:ext>
            </a:extLst>
          </p:cNvPr>
          <p:cNvSpPr txBox="1"/>
          <p:nvPr/>
        </p:nvSpPr>
        <p:spPr>
          <a:xfrm>
            <a:off x="3465177" y="3192540"/>
            <a:ext cx="2905432" cy="323165"/>
          </a:xfrm>
          <a:prstGeom prst="rect">
            <a:avLst/>
          </a:prstGeom>
          <a:noFill/>
        </p:spPr>
        <p:txBody>
          <a:bodyPr wrap="square" rtlCol="0">
            <a:spAutoFit/>
          </a:bodyPr>
          <a:lstStyle/>
          <a:p>
            <a:pPr marL="257175" indent="-257175">
              <a:buFont typeface="Arial" panose="020B0604020202020204" pitchFamily="34" charset="0"/>
              <a:buChar char="•"/>
            </a:pPr>
            <a:r>
              <a:rPr lang="en-GB" sz="1500" dirty="0"/>
              <a:t>It has a great documentation</a:t>
            </a:r>
          </a:p>
        </p:txBody>
      </p:sp>
      <p:sp>
        <p:nvSpPr>
          <p:cNvPr id="9" name="TextBox 8">
            <a:extLst>
              <a:ext uri="{FF2B5EF4-FFF2-40B4-BE49-F238E27FC236}">
                <a16:creationId xmlns:a16="http://schemas.microsoft.com/office/drawing/2014/main" id="{706C4481-F765-5B39-3ABA-08E1320FA944}"/>
              </a:ext>
            </a:extLst>
          </p:cNvPr>
          <p:cNvSpPr txBox="1"/>
          <p:nvPr/>
        </p:nvSpPr>
        <p:spPr>
          <a:xfrm>
            <a:off x="3465177" y="3546298"/>
            <a:ext cx="3281518" cy="553998"/>
          </a:xfrm>
          <a:prstGeom prst="rect">
            <a:avLst/>
          </a:prstGeom>
          <a:noFill/>
        </p:spPr>
        <p:txBody>
          <a:bodyPr wrap="square" rtlCol="0">
            <a:spAutoFit/>
          </a:bodyPr>
          <a:lstStyle/>
          <a:p>
            <a:pPr marL="257175" indent="-257175">
              <a:buFont typeface="Arial" panose="020B0604020202020204" pitchFamily="34" charset="0"/>
              <a:buChar char="•"/>
            </a:pPr>
            <a:r>
              <a:rPr lang="en-GB" sz="1500" dirty="0"/>
              <a:t>It includes well detailed data analysis pipelines</a:t>
            </a:r>
          </a:p>
        </p:txBody>
      </p:sp>
      <p:sp>
        <p:nvSpPr>
          <p:cNvPr id="10" name="TextBox 9">
            <a:extLst>
              <a:ext uri="{FF2B5EF4-FFF2-40B4-BE49-F238E27FC236}">
                <a16:creationId xmlns:a16="http://schemas.microsoft.com/office/drawing/2014/main" id="{1588BA9D-48DB-6580-11D4-81622F562B2F}"/>
              </a:ext>
            </a:extLst>
          </p:cNvPr>
          <p:cNvSpPr txBox="1"/>
          <p:nvPr/>
        </p:nvSpPr>
        <p:spPr>
          <a:xfrm>
            <a:off x="3465177" y="4130888"/>
            <a:ext cx="3281518" cy="553998"/>
          </a:xfrm>
          <a:prstGeom prst="rect">
            <a:avLst/>
          </a:prstGeom>
          <a:noFill/>
        </p:spPr>
        <p:txBody>
          <a:bodyPr wrap="square" rtlCol="0">
            <a:spAutoFit/>
          </a:bodyPr>
          <a:lstStyle/>
          <a:p>
            <a:pPr marL="257175" indent="-257175">
              <a:buFont typeface="Arial" panose="020B0604020202020204" pitchFamily="34" charset="0"/>
              <a:buChar char="•"/>
            </a:pPr>
            <a:r>
              <a:rPr lang="en-GB" sz="1500" dirty="0"/>
              <a:t>Can be easily adapted to different sensory modalities</a:t>
            </a:r>
          </a:p>
        </p:txBody>
      </p:sp>
      <p:sp>
        <p:nvSpPr>
          <p:cNvPr id="13" name="TextBox 12">
            <a:extLst>
              <a:ext uri="{FF2B5EF4-FFF2-40B4-BE49-F238E27FC236}">
                <a16:creationId xmlns:a16="http://schemas.microsoft.com/office/drawing/2014/main" id="{C1ADBAA6-FFFD-E7B3-7A7A-73A25EE684C2}"/>
              </a:ext>
            </a:extLst>
          </p:cNvPr>
          <p:cNvSpPr txBox="1"/>
          <p:nvPr/>
        </p:nvSpPr>
        <p:spPr>
          <a:xfrm>
            <a:off x="157162" y="762716"/>
            <a:ext cx="5525834" cy="369332"/>
          </a:xfrm>
          <a:prstGeom prst="rect">
            <a:avLst/>
          </a:prstGeom>
          <a:noFill/>
        </p:spPr>
        <p:txBody>
          <a:bodyPr wrap="square">
            <a:spAutoFit/>
          </a:bodyPr>
          <a:lstStyle/>
          <a:p>
            <a:r>
              <a:rPr lang="en-GB" sz="1800" dirty="0">
                <a:hlinkClick r:id="rId6"/>
              </a:rPr>
              <a:t>https://github.com/MaravallLab/aMAZEing-maze</a:t>
            </a:r>
            <a:r>
              <a:rPr lang="en-GB" sz="1800" dirty="0"/>
              <a:t> </a:t>
            </a:r>
          </a:p>
        </p:txBody>
      </p:sp>
      <p:pic>
        <p:nvPicPr>
          <p:cNvPr id="14" name="Picture 13">
            <a:extLst>
              <a:ext uri="{FF2B5EF4-FFF2-40B4-BE49-F238E27FC236}">
                <a16:creationId xmlns:a16="http://schemas.microsoft.com/office/drawing/2014/main" id="{A6BA5435-24DB-772D-1F86-01A0CB0328A4}"/>
              </a:ext>
            </a:extLst>
          </p:cNvPr>
          <p:cNvPicPr>
            <a:picLocks noChangeAspect="1"/>
          </p:cNvPicPr>
          <p:nvPr/>
        </p:nvPicPr>
        <p:blipFill>
          <a:blip r:embed="rId7"/>
          <a:stretch>
            <a:fillRect/>
          </a:stretch>
        </p:blipFill>
        <p:spPr>
          <a:xfrm>
            <a:off x="5149539" y="82881"/>
            <a:ext cx="3901594" cy="2632162"/>
          </a:xfrm>
          <a:prstGeom prst="rect">
            <a:avLst/>
          </a:prstGeom>
        </p:spPr>
      </p:pic>
    </p:spTree>
    <p:extLst>
      <p:ext uri="{BB962C8B-B14F-4D97-AF65-F5344CB8AC3E}">
        <p14:creationId xmlns:p14="http://schemas.microsoft.com/office/powerpoint/2010/main" val="865296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8132CE09-695A-53F9-9E9C-A9965AC27E77}"/>
            </a:ext>
          </a:extLst>
        </p:cNvPr>
        <p:cNvGrpSpPr/>
        <p:nvPr/>
      </p:nvGrpSpPr>
      <p:grpSpPr>
        <a:xfrm>
          <a:off x="0" y="0"/>
          <a:ext cx="0" cy="0"/>
          <a:chOff x="0" y="0"/>
          <a:chExt cx="0" cy="0"/>
        </a:xfrm>
      </p:grpSpPr>
      <p:pic>
        <p:nvPicPr>
          <p:cNvPr id="727" name="Google Shape;117;p18" title="Screenshot from 2025-06-28 08-49-25.png">
            <a:extLst>
              <a:ext uri="{FF2B5EF4-FFF2-40B4-BE49-F238E27FC236}">
                <a16:creationId xmlns:a16="http://schemas.microsoft.com/office/drawing/2014/main" id="{9BE92B40-5976-57A7-ACB9-78AB571F9F0A}"/>
              </a:ext>
            </a:extLst>
          </p:cNvPr>
          <p:cNvPicPr preferRelativeResize="0"/>
          <p:nvPr/>
        </p:nvPicPr>
        <p:blipFill rotWithShape="1">
          <a:blip r:embed="rId3">
            <a:alphaModFix/>
          </a:blip>
          <a:srcRect r="47838"/>
          <a:stretch/>
        </p:blipFill>
        <p:spPr>
          <a:xfrm>
            <a:off x="4199895" y="2714054"/>
            <a:ext cx="319628" cy="265568"/>
          </a:xfrm>
          <a:prstGeom prst="rect">
            <a:avLst/>
          </a:prstGeom>
          <a:noFill/>
          <a:ln>
            <a:noFill/>
          </a:ln>
        </p:spPr>
      </p:pic>
      <p:pic>
        <p:nvPicPr>
          <p:cNvPr id="729" name="Google Shape;117;p18" title="Screenshot from 2025-06-28 08-49-25.png">
            <a:extLst>
              <a:ext uri="{FF2B5EF4-FFF2-40B4-BE49-F238E27FC236}">
                <a16:creationId xmlns:a16="http://schemas.microsoft.com/office/drawing/2014/main" id="{8E186AFF-7B84-E834-6860-1E60B7771235}"/>
              </a:ext>
            </a:extLst>
          </p:cNvPr>
          <p:cNvPicPr preferRelativeResize="0"/>
          <p:nvPr/>
        </p:nvPicPr>
        <p:blipFill rotWithShape="1">
          <a:blip r:embed="rId3">
            <a:alphaModFix/>
          </a:blip>
          <a:srcRect r="47838"/>
          <a:stretch/>
        </p:blipFill>
        <p:spPr>
          <a:xfrm>
            <a:off x="2295962" y="3821913"/>
            <a:ext cx="319628" cy="265568"/>
          </a:xfrm>
          <a:prstGeom prst="rect">
            <a:avLst/>
          </a:prstGeom>
          <a:noFill/>
          <a:ln>
            <a:noFill/>
          </a:ln>
        </p:spPr>
      </p:pic>
      <p:pic>
        <p:nvPicPr>
          <p:cNvPr id="725" name="Google Shape;116;p18" title="Screenshot from 2025-06-28 08-49-25.png">
            <a:extLst>
              <a:ext uri="{FF2B5EF4-FFF2-40B4-BE49-F238E27FC236}">
                <a16:creationId xmlns:a16="http://schemas.microsoft.com/office/drawing/2014/main" id="{580B95E6-2D42-1123-3288-1BF7FCB03137}"/>
              </a:ext>
            </a:extLst>
          </p:cNvPr>
          <p:cNvPicPr preferRelativeResize="0"/>
          <p:nvPr/>
        </p:nvPicPr>
        <p:blipFill rotWithShape="1">
          <a:blip r:embed="rId3">
            <a:alphaModFix/>
          </a:blip>
          <a:srcRect l="59236" t="8423" r="2685" b="4922"/>
          <a:stretch/>
        </p:blipFill>
        <p:spPr>
          <a:xfrm>
            <a:off x="3221650" y="2154391"/>
            <a:ext cx="262916" cy="259317"/>
          </a:xfrm>
          <a:prstGeom prst="rect">
            <a:avLst/>
          </a:prstGeom>
          <a:noFill/>
          <a:ln>
            <a:noFill/>
          </a:ln>
        </p:spPr>
      </p:pic>
      <p:sp>
        <p:nvSpPr>
          <p:cNvPr id="534" name="Rectangle 533">
            <a:extLst>
              <a:ext uri="{FF2B5EF4-FFF2-40B4-BE49-F238E27FC236}">
                <a16:creationId xmlns:a16="http://schemas.microsoft.com/office/drawing/2014/main" id="{99DF3308-1CD2-917F-5261-4E234DA8EE13}"/>
              </a:ext>
            </a:extLst>
          </p:cNvPr>
          <p:cNvSpPr/>
          <p:nvPr/>
        </p:nvSpPr>
        <p:spPr>
          <a:xfrm>
            <a:off x="3795073" y="3798865"/>
            <a:ext cx="750970" cy="755272"/>
          </a:xfrm>
          <a:prstGeom prst="rect">
            <a:avLst/>
          </a:prstGeom>
          <a:noFill/>
          <a:ln w="19050" cap="sq">
            <a:solidFill>
              <a:srgbClr val="000000"/>
            </a:solidFill>
            <a:prstDash val="solid"/>
            <a:miter/>
          </a:ln>
        </p:spPr>
        <p:txBody>
          <a:bodyPr/>
          <a:lstStyle/>
          <a:p>
            <a:endParaRPr lang="en-US" dirty="0"/>
          </a:p>
        </p:txBody>
      </p:sp>
      <p:sp>
        <p:nvSpPr>
          <p:cNvPr id="107" name="Rectangle 106">
            <a:extLst>
              <a:ext uri="{FF2B5EF4-FFF2-40B4-BE49-F238E27FC236}">
                <a16:creationId xmlns:a16="http://schemas.microsoft.com/office/drawing/2014/main" id="{42DDF845-E869-E02B-7F1B-44CD5513F042}"/>
              </a:ext>
            </a:extLst>
          </p:cNvPr>
          <p:cNvSpPr/>
          <p:nvPr/>
        </p:nvSpPr>
        <p:spPr>
          <a:xfrm>
            <a:off x="2277500" y="3798865"/>
            <a:ext cx="720369" cy="755272"/>
          </a:xfrm>
          <a:prstGeom prst="rect">
            <a:avLst/>
          </a:prstGeom>
          <a:noFill/>
          <a:ln w="19050" cap="sq">
            <a:solidFill>
              <a:srgbClr val="000000"/>
            </a:solidFill>
            <a:prstDash val="solid"/>
            <a:miter/>
          </a:ln>
        </p:spPr>
        <p:txBody>
          <a:bodyPr/>
          <a:lstStyle/>
          <a:p>
            <a:endParaRPr lang="en-US" dirty="0"/>
          </a:p>
        </p:txBody>
      </p:sp>
      <p:sp>
        <p:nvSpPr>
          <p:cNvPr id="2" name="Rectangle 1">
            <a:extLst>
              <a:ext uri="{FF2B5EF4-FFF2-40B4-BE49-F238E27FC236}">
                <a16:creationId xmlns:a16="http://schemas.microsoft.com/office/drawing/2014/main" id="{1AC55496-431C-BCB9-82BA-28179FE856D8}"/>
              </a:ext>
            </a:extLst>
          </p:cNvPr>
          <p:cNvSpPr/>
          <p:nvPr/>
        </p:nvSpPr>
        <p:spPr>
          <a:xfrm>
            <a:off x="2267035" y="2715357"/>
            <a:ext cx="720369" cy="755272"/>
          </a:xfrm>
          <a:prstGeom prst="rect">
            <a:avLst/>
          </a:prstGeom>
          <a:noFill/>
          <a:ln w="19050" cap="sq">
            <a:solidFill>
              <a:srgbClr val="000000"/>
            </a:solidFill>
            <a:prstDash val="solid"/>
            <a:miter/>
          </a:ln>
        </p:spPr>
        <p:txBody>
          <a:bodyPr/>
          <a:lstStyle/>
          <a:p>
            <a:endParaRPr lang="en-US" dirty="0"/>
          </a:p>
        </p:txBody>
      </p:sp>
      <p:pic>
        <p:nvPicPr>
          <p:cNvPr id="108" name="Google Shape;108;p17">
            <a:extLst>
              <a:ext uri="{FF2B5EF4-FFF2-40B4-BE49-F238E27FC236}">
                <a16:creationId xmlns:a16="http://schemas.microsoft.com/office/drawing/2014/main" id="{18B0ED59-DE4D-5D0D-055E-9AA39E094A1F}"/>
              </a:ext>
            </a:extLst>
          </p:cNvPr>
          <p:cNvPicPr preferRelativeResize="0"/>
          <p:nvPr/>
        </p:nvPicPr>
        <p:blipFill>
          <a:blip r:embed="rId4">
            <a:alphaModFix/>
          </a:blip>
          <a:stretch>
            <a:fillRect/>
          </a:stretch>
        </p:blipFill>
        <p:spPr>
          <a:xfrm>
            <a:off x="198933" y="242276"/>
            <a:ext cx="1666949" cy="677925"/>
          </a:xfrm>
          <a:prstGeom prst="rect">
            <a:avLst/>
          </a:prstGeom>
          <a:noFill/>
          <a:ln>
            <a:noFill/>
          </a:ln>
        </p:spPr>
      </p:pic>
      <p:pic>
        <p:nvPicPr>
          <p:cNvPr id="3" name="Picture 2">
            <a:extLst>
              <a:ext uri="{FF2B5EF4-FFF2-40B4-BE49-F238E27FC236}">
                <a16:creationId xmlns:a16="http://schemas.microsoft.com/office/drawing/2014/main" id="{098549C6-0C4D-1852-774F-BE196F4B4DA6}"/>
              </a:ext>
            </a:extLst>
          </p:cNvPr>
          <p:cNvPicPr>
            <a:picLocks noChangeAspect="1"/>
          </p:cNvPicPr>
          <p:nvPr/>
        </p:nvPicPr>
        <p:blipFill>
          <a:blip r:embed="rId5"/>
          <a:srcRect l="28468" r="29093"/>
          <a:stretch>
            <a:fillRect/>
          </a:stretch>
        </p:blipFill>
        <p:spPr>
          <a:xfrm>
            <a:off x="4844912" y="483702"/>
            <a:ext cx="3161601" cy="4191321"/>
          </a:xfrm>
          <a:prstGeom prst="rect">
            <a:avLst/>
          </a:prstGeom>
        </p:spPr>
      </p:pic>
      <p:grpSp>
        <p:nvGrpSpPr>
          <p:cNvPr id="5" name="Graphic 4">
            <a:extLst>
              <a:ext uri="{FF2B5EF4-FFF2-40B4-BE49-F238E27FC236}">
                <a16:creationId xmlns:a16="http://schemas.microsoft.com/office/drawing/2014/main" id="{497087DF-DF8F-3CAC-339C-03C1B757269B}"/>
              </a:ext>
            </a:extLst>
          </p:cNvPr>
          <p:cNvGrpSpPr/>
          <p:nvPr/>
        </p:nvGrpSpPr>
        <p:grpSpPr>
          <a:xfrm>
            <a:off x="2558824" y="364060"/>
            <a:ext cx="1587415" cy="277687"/>
            <a:chOff x="3213387" y="117425"/>
            <a:chExt cx="778264" cy="136142"/>
          </a:xfrm>
        </p:grpSpPr>
        <p:sp>
          <p:nvSpPr>
            <p:cNvPr id="546" name="Rectangle 545">
              <a:extLst>
                <a:ext uri="{FF2B5EF4-FFF2-40B4-BE49-F238E27FC236}">
                  <a16:creationId xmlns:a16="http://schemas.microsoft.com/office/drawing/2014/main" id="{E1B8E63A-FD56-C294-6EE4-945001BB1269}"/>
                </a:ext>
              </a:extLst>
            </p:cNvPr>
            <p:cNvSpPr/>
            <p:nvPr/>
          </p:nvSpPr>
          <p:spPr>
            <a:xfrm>
              <a:off x="3213387" y="117425"/>
              <a:ext cx="778264" cy="136142"/>
            </a:xfrm>
            <a:prstGeom prst="rect">
              <a:avLst/>
            </a:prstGeom>
            <a:solidFill>
              <a:srgbClr val="5F8FD4">
                <a:alpha val="37000"/>
              </a:srgbClr>
            </a:solidFill>
            <a:ln w="10520" cap="sq">
              <a:noFill/>
              <a:custDash>
                <a:ds d="42444" sp="42444"/>
              </a:custDash>
              <a:miter/>
            </a:ln>
          </p:spPr>
          <p:txBody>
            <a:bodyPr/>
            <a:lstStyle/>
            <a:p>
              <a:endParaRPr lang="en-US" dirty="0"/>
            </a:p>
          </p:txBody>
        </p:sp>
        <p:grpSp>
          <p:nvGrpSpPr>
            <p:cNvPr id="547" name="Graphic 4">
              <a:extLst>
                <a:ext uri="{FF2B5EF4-FFF2-40B4-BE49-F238E27FC236}">
                  <a16:creationId xmlns:a16="http://schemas.microsoft.com/office/drawing/2014/main" id="{A8354A4A-B1FC-663C-9209-ACB56D82D1EB}"/>
                </a:ext>
              </a:extLst>
            </p:cNvPr>
            <p:cNvGrpSpPr/>
            <p:nvPr/>
          </p:nvGrpSpPr>
          <p:grpSpPr>
            <a:xfrm>
              <a:off x="3324290" y="120489"/>
              <a:ext cx="618363" cy="131334"/>
              <a:chOff x="3324290" y="120489"/>
              <a:chExt cx="618363" cy="131334"/>
            </a:xfrm>
            <a:solidFill>
              <a:srgbClr val="000000"/>
            </a:solidFill>
          </p:grpSpPr>
          <p:sp>
            <p:nvSpPr>
              <p:cNvPr id="548" name="TextBox 547">
                <a:extLst>
                  <a:ext uri="{FF2B5EF4-FFF2-40B4-BE49-F238E27FC236}">
                    <a16:creationId xmlns:a16="http://schemas.microsoft.com/office/drawing/2014/main" id="{5CE04F1F-1506-37A6-9023-FB107B84E68B}"/>
                  </a:ext>
                </a:extLst>
              </p:cNvPr>
              <p:cNvSpPr txBox="1"/>
              <p:nvPr/>
            </p:nvSpPr>
            <p:spPr>
              <a:xfrm>
                <a:off x="3324290" y="120489"/>
                <a:ext cx="618363" cy="131334"/>
              </a:xfrm>
              <a:prstGeom prst="rect">
                <a:avLst/>
              </a:prstGeom>
              <a:noFill/>
            </p:spPr>
            <p:txBody>
              <a:bodyPr wrap="none" rtlCol="0">
                <a:spAutoFit/>
              </a:bodyPr>
              <a:lstStyle/>
              <a:p>
                <a:pPr algn="l"/>
                <a:r>
                  <a:rPr lang="en-US" sz="1000" b="1" spc="0" baseline="0" dirty="0">
                    <a:ln/>
                    <a:solidFill>
                      <a:srgbClr val="000000"/>
                    </a:solidFill>
                    <a:latin typeface="Helvetica"/>
                    <a:cs typeface="Helvetica"/>
                    <a:sym typeface="Helvetica"/>
                    <a:rtl val="0"/>
                  </a:rPr>
                  <a:t>OPERANT BOX </a:t>
                </a:r>
              </a:p>
            </p:txBody>
          </p:sp>
        </p:grpSp>
      </p:grpSp>
      <p:sp>
        <p:nvSpPr>
          <p:cNvPr id="6" name="Rectangle 5">
            <a:extLst>
              <a:ext uri="{FF2B5EF4-FFF2-40B4-BE49-F238E27FC236}">
                <a16:creationId xmlns:a16="http://schemas.microsoft.com/office/drawing/2014/main" id="{951E5B1F-DDB7-FF3D-20B3-407D084C6441}"/>
              </a:ext>
            </a:extLst>
          </p:cNvPr>
          <p:cNvSpPr/>
          <p:nvPr/>
        </p:nvSpPr>
        <p:spPr>
          <a:xfrm>
            <a:off x="2790667" y="4603253"/>
            <a:ext cx="1249994" cy="271658"/>
          </a:xfrm>
          <a:prstGeom prst="rect">
            <a:avLst/>
          </a:prstGeom>
          <a:solidFill>
            <a:srgbClr val="FFEFE3"/>
          </a:solidFill>
          <a:ln w="9233" cap="sq">
            <a:noFill/>
            <a:custDash>
              <a:ds d="40072" sp="40072"/>
            </a:custDash>
            <a:miter/>
          </a:ln>
        </p:spPr>
        <p:txBody>
          <a:bodyPr/>
          <a:lstStyle/>
          <a:p>
            <a:endParaRPr lang="en-US" dirty="0"/>
          </a:p>
        </p:txBody>
      </p:sp>
      <p:sp>
        <p:nvSpPr>
          <p:cNvPr id="7" name="Rectangle 6">
            <a:extLst>
              <a:ext uri="{FF2B5EF4-FFF2-40B4-BE49-F238E27FC236}">
                <a16:creationId xmlns:a16="http://schemas.microsoft.com/office/drawing/2014/main" id="{50FC111E-3BB1-DF72-8FDA-6BAF8DDCD04F}"/>
              </a:ext>
            </a:extLst>
          </p:cNvPr>
          <p:cNvSpPr/>
          <p:nvPr/>
        </p:nvSpPr>
        <p:spPr>
          <a:xfrm>
            <a:off x="2529754" y="726197"/>
            <a:ext cx="1605893" cy="1713267"/>
          </a:xfrm>
          <a:prstGeom prst="rect">
            <a:avLst/>
          </a:prstGeom>
          <a:solidFill>
            <a:srgbClr val="5E8DD2">
              <a:alpha val="23000"/>
            </a:srgbClr>
          </a:solidFill>
          <a:ln w="9934" cap="sq">
            <a:noFill/>
            <a:prstDash val="solid"/>
            <a:miter/>
          </a:ln>
        </p:spPr>
        <p:txBody>
          <a:bodyPr/>
          <a:lstStyle/>
          <a:p>
            <a:endParaRPr lang="en-US" dirty="0"/>
          </a:p>
        </p:txBody>
      </p:sp>
      <p:grpSp>
        <p:nvGrpSpPr>
          <p:cNvPr id="8" name="Graphic 4">
            <a:extLst>
              <a:ext uri="{FF2B5EF4-FFF2-40B4-BE49-F238E27FC236}">
                <a16:creationId xmlns:a16="http://schemas.microsoft.com/office/drawing/2014/main" id="{820CE87F-92E1-21FE-1F7B-2376C9D38ADC}"/>
              </a:ext>
            </a:extLst>
          </p:cNvPr>
          <p:cNvGrpSpPr/>
          <p:nvPr/>
        </p:nvGrpSpPr>
        <p:grpSpPr>
          <a:xfrm>
            <a:off x="2614039" y="818117"/>
            <a:ext cx="1447597" cy="1604529"/>
            <a:chOff x="3240457" y="340036"/>
            <a:chExt cx="709715" cy="786654"/>
          </a:xfrm>
        </p:grpSpPr>
        <p:sp>
          <p:nvSpPr>
            <p:cNvPr id="544" name="Rectangle 543">
              <a:extLst>
                <a:ext uri="{FF2B5EF4-FFF2-40B4-BE49-F238E27FC236}">
                  <a16:creationId xmlns:a16="http://schemas.microsoft.com/office/drawing/2014/main" id="{75B39066-B20F-75BC-322E-F239D0003C5A}"/>
                </a:ext>
              </a:extLst>
            </p:cNvPr>
            <p:cNvSpPr/>
            <p:nvPr/>
          </p:nvSpPr>
          <p:spPr>
            <a:xfrm rot="-5399853">
              <a:off x="3565695" y="14825"/>
              <a:ext cx="59239" cy="709747"/>
            </a:xfrm>
            <a:prstGeom prst="rect">
              <a:avLst/>
            </a:prstGeom>
            <a:solidFill>
              <a:srgbClr val="000000"/>
            </a:solidFill>
            <a:ln w="6530" cap="flat">
              <a:solidFill>
                <a:srgbClr val="000000">
                  <a:alpha val="69000"/>
                </a:srgbClr>
              </a:solidFill>
              <a:prstDash val="solid"/>
              <a:round/>
            </a:ln>
          </p:spPr>
          <p:txBody>
            <a:bodyPr/>
            <a:lstStyle/>
            <a:p>
              <a:endParaRPr lang="en-US" dirty="0"/>
            </a:p>
          </p:txBody>
        </p:sp>
        <p:sp>
          <p:nvSpPr>
            <p:cNvPr id="545" name="Freeform: Shape 544">
              <a:extLst>
                <a:ext uri="{FF2B5EF4-FFF2-40B4-BE49-F238E27FC236}">
                  <a16:creationId xmlns:a16="http://schemas.microsoft.com/office/drawing/2014/main" id="{B9145F6B-2595-0648-C40D-82B93868F71C}"/>
                </a:ext>
              </a:extLst>
            </p:cNvPr>
            <p:cNvSpPr/>
            <p:nvPr/>
          </p:nvSpPr>
          <p:spPr>
            <a:xfrm>
              <a:off x="3240457" y="398273"/>
              <a:ext cx="709712" cy="728417"/>
            </a:xfrm>
            <a:custGeom>
              <a:avLst/>
              <a:gdLst>
                <a:gd name="csX0" fmla="*/ 709584 w 709712"/>
                <a:gd name="csY0" fmla="*/ 1104 h 728417"/>
                <a:gd name="csX1" fmla="*/ 416675 w 709712"/>
                <a:gd name="csY1" fmla="*/ 274429 h 728417"/>
                <a:gd name="csX2" fmla="*/ 409380 w 709712"/>
                <a:gd name="csY2" fmla="*/ 594690 h 728417"/>
                <a:gd name="csX3" fmla="*/ 471036 w 709712"/>
                <a:gd name="csY3" fmla="*/ 728432 h 728417"/>
                <a:gd name="csX4" fmla="*/ 397327 w 709712"/>
                <a:gd name="csY4" fmla="*/ 724691 h 728417"/>
                <a:gd name="csX5" fmla="*/ 234635 w 709712"/>
                <a:gd name="csY5" fmla="*/ 723139 h 728417"/>
                <a:gd name="csX6" fmla="*/ 299482 w 709712"/>
                <a:gd name="csY6" fmla="*/ 595097 h 728417"/>
                <a:gd name="csX7" fmla="*/ 299494 w 709712"/>
                <a:gd name="csY7" fmla="*/ 276645 h 728417"/>
                <a:gd name="csX8" fmla="*/ -129 w 709712"/>
                <a:gd name="csY8" fmla="*/ 15 h 7284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09712" h="728417">
                  <a:moveTo>
                    <a:pt x="709584" y="1104"/>
                  </a:moveTo>
                  <a:lnTo>
                    <a:pt x="416675" y="274429"/>
                  </a:lnTo>
                  <a:lnTo>
                    <a:pt x="409380" y="594690"/>
                  </a:lnTo>
                  <a:lnTo>
                    <a:pt x="471036" y="728432"/>
                  </a:lnTo>
                  <a:moveTo>
                    <a:pt x="397327" y="724691"/>
                  </a:moveTo>
                  <a:lnTo>
                    <a:pt x="234635" y="723139"/>
                  </a:lnTo>
                  <a:lnTo>
                    <a:pt x="299482" y="595097"/>
                  </a:lnTo>
                  <a:lnTo>
                    <a:pt x="299494" y="276645"/>
                  </a:lnTo>
                  <a:lnTo>
                    <a:pt x="-129" y="15"/>
                  </a:lnTo>
                </a:path>
              </a:pathLst>
            </a:custGeom>
            <a:noFill/>
            <a:ln w="19050" cap="flat">
              <a:solidFill>
                <a:srgbClr val="000000"/>
              </a:solidFill>
              <a:prstDash val="solid"/>
              <a:miter/>
            </a:ln>
          </p:spPr>
          <p:txBody>
            <a:bodyPr/>
            <a:lstStyle/>
            <a:p>
              <a:endParaRPr lang="en-US" dirty="0"/>
            </a:p>
          </p:txBody>
        </p:sp>
      </p:grpSp>
      <p:sp>
        <p:nvSpPr>
          <p:cNvPr id="9" name="Freeform: Shape 8">
            <a:extLst>
              <a:ext uri="{FF2B5EF4-FFF2-40B4-BE49-F238E27FC236}">
                <a16:creationId xmlns:a16="http://schemas.microsoft.com/office/drawing/2014/main" id="{D33289B8-2552-04BE-84C9-C53B2E88142C}"/>
              </a:ext>
            </a:extLst>
          </p:cNvPr>
          <p:cNvSpPr/>
          <p:nvPr/>
        </p:nvSpPr>
        <p:spPr>
          <a:xfrm>
            <a:off x="3346662" y="1876281"/>
            <a:ext cx="35321" cy="35323"/>
          </a:xfrm>
          <a:custGeom>
            <a:avLst/>
            <a:gdLst>
              <a:gd name="csX0" fmla="*/ 0 w 17317"/>
              <a:gd name="csY0" fmla="*/ 0 h 17318"/>
              <a:gd name="csX1" fmla="*/ 0 w 17317"/>
              <a:gd name="csY1" fmla="*/ 0 h 17318"/>
            </a:gdLst>
            <a:ahLst/>
            <a:cxnLst>
              <a:cxn ang="0">
                <a:pos x="csX0" y="csY0"/>
              </a:cxn>
              <a:cxn ang="0">
                <a:pos x="csX1" y="csY1"/>
              </a:cxn>
            </a:cxnLst>
            <a:rect l="l" t="t" r="r" b="b"/>
            <a:pathLst>
              <a:path w="17317" h="17318">
                <a:moveTo>
                  <a:pt x="0" y="0"/>
                </a:moveTo>
                <a:lnTo>
                  <a:pt x="0" y="0"/>
                </a:lnTo>
              </a:path>
            </a:pathLst>
          </a:custGeom>
          <a:solidFill>
            <a:srgbClr val="4E4E4E"/>
          </a:solidFill>
          <a:ln w="9378" cap="flat">
            <a:solidFill>
              <a:srgbClr val="000000"/>
            </a:solidFill>
            <a:prstDash val="solid"/>
            <a:miter/>
          </a:ln>
        </p:spPr>
        <p:txBody>
          <a:bodyPr/>
          <a:lstStyle/>
          <a:p>
            <a:endParaRPr lang="en-US" dirty="0"/>
          </a:p>
        </p:txBody>
      </p:sp>
      <p:sp>
        <p:nvSpPr>
          <p:cNvPr id="10" name="Freeform: Shape 9">
            <a:extLst>
              <a:ext uri="{FF2B5EF4-FFF2-40B4-BE49-F238E27FC236}">
                <a16:creationId xmlns:a16="http://schemas.microsoft.com/office/drawing/2014/main" id="{066A8B6C-F8D2-7A8D-DB02-5362C50B4492}"/>
              </a:ext>
            </a:extLst>
          </p:cNvPr>
          <p:cNvSpPr/>
          <p:nvPr/>
        </p:nvSpPr>
        <p:spPr>
          <a:xfrm>
            <a:off x="3439494" y="1875504"/>
            <a:ext cx="35321" cy="35323"/>
          </a:xfrm>
          <a:custGeom>
            <a:avLst/>
            <a:gdLst>
              <a:gd name="csX0" fmla="*/ 0 w 17317"/>
              <a:gd name="csY0" fmla="*/ 0 h 17318"/>
              <a:gd name="csX1" fmla="*/ 0 w 17317"/>
              <a:gd name="csY1" fmla="*/ 0 h 17318"/>
            </a:gdLst>
            <a:ahLst/>
            <a:cxnLst>
              <a:cxn ang="0">
                <a:pos x="csX0" y="csY0"/>
              </a:cxn>
              <a:cxn ang="0">
                <a:pos x="csX1" y="csY1"/>
              </a:cxn>
            </a:cxnLst>
            <a:rect l="l" t="t" r="r" b="b"/>
            <a:pathLst>
              <a:path w="17317" h="17318">
                <a:moveTo>
                  <a:pt x="0" y="0"/>
                </a:moveTo>
                <a:lnTo>
                  <a:pt x="0" y="0"/>
                </a:lnTo>
              </a:path>
            </a:pathLst>
          </a:custGeom>
          <a:solidFill>
            <a:srgbClr val="4E4E4E"/>
          </a:solidFill>
          <a:ln w="9378" cap="flat">
            <a:solidFill>
              <a:srgbClr val="000000"/>
            </a:solidFill>
            <a:prstDash val="solid"/>
            <a:miter/>
          </a:ln>
        </p:spPr>
        <p:txBody>
          <a:bodyPr/>
          <a:lstStyle/>
          <a:p>
            <a:endParaRPr lang="en-US" dirty="0"/>
          </a:p>
        </p:txBody>
      </p:sp>
      <p:sp>
        <p:nvSpPr>
          <p:cNvPr id="11" name="Freeform: Shape 10">
            <a:extLst>
              <a:ext uri="{FF2B5EF4-FFF2-40B4-BE49-F238E27FC236}">
                <a16:creationId xmlns:a16="http://schemas.microsoft.com/office/drawing/2014/main" id="{3253CD80-03F3-A4C8-2FB8-551F85E01AAB}"/>
              </a:ext>
            </a:extLst>
          </p:cNvPr>
          <p:cNvSpPr/>
          <p:nvPr/>
        </p:nvSpPr>
        <p:spPr>
          <a:xfrm>
            <a:off x="2529755" y="721395"/>
            <a:ext cx="1605893" cy="1716651"/>
          </a:xfrm>
          <a:custGeom>
            <a:avLst/>
            <a:gdLst>
              <a:gd name="csX0" fmla="*/ 787323 w 787323"/>
              <a:gd name="csY0" fmla="*/ 840116 h 841624"/>
              <a:gd name="csX1" fmla="*/ 787323 w 787323"/>
              <a:gd name="csY1" fmla="*/ 0 h 841624"/>
              <a:gd name="csX2" fmla="*/ 0 w 787323"/>
              <a:gd name="csY2" fmla="*/ 0 h 841624"/>
              <a:gd name="csX3" fmla="*/ 0 w 787323"/>
              <a:gd name="csY3" fmla="*/ 840659 h 841624"/>
              <a:gd name="csX4" fmla="*/ 419753 w 787323"/>
              <a:gd name="csY4" fmla="*/ 841625 h 841624"/>
            </a:gdLst>
            <a:ahLst/>
            <a:cxnLst>
              <a:cxn ang="0">
                <a:pos x="csX0" y="csY0"/>
              </a:cxn>
              <a:cxn ang="0">
                <a:pos x="csX1" y="csY1"/>
              </a:cxn>
              <a:cxn ang="0">
                <a:pos x="csX2" y="csY2"/>
              </a:cxn>
              <a:cxn ang="0">
                <a:pos x="csX3" y="csY3"/>
              </a:cxn>
              <a:cxn ang="0">
                <a:pos x="csX4" y="csY4"/>
              </a:cxn>
            </a:cxnLst>
            <a:rect l="l" t="t" r="r" b="b"/>
            <a:pathLst>
              <a:path w="787323" h="841624">
                <a:moveTo>
                  <a:pt x="787323" y="840116"/>
                </a:moveTo>
                <a:lnTo>
                  <a:pt x="787323" y="0"/>
                </a:lnTo>
                <a:lnTo>
                  <a:pt x="0" y="0"/>
                </a:lnTo>
                <a:lnTo>
                  <a:pt x="0" y="840659"/>
                </a:lnTo>
                <a:lnTo>
                  <a:pt x="419753" y="841625"/>
                </a:lnTo>
              </a:path>
            </a:pathLst>
          </a:custGeom>
          <a:noFill/>
          <a:ln w="11601" cap="flat">
            <a:solidFill>
              <a:schemeClr val="tx1"/>
            </a:solidFill>
            <a:prstDash val="dash"/>
            <a:miter/>
          </a:ln>
        </p:spPr>
        <p:txBody>
          <a:bodyPr/>
          <a:lstStyle/>
          <a:p>
            <a:endParaRPr lang="en-US" dirty="0"/>
          </a:p>
        </p:txBody>
      </p:sp>
      <p:sp>
        <p:nvSpPr>
          <p:cNvPr id="12" name="Freeform: Shape 11">
            <a:extLst>
              <a:ext uri="{FF2B5EF4-FFF2-40B4-BE49-F238E27FC236}">
                <a16:creationId xmlns:a16="http://schemas.microsoft.com/office/drawing/2014/main" id="{16FEA3C0-1434-144F-4AAB-4258CE76BEE4}"/>
              </a:ext>
            </a:extLst>
          </p:cNvPr>
          <p:cNvSpPr/>
          <p:nvPr/>
        </p:nvSpPr>
        <p:spPr>
          <a:xfrm>
            <a:off x="3572361" y="2442133"/>
            <a:ext cx="554962" cy="2562"/>
          </a:xfrm>
          <a:custGeom>
            <a:avLst/>
            <a:gdLst>
              <a:gd name="csX0" fmla="*/ 0 w 272082"/>
              <a:gd name="csY0" fmla="*/ 1257 h 1256"/>
              <a:gd name="csX1" fmla="*/ 272083 w 272082"/>
              <a:gd name="csY1" fmla="*/ 0 h 1256"/>
            </a:gdLst>
            <a:ahLst/>
            <a:cxnLst>
              <a:cxn ang="0">
                <a:pos x="csX0" y="csY0"/>
              </a:cxn>
              <a:cxn ang="0">
                <a:pos x="csX1" y="csY1"/>
              </a:cxn>
            </a:cxnLst>
            <a:rect l="l" t="t" r="r" b="b"/>
            <a:pathLst>
              <a:path w="272082" h="1256">
                <a:moveTo>
                  <a:pt x="0" y="1257"/>
                </a:moveTo>
                <a:lnTo>
                  <a:pt x="272083" y="0"/>
                </a:lnTo>
              </a:path>
            </a:pathLst>
          </a:custGeom>
          <a:noFill/>
          <a:ln w="12700" cap="flat">
            <a:solidFill>
              <a:srgbClr val="000000"/>
            </a:solidFill>
            <a:prstDash val="dash"/>
            <a:miter/>
          </a:ln>
        </p:spPr>
        <p:txBody>
          <a:bodyPr/>
          <a:lstStyle/>
          <a:p>
            <a:endParaRPr lang="en-US" dirty="0"/>
          </a:p>
        </p:txBody>
      </p:sp>
      <p:sp>
        <p:nvSpPr>
          <p:cNvPr id="13" name="Freeform: Shape 12">
            <a:extLst>
              <a:ext uri="{FF2B5EF4-FFF2-40B4-BE49-F238E27FC236}">
                <a16:creationId xmlns:a16="http://schemas.microsoft.com/office/drawing/2014/main" id="{07562B32-BDB8-CBFF-07D0-9D72A9AF8DA9}"/>
              </a:ext>
            </a:extLst>
          </p:cNvPr>
          <p:cNvSpPr/>
          <p:nvPr/>
        </p:nvSpPr>
        <p:spPr>
          <a:xfrm>
            <a:off x="3401431" y="2438047"/>
            <a:ext cx="381095" cy="1505390"/>
          </a:xfrm>
          <a:custGeom>
            <a:avLst/>
            <a:gdLst>
              <a:gd name="csX0" fmla="*/ 1927 w 186840"/>
              <a:gd name="csY0" fmla="*/ 739 h 735662"/>
              <a:gd name="csX1" fmla="*/ 83846 w 186840"/>
              <a:gd name="csY1" fmla="*/ 0 h 735662"/>
              <a:gd name="csX2" fmla="*/ 83846 w 186840"/>
              <a:gd name="csY2" fmla="*/ 483117 h 735662"/>
              <a:gd name="csX3" fmla="*/ 128164 w 186840"/>
              <a:gd name="csY3" fmla="*/ 672534 h 735662"/>
              <a:gd name="csX4" fmla="*/ 186841 w 186840"/>
              <a:gd name="csY4" fmla="*/ 673285 h 735662"/>
              <a:gd name="csX5" fmla="*/ 186596 w 186840"/>
              <a:gd name="csY5" fmla="*/ 735663 h 735662"/>
              <a:gd name="csX6" fmla="*/ 70045 w 186840"/>
              <a:gd name="csY6" fmla="*/ 735306 h 735662"/>
              <a:gd name="csX7" fmla="*/ 0 w 186840"/>
              <a:gd name="csY7" fmla="*/ 484691 h 735662"/>
              <a:gd name="csX8" fmla="*/ 1927 w 186840"/>
              <a:gd name="csY8" fmla="*/ 739 h 7356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6840" h="735662">
                <a:moveTo>
                  <a:pt x="1927" y="739"/>
                </a:moveTo>
                <a:lnTo>
                  <a:pt x="83846" y="0"/>
                </a:lnTo>
                <a:lnTo>
                  <a:pt x="83846" y="483117"/>
                </a:lnTo>
                <a:lnTo>
                  <a:pt x="128164" y="672534"/>
                </a:lnTo>
                <a:lnTo>
                  <a:pt x="186841" y="673285"/>
                </a:lnTo>
                <a:lnTo>
                  <a:pt x="186596" y="735663"/>
                </a:lnTo>
                <a:lnTo>
                  <a:pt x="70045" y="735306"/>
                </a:lnTo>
                <a:lnTo>
                  <a:pt x="0" y="484691"/>
                </a:lnTo>
                <a:lnTo>
                  <a:pt x="1927" y="739"/>
                </a:lnTo>
              </a:path>
            </a:pathLst>
          </a:custGeom>
          <a:solidFill>
            <a:srgbClr val="800080">
              <a:alpha val="16000"/>
            </a:srgbClr>
          </a:solidFill>
          <a:ln w="5841" cap="flat">
            <a:noFill/>
            <a:prstDash val="solid"/>
            <a:miter/>
          </a:ln>
        </p:spPr>
        <p:txBody>
          <a:bodyPr/>
          <a:lstStyle/>
          <a:p>
            <a:endParaRPr lang="en-US" dirty="0"/>
          </a:p>
        </p:txBody>
      </p:sp>
      <p:sp>
        <p:nvSpPr>
          <p:cNvPr id="14" name="Freeform: Shape 13">
            <a:extLst>
              <a:ext uri="{FF2B5EF4-FFF2-40B4-BE49-F238E27FC236}">
                <a16:creationId xmlns:a16="http://schemas.microsoft.com/office/drawing/2014/main" id="{0B3AA433-131C-1C2D-CBBA-3D946B083BF7}"/>
              </a:ext>
            </a:extLst>
          </p:cNvPr>
          <p:cNvSpPr/>
          <p:nvPr/>
        </p:nvSpPr>
        <p:spPr>
          <a:xfrm>
            <a:off x="3408895" y="2411766"/>
            <a:ext cx="381095" cy="1534863"/>
          </a:xfrm>
          <a:custGeom>
            <a:avLst/>
            <a:gdLst>
              <a:gd name="csX0" fmla="*/ 1592 w 186840"/>
              <a:gd name="csY0" fmla="*/ 0 h 752499"/>
              <a:gd name="csX1" fmla="*/ 0 w 186840"/>
              <a:gd name="csY1" fmla="*/ 501530 h 752499"/>
              <a:gd name="csX2" fmla="*/ 70045 w 186840"/>
              <a:gd name="csY2" fmla="*/ 752145 h 752499"/>
              <a:gd name="csX3" fmla="*/ 186596 w 186840"/>
              <a:gd name="csY3" fmla="*/ 752500 h 752499"/>
              <a:gd name="csX4" fmla="*/ 186841 w 186840"/>
              <a:gd name="csY4" fmla="*/ 690122 h 752499"/>
              <a:gd name="csX5" fmla="*/ 128164 w 186840"/>
              <a:gd name="csY5" fmla="*/ 689370 h 752499"/>
              <a:gd name="csX6" fmla="*/ 80003 w 186840"/>
              <a:gd name="csY6" fmla="*/ 501530 h 752499"/>
              <a:gd name="csX7" fmla="*/ 80003 w 186840"/>
              <a:gd name="csY7" fmla="*/ 274 h 7524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6840" h="752499">
                <a:moveTo>
                  <a:pt x="1592" y="0"/>
                </a:moveTo>
                <a:cubicBezTo>
                  <a:pt x="1592" y="0"/>
                  <a:pt x="0" y="472318"/>
                  <a:pt x="0" y="501530"/>
                </a:cubicBezTo>
                <a:lnTo>
                  <a:pt x="70045" y="752145"/>
                </a:lnTo>
                <a:lnTo>
                  <a:pt x="186596" y="752500"/>
                </a:lnTo>
                <a:moveTo>
                  <a:pt x="186841" y="690122"/>
                </a:moveTo>
                <a:lnTo>
                  <a:pt x="128164" y="689370"/>
                </a:lnTo>
                <a:lnTo>
                  <a:pt x="80003" y="501530"/>
                </a:lnTo>
                <a:lnTo>
                  <a:pt x="80003" y="274"/>
                </a:lnTo>
              </a:path>
            </a:pathLst>
          </a:custGeom>
          <a:noFill/>
          <a:ln w="19050" cap="flat">
            <a:solidFill>
              <a:srgbClr val="000000"/>
            </a:solidFill>
            <a:prstDash val="solid"/>
            <a:miter/>
          </a:ln>
        </p:spPr>
        <p:txBody>
          <a:bodyPr/>
          <a:lstStyle/>
          <a:p>
            <a:endParaRPr lang="en-US" dirty="0"/>
          </a:p>
        </p:txBody>
      </p:sp>
      <p:sp>
        <p:nvSpPr>
          <p:cNvPr id="15" name="TextBox 14">
            <a:extLst>
              <a:ext uri="{FF2B5EF4-FFF2-40B4-BE49-F238E27FC236}">
                <a16:creationId xmlns:a16="http://schemas.microsoft.com/office/drawing/2014/main" id="{7D2E0C59-0141-0E0E-F24A-AE969E352767}"/>
              </a:ext>
            </a:extLst>
          </p:cNvPr>
          <p:cNvSpPr txBox="1"/>
          <p:nvPr/>
        </p:nvSpPr>
        <p:spPr>
          <a:xfrm>
            <a:off x="3225072" y="758109"/>
            <a:ext cx="807824" cy="217653"/>
          </a:xfrm>
          <a:prstGeom prst="rect">
            <a:avLst/>
          </a:prstGeom>
          <a:noFill/>
        </p:spPr>
        <p:txBody>
          <a:bodyPr wrap="none" rtlCol="0">
            <a:spAutoFit/>
          </a:bodyPr>
          <a:lstStyle/>
          <a:p>
            <a:pPr algn="l"/>
            <a:r>
              <a:rPr lang="en-US" sz="700" b="1" spc="0" baseline="0" dirty="0">
                <a:ln/>
                <a:solidFill>
                  <a:srgbClr val="FFFFFF"/>
                </a:solidFill>
                <a:latin typeface="Arial"/>
                <a:cs typeface="Arial"/>
                <a:sym typeface="Arial"/>
                <a:rtl val="0"/>
              </a:rPr>
              <a:t>touch screen</a:t>
            </a:r>
          </a:p>
        </p:txBody>
      </p:sp>
      <p:grpSp>
        <p:nvGrpSpPr>
          <p:cNvPr id="16" name="Graphic 4">
            <a:extLst>
              <a:ext uri="{FF2B5EF4-FFF2-40B4-BE49-F238E27FC236}">
                <a16:creationId xmlns:a16="http://schemas.microsoft.com/office/drawing/2014/main" id="{94E1D2F0-12C8-D815-82BD-7B61DFFFCDC6}"/>
              </a:ext>
            </a:extLst>
          </p:cNvPr>
          <p:cNvGrpSpPr/>
          <p:nvPr/>
        </p:nvGrpSpPr>
        <p:grpSpPr>
          <a:xfrm>
            <a:off x="2581597" y="3148816"/>
            <a:ext cx="83913" cy="92010"/>
            <a:chOff x="3224552" y="1482710"/>
            <a:chExt cx="41140" cy="45110"/>
          </a:xfrm>
          <a:solidFill>
            <a:srgbClr val="4E4E4E"/>
          </a:solidFill>
        </p:grpSpPr>
        <p:sp>
          <p:nvSpPr>
            <p:cNvPr id="542" name="Freeform: Shape 541">
              <a:extLst>
                <a:ext uri="{FF2B5EF4-FFF2-40B4-BE49-F238E27FC236}">
                  <a16:creationId xmlns:a16="http://schemas.microsoft.com/office/drawing/2014/main" id="{E3708CCD-52B4-7881-D2D4-08F0B39FA715}"/>
                </a:ext>
              </a:extLst>
            </p:cNvPr>
            <p:cNvSpPr/>
            <p:nvPr/>
          </p:nvSpPr>
          <p:spPr>
            <a:xfrm rot="-3687274">
              <a:off x="3248133" y="1527820"/>
              <a:ext cx="17317" cy="17318"/>
            </a:xfrm>
            <a:custGeom>
              <a:avLst/>
              <a:gdLst>
                <a:gd name="csX0" fmla="*/ -47 w 17317"/>
                <a:gd name="csY0" fmla="*/ -73 h 17318"/>
                <a:gd name="csX1" fmla="*/ -47 w 17317"/>
                <a:gd name="csY1" fmla="*/ -73 h 17318"/>
              </a:gdLst>
              <a:ahLst/>
              <a:cxnLst>
                <a:cxn ang="0">
                  <a:pos x="csX0" y="csY0"/>
                </a:cxn>
                <a:cxn ang="0">
                  <a:pos x="csX1" y="csY1"/>
                </a:cxn>
              </a:cxnLst>
              <a:rect l="l" t="t" r="r" b="b"/>
              <a:pathLst>
                <a:path w="17317" h="17318">
                  <a:moveTo>
                    <a:pt x="-47" y="-73"/>
                  </a:moveTo>
                  <a:lnTo>
                    <a:pt x="-47" y="-73"/>
                  </a:lnTo>
                </a:path>
              </a:pathLst>
            </a:custGeom>
            <a:solidFill>
              <a:srgbClr val="4E4E4E"/>
            </a:solidFill>
            <a:ln w="9377" cap="flat">
              <a:solidFill>
                <a:srgbClr val="000000"/>
              </a:solidFill>
              <a:prstDash val="solid"/>
              <a:miter/>
            </a:ln>
          </p:spPr>
          <p:txBody>
            <a:bodyPr/>
            <a:lstStyle/>
            <a:p>
              <a:endParaRPr lang="en-US" dirty="0"/>
            </a:p>
          </p:txBody>
        </p:sp>
        <p:sp>
          <p:nvSpPr>
            <p:cNvPr id="543" name="Freeform: Shape 542">
              <a:extLst>
                <a:ext uri="{FF2B5EF4-FFF2-40B4-BE49-F238E27FC236}">
                  <a16:creationId xmlns:a16="http://schemas.microsoft.com/office/drawing/2014/main" id="{2C71D5EC-BEB9-5B99-C4CF-5837444CFBF3}"/>
                </a:ext>
              </a:extLst>
            </p:cNvPr>
            <p:cNvSpPr/>
            <p:nvPr/>
          </p:nvSpPr>
          <p:spPr>
            <a:xfrm rot="-3687274">
              <a:off x="3242112" y="1482710"/>
              <a:ext cx="17317" cy="17318"/>
            </a:xfrm>
            <a:custGeom>
              <a:avLst/>
              <a:gdLst>
                <a:gd name="csX0" fmla="*/ -49 w 17317"/>
                <a:gd name="csY0" fmla="*/ -74 h 17318"/>
                <a:gd name="csX1" fmla="*/ -49 w 17317"/>
                <a:gd name="csY1" fmla="*/ -74 h 17318"/>
              </a:gdLst>
              <a:ahLst/>
              <a:cxnLst>
                <a:cxn ang="0">
                  <a:pos x="csX0" y="csY0"/>
                </a:cxn>
                <a:cxn ang="0">
                  <a:pos x="csX1" y="csY1"/>
                </a:cxn>
              </a:cxnLst>
              <a:rect l="l" t="t" r="r" b="b"/>
              <a:pathLst>
                <a:path w="17317" h="17318">
                  <a:moveTo>
                    <a:pt x="-49" y="-74"/>
                  </a:moveTo>
                  <a:lnTo>
                    <a:pt x="-49" y="-74"/>
                  </a:lnTo>
                </a:path>
              </a:pathLst>
            </a:custGeom>
            <a:solidFill>
              <a:srgbClr val="4E4E4E"/>
            </a:solidFill>
            <a:ln w="9377" cap="flat">
              <a:solidFill>
                <a:srgbClr val="000000"/>
              </a:solidFill>
              <a:prstDash val="solid"/>
              <a:miter/>
            </a:ln>
          </p:spPr>
          <p:txBody>
            <a:bodyPr/>
            <a:lstStyle/>
            <a:p>
              <a:endParaRPr lang="en-US" dirty="0"/>
            </a:p>
          </p:txBody>
        </p:sp>
      </p:grpSp>
      <p:sp>
        <p:nvSpPr>
          <p:cNvPr id="17" name="Rectangle 16">
            <a:extLst>
              <a:ext uri="{FF2B5EF4-FFF2-40B4-BE49-F238E27FC236}">
                <a16:creationId xmlns:a16="http://schemas.microsoft.com/office/drawing/2014/main" id="{DBE8B086-5218-ED93-DC7D-F92C39076C0D}"/>
              </a:ext>
            </a:extLst>
          </p:cNvPr>
          <p:cNvSpPr/>
          <p:nvPr/>
        </p:nvSpPr>
        <p:spPr>
          <a:xfrm>
            <a:off x="3358698" y="2714054"/>
            <a:ext cx="267385" cy="36741"/>
          </a:xfrm>
          <a:prstGeom prst="rect">
            <a:avLst/>
          </a:prstGeom>
          <a:solidFill>
            <a:srgbClr val="9B9D9D"/>
          </a:solidFill>
          <a:ln w="6299" cap="flat">
            <a:solidFill>
              <a:srgbClr val="9B9D9D"/>
            </a:solidFill>
            <a:prstDash val="solid"/>
            <a:miter/>
          </a:ln>
        </p:spPr>
        <p:txBody>
          <a:bodyPr/>
          <a:lstStyle/>
          <a:p>
            <a:endParaRPr lang="en-US" dirty="0"/>
          </a:p>
        </p:txBody>
      </p:sp>
      <p:sp>
        <p:nvSpPr>
          <p:cNvPr id="18" name="Rectangle 17">
            <a:extLst>
              <a:ext uri="{FF2B5EF4-FFF2-40B4-BE49-F238E27FC236}">
                <a16:creationId xmlns:a16="http://schemas.microsoft.com/office/drawing/2014/main" id="{5E25921B-A9C6-76A4-3B48-0C6A0F01D9E2}"/>
              </a:ext>
            </a:extLst>
          </p:cNvPr>
          <p:cNvSpPr/>
          <p:nvPr/>
        </p:nvSpPr>
        <p:spPr>
          <a:xfrm>
            <a:off x="3354211" y="3391496"/>
            <a:ext cx="267385" cy="36741"/>
          </a:xfrm>
          <a:prstGeom prst="rect">
            <a:avLst/>
          </a:prstGeom>
          <a:solidFill>
            <a:srgbClr val="9B9D9D"/>
          </a:solidFill>
          <a:ln w="6299" cap="flat">
            <a:solidFill>
              <a:srgbClr val="9B9D9D"/>
            </a:solidFill>
            <a:prstDash val="solid"/>
            <a:miter/>
          </a:ln>
        </p:spPr>
        <p:txBody>
          <a:bodyPr/>
          <a:lstStyle/>
          <a:p>
            <a:endParaRPr lang="en-US" dirty="0"/>
          </a:p>
        </p:txBody>
      </p:sp>
      <p:sp>
        <p:nvSpPr>
          <p:cNvPr id="19" name="Freeform: Shape 18">
            <a:extLst>
              <a:ext uri="{FF2B5EF4-FFF2-40B4-BE49-F238E27FC236}">
                <a16:creationId xmlns:a16="http://schemas.microsoft.com/office/drawing/2014/main" id="{C3D5CB04-D716-1081-C5FC-3352F3A80923}"/>
              </a:ext>
            </a:extLst>
          </p:cNvPr>
          <p:cNvSpPr/>
          <p:nvPr/>
        </p:nvSpPr>
        <p:spPr>
          <a:xfrm>
            <a:off x="3436636" y="2990879"/>
            <a:ext cx="109129" cy="360784"/>
          </a:xfrm>
          <a:custGeom>
            <a:avLst/>
            <a:gdLst>
              <a:gd name="csX0" fmla="*/ 523 w 53503"/>
              <a:gd name="csY0" fmla="*/ 0 h 176882"/>
              <a:gd name="csX1" fmla="*/ 53504 w 53503"/>
              <a:gd name="csY1" fmla="*/ 435 h 176882"/>
              <a:gd name="csX2" fmla="*/ 52981 w 53503"/>
              <a:gd name="csY2" fmla="*/ 176882 h 176882"/>
              <a:gd name="csX3" fmla="*/ 0 w 53503"/>
              <a:gd name="csY3" fmla="*/ 176447 h 176882"/>
            </a:gdLst>
            <a:ahLst/>
            <a:cxnLst>
              <a:cxn ang="0">
                <a:pos x="csX0" y="csY0"/>
              </a:cxn>
              <a:cxn ang="0">
                <a:pos x="csX1" y="csY1"/>
              </a:cxn>
              <a:cxn ang="0">
                <a:pos x="csX2" y="csY2"/>
              </a:cxn>
              <a:cxn ang="0">
                <a:pos x="csX3" y="csY3"/>
              </a:cxn>
            </a:cxnLst>
            <a:rect l="l" t="t" r="r" b="b"/>
            <a:pathLst>
              <a:path w="53503" h="176882">
                <a:moveTo>
                  <a:pt x="523" y="0"/>
                </a:moveTo>
                <a:lnTo>
                  <a:pt x="53504" y="435"/>
                </a:lnTo>
                <a:lnTo>
                  <a:pt x="52981" y="176882"/>
                </a:lnTo>
                <a:lnTo>
                  <a:pt x="0" y="176447"/>
                </a:lnTo>
                <a:close/>
              </a:path>
            </a:pathLst>
          </a:custGeom>
          <a:solidFill>
            <a:srgbClr val="9B9D9D"/>
          </a:solidFill>
          <a:ln w="8643" cap="flat">
            <a:solidFill>
              <a:srgbClr val="9B9D9D"/>
            </a:solidFill>
            <a:prstDash val="solid"/>
            <a:round/>
          </a:ln>
        </p:spPr>
        <p:txBody>
          <a:bodyPr/>
          <a:lstStyle/>
          <a:p>
            <a:endParaRPr lang="en-US" dirty="0"/>
          </a:p>
        </p:txBody>
      </p:sp>
      <p:sp>
        <p:nvSpPr>
          <p:cNvPr id="20" name="Rectangle 19">
            <a:extLst>
              <a:ext uri="{FF2B5EF4-FFF2-40B4-BE49-F238E27FC236}">
                <a16:creationId xmlns:a16="http://schemas.microsoft.com/office/drawing/2014/main" id="{75470EF3-1DA2-6DAB-015C-7E771B6B548A}"/>
              </a:ext>
            </a:extLst>
          </p:cNvPr>
          <p:cNvSpPr/>
          <p:nvPr/>
        </p:nvSpPr>
        <p:spPr>
          <a:xfrm>
            <a:off x="3412589" y="2765026"/>
            <a:ext cx="156177" cy="69615"/>
          </a:xfrm>
          <a:prstGeom prst="rect">
            <a:avLst/>
          </a:prstGeom>
          <a:solidFill>
            <a:srgbClr val="000000"/>
          </a:solidFill>
          <a:ln w="0" cap="sq">
            <a:solidFill>
              <a:srgbClr val="FFFFFF">
                <a:alpha val="2000"/>
              </a:srgbClr>
            </a:solidFill>
            <a:prstDash val="solid"/>
            <a:miter/>
          </a:ln>
        </p:spPr>
        <p:txBody>
          <a:bodyPr/>
          <a:lstStyle/>
          <a:p>
            <a:endParaRPr lang="en-US" dirty="0"/>
          </a:p>
        </p:txBody>
      </p:sp>
      <p:sp>
        <p:nvSpPr>
          <p:cNvPr id="21" name="TextBox 20">
            <a:extLst>
              <a:ext uri="{FF2B5EF4-FFF2-40B4-BE49-F238E27FC236}">
                <a16:creationId xmlns:a16="http://schemas.microsoft.com/office/drawing/2014/main" id="{CDD71085-1F24-E96E-AC5C-746384D1A070}"/>
              </a:ext>
            </a:extLst>
          </p:cNvPr>
          <p:cNvSpPr txBox="1"/>
          <p:nvPr/>
        </p:nvSpPr>
        <p:spPr>
          <a:xfrm>
            <a:off x="3595840" y="2484901"/>
            <a:ext cx="523551" cy="234395"/>
          </a:xfrm>
          <a:prstGeom prst="rect">
            <a:avLst/>
          </a:prstGeom>
          <a:noFill/>
        </p:spPr>
        <p:txBody>
          <a:bodyPr wrap="none" rtlCol="0">
            <a:spAutoFit/>
          </a:bodyPr>
          <a:lstStyle/>
          <a:p>
            <a:pPr algn="l"/>
            <a:r>
              <a:rPr lang="en-US" sz="800" b="1" dirty="0">
                <a:ln/>
                <a:rtl val="0"/>
              </a:rPr>
              <a:t>D</a:t>
            </a:r>
            <a:r>
              <a:rPr lang="en-US" sz="800" b="1" spc="0" baseline="0" dirty="0">
                <a:ln/>
                <a:solidFill>
                  <a:srgbClr val="000000"/>
                </a:solidFill>
                <a:latin typeface="Arial"/>
                <a:cs typeface="Arial"/>
                <a:sym typeface="Arial"/>
                <a:rtl val="0"/>
              </a:rPr>
              <a:t>oors</a:t>
            </a:r>
          </a:p>
        </p:txBody>
      </p:sp>
      <p:sp>
        <p:nvSpPr>
          <p:cNvPr id="22" name="TextBox 21">
            <a:extLst>
              <a:ext uri="{FF2B5EF4-FFF2-40B4-BE49-F238E27FC236}">
                <a16:creationId xmlns:a16="http://schemas.microsoft.com/office/drawing/2014/main" id="{FA8ECCCA-1B0C-79B4-6120-69CB0270A00F}"/>
              </a:ext>
            </a:extLst>
          </p:cNvPr>
          <p:cNvSpPr txBox="1"/>
          <p:nvPr/>
        </p:nvSpPr>
        <p:spPr>
          <a:xfrm rot="16200000">
            <a:off x="3264479" y="3058986"/>
            <a:ext cx="445070" cy="217653"/>
          </a:xfrm>
          <a:prstGeom prst="rect">
            <a:avLst/>
          </a:prstGeom>
          <a:noFill/>
        </p:spPr>
        <p:txBody>
          <a:bodyPr wrap="none" rtlCol="0">
            <a:spAutoFit/>
          </a:bodyPr>
          <a:lstStyle/>
          <a:p>
            <a:pPr algn="l"/>
            <a:r>
              <a:rPr lang="en-US" sz="700" b="1" spc="0" baseline="0" dirty="0">
                <a:ln/>
                <a:solidFill>
                  <a:srgbClr val="000000"/>
                </a:solidFill>
                <a:latin typeface="Arial"/>
                <a:cs typeface="Arial"/>
                <a:sym typeface="Arial"/>
                <a:rtl val="0"/>
              </a:rPr>
              <a:t>scale</a:t>
            </a:r>
          </a:p>
        </p:txBody>
      </p:sp>
      <p:pic>
        <p:nvPicPr>
          <p:cNvPr id="23" name="Picture 22">
            <a:extLst>
              <a:ext uri="{FF2B5EF4-FFF2-40B4-BE49-F238E27FC236}">
                <a16:creationId xmlns:a16="http://schemas.microsoft.com/office/drawing/2014/main" id="{3F0EF057-8C78-05B2-4B9C-CE0041399C01}"/>
              </a:ext>
            </a:extLst>
          </p:cNvPr>
          <p:cNvPicPr>
            <a:picLocks noChangeAspect="1"/>
          </p:cNvPicPr>
          <p:nvPr/>
        </p:nvPicPr>
        <p:blipFill>
          <a:blip r:embed="rId6"/>
          <a:stretch>
            <a:fillRect/>
          </a:stretch>
        </p:blipFill>
        <p:spPr>
          <a:xfrm rot="16200000">
            <a:off x="1862483" y="3505721"/>
            <a:ext cx="241458" cy="241470"/>
          </a:xfrm>
          <a:custGeom>
            <a:avLst/>
            <a:gdLst>
              <a:gd name="csX0" fmla="*/ 109 w 118380"/>
              <a:gd name="csY0" fmla="*/ 89 h 118386"/>
              <a:gd name="csX1" fmla="*/ 118490 w 118380"/>
              <a:gd name="csY1" fmla="*/ 89 h 118386"/>
              <a:gd name="csX2" fmla="*/ 118490 w 118380"/>
              <a:gd name="csY2" fmla="*/ 118475 h 118386"/>
              <a:gd name="csX3" fmla="*/ 109 w 118380"/>
              <a:gd name="csY3" fmla="*/ 118475 h 118386"/>
            </a:gdLst>
            <a:ahLst/>
            <a:cxnLst>
              <a:cxn ang="0">
                <a:pos x="csX0" y="csY0"/>
              </a:cxn>
              <a:cxn ang="0">
                <a:pos x="csX1" y="csY1"/>
              </a:cxn>
              <a:cxn ang="0">
                <a:pos x="csX2" y="csY2"/>
              </a:cxn>
              <a:cxn ang="0">
                <a:pos x="csX3" y="csY3"/>
              </a:cxn>
            </a:cxnLst>
            <a:rect l="l" t="t" r="r" b="b"/>
            <a:pathLst>
              <a:path w="118380" h="118386">
                <a:moveTo>
                  <a:pt x="109" y="89"/>
                </a:moveTo>
                <a:lnTo>
                  <a:pt x="118490" y="89"/>
                </a:lnTo>
                <a:lnTo>
                  <a:pt x="118490" y="118475"/>
                </a:lnTo>
                <a:lnTo>
                  <a:pt x="109" y="118475"/>
                </a:lnTo>
                <a:close/>
              </a:path>
            </a:pathLst>
          </a:custGeom>
        </p:spPr>
      </p:pic>
      <p:sp>
        <p:nvSpPr>
          <p:cNvPr id="24" name="Freeform: Shape 23">
            <a:extLst>
              <a:ext uri="{FF2B5EF4-FFF2-40B4-BE49-F238E27FC236}">
                <a16:creationId xmlns:a16="http://schemas.microsoft.com/office/drawing/2014/main" id="{5EBF3321-F71E-0D22-8CFE-1038169DACED}"/>
              </a:ext>
            </a:extLst>
          </p:cNvPr>
          <p:cNvSpPr/>
          <p:nvPr/>
        </p:nvSpPr>
        <p:spPr>
          <a:xfrm>
            <a:off x="2094004" y="3365584"/>
            <a:ext cx="94774" cy="138148"/>
          </a:xfrm>
          <a:custGeom>
            <a:avLst/>
            <a:gdLst>
              <a:gd name="csX0" fmla="*/ 0 w 46465"/>
              <a:gd name="csY0" fmla="*/ 67731 h 67730"/>
              <a:gd name="csX1" fmla="*/ 46466 w 46465"/>
              <a:gd name="csY1" fmla="*/ 0 h 67730"/>
            </a:gdLst>
            <a:ahLst/>
            <a:cxnLst>
              <a:cxn ang="0">
                <a:pos x="csX0" y="csY0"/>
              </a:cxn>
              <a:cxn ang="0">
                <a:pos x="csX1" y="csY1"/>
              </a:cxn>
            </a:cxnLst>
            <a:rect l="l" t="t" r="r" b="b"/>
            <a:pathLst>
              <a:path w="46465" h="67730">
                <a:moveTo>
                  <a:pt x="0" y="67731"/>
                </a:moveTo>
                <a:lnTo>
                  <a:pt x="46466" y="0"/>
                </a:lnTo>
              </a:path>
            </a:pathLst>
          </a:custGeom>
          <a:noFill/>
          <a:ln w="9525" cap="flat">
            <a:solidFill>
              <a:srgbClr val="000000"/>
            </a:solidFill>
            <a:prstDash val="sysDot"/>
            <a:miter/>
          </a:ln>
        </p:spPr>
        <p:txBody>
          <a:bodyPr/>
          <a:lstStyle/>
          <a:p>
            <a:endParaRPr lang="en-US" dirty="0"/>
          </a:p>
        </p:txBody>
      </p:sp>
      <p:sp>
        <p:nvSpPr>
          <p:cNvPr id="25" name="Freeform: Shape 24">
            <a:extLst>
              <a:ext uri="{FF2B5EF4-FFF2-40B4-BE49-F238E27FC236}">
                <a16:creationId xmlns:a16="http://schemas.microsoft.com/office/drawing/2014/main" id="{965ADD7D-9D18-93C3-E507-552C15CD93DD}"/>
              </a:ext>
            </a:extLst>
          </p:cNvPr>
          <p:cNvSpPr/>
          <p:nvPr/>
        </p:nvSpPr>
        <p:spPr>
          <a:xfrm>
            <a:off x="2100774" y="3736252"/>
            <a:ext cx="94774" cy="138148"/>
          </a:xfrm>
          <a:custGeom>
            <a:avLst/>
            <a:gdLst>
              <a:gd name="csX0" fmla="*/ 0 w 46465"/>
              <a:gd name="csY0" fmla="*/ 0 h 67730"/>
              <a:gd name="csX1" fmla="*/ 46466 w 46465"/>
              <a:gd name="csY1" fmla="*/ 67731 h 67730"/>
            </a:gdLst>
            <a:ahLst/>
            <a:cxnLst>
              <a:cxn ang="0">
                <a:pos x="csX0" y="csY0"/>
              </a:cxn>
              <a:cxn ang="0">
                <a:pos x="csX1" y="csY1"/>
              </a:cxn>
            </a:cxnLst>
            <a:rect l="l" t="t" r="r" b="b"/>
            <a:pathLst>
              <a:path w="46465" h="67730">
                <a:moveTo>
                  <a:pt x="0" y="0"/>
                </a:moveTo>
                <a:lnTo>
                  <a:pt x="46466" y="67731"/>
                </a:lnTo>
              </a:path>
            </a:pathLst>
          </a:custGeom>
          <a:noFill/>
          <a:ln w="9525" cap="flat">
            <a:solidFill>
              <a:srgbClr val="000000"/>
            </a:solidFill>
            <a:prstDash val="sysDot"/>
            <a:miter/>
          </a:ln>
        </p:spPr>
        <p:txBody>
          <a:bodyPr/>
          <a:lstStyle/>
          <a:p>
            <a:endParaRPr lang="en-US" dirty="0"/>
          </a:p>
        </p:txBody>
      </p:sp>
      <p:pic>
        <p:nvPicPr>
          <p:cNvPr id="26" name="Picture 25">
            <a:extLst>
              <a:ext uri="{FF2B5EF4-FFF2-40B4-BE49-F238E27FC236}">
                <a16:creationId xmlns:a16="http://schemas.microsoft.com/office/drawing/2014/main" id="{D0C4250F-F3A7-F4E3-88B3-8AEC3A58325D}"/>
              </a:ext>
            </a:extLst>
          </p:cNvPr>
          <p:cNvPicPr>
            <a:picLocks noChangeAspect="1"/>
          </p:cNvPicPr>
          <p:nvPr/>
        </p:nvPicPr>
        <p:blipFill>
          <a:blip r:embed="rId6"/>
          <a:stretch>
            <a:fillRect/>
          </a:stretch>
        </p:blipFill>
        <p:spPr>
          <a:xfrm rot="16200000">
            <a:off x="2586303" y="1503230"/>
            <a:ext cx="241458" cy="241470"/>
          </a:xfrm>
          <a:custGeom>
            <a:avLst/>
            <a:gdLst>
              <a:gd name="csX0" fmla="*/ 73 w 118380"/>
              <a:gd name="csY0" fmla="*/ 12 h 118386"/>
              <a:gd name="csX1" fmla="*/ 118453 w 118380"/>
              <a:gd name="csY1" fmla="*/ 12 h 118386"/>
              <a:gd name="csX2" fmla="*/ 118453 w 118380"/>
              <a:gd name="csY2" fmla="*/ 118398 h 118386"/>
              <a:gd name="csX3" fmla="*/ 73 w 118380"/>
              <a:gd name="csY3" fmla="*/ 118398 h 118386"/>
            </a:gdLst>
            <a:ahLst/>
            <a:cxnLst>
              <a:cxn ang="0">
                <a:pos x="csX0" y="csY0"/>
              </a:cxn>
              <a:cxn ang="0">
                <a:pos x="csX1" y="csY1"/>
              </a:cxn>
              <a:cxn ang="0">
                <a:pos x="csX2" y="csY2"/>
              </a:cxn>
              <a:cxn ang="0">
                <a:pos x="csX3" y="csY3"/>
              </a:cxn>
            </a:cxnLst>
            <a:rect l="l" t="t" r="r" b="b"/>
            <a:pathLst>
              <a:path w="118380" h="118386">
                <a:moveTo>
                  <a:pt x="73" y="12"/>
                </a:moveTo>
                <a:lnTo>
                  <a:pt x="118453" y="12"/>
                </a:lnTo>
                <a:lnTo>
                  <a:pt x="118453" y="118398"/>
                </a:lnTo>
                <a:lnTo>
                  <a:pt x="73" y="118398"/>
                </a:lnTo>
                <a:close/>
              </a:path>
            </a:pathLst>
          </a:custGeom>
        </p:spPr>
      </p:pic>
      <p:sp>
        <p:nvSpPr>
          <p:cNvPr id="522" name="Rectangle 521">
            <a:extLst>
              <a:ext uri="{FF2B5EF4-FFF2-40B4-BE49-F238E27FC236}">
                <a16:creationId xmlns:a16="http://schemas.microsoft.com/office/drawing/2014/main" id="{4AACBE2E-A5A7-AC18-4857-1FA1E7E86B51}"/>
              </a:ext>
            </a:extLst>
          </p:cNvPr>
          <p:cNvSpPr/>
          <p:nvPr/>
        </p:nvSpPr>
        <p:spPr>
          <a:xfrm>
            <a:off x="4099904" y="3455859"/>
            <a:ext cx="119320" cy="324973"/>
          </a:xfrm>
          <a:prstGeom prst="rect">
            <a:avLst/>
          </a:prstGeom>
          <a:solidFill>
            <a:srgbClr val="000000">
              <a:alpha val="2000"/>
            </a:srgbClr>
          </a:solidFill>
          <a:ln w="12700" cap="sq">
            <a:solidFill>
              <a:srgbClr val="000000"/>
            </a:solidFill>
            <a:prstDash val="solid"/>
            <a:miter/>
          </a:ln>
        </p:spPr>
        <p:txBody>
          <a:bodyPr/>
          <a:lstStyle/>
          <a:p>
            <a:endParaRPr lang="en-US" dirty="0"/>
          </a:p>
        </p:txBody>
      </p:sp>
      <p:sp>
        <p:nvSpPr>
          <p:cNvPr id="523" name="Rectangle 522">
            <a:extLst>
              <a:ext uri="{FF2B5EF4-FFF2-40B4-BE49-F238E27FC236}">
                <a16:creationId xmlns:a16="http://schemas.microsoft.com/office/drawing/2014/main" id="{0A735A06-94E1-DD35-E61C-06185C09D0F5}"/>
              </a:ext>
            </a:extLst>
          </p:cNvPr>
          <p:cNvSpPr/>
          <p:nvPr/>
        </p:nvSpPr>
        <p:spPr>
          <a:xfrm>
            <a:off x="3781050" y="2692589"/>
            <a:ext cx="750971" cy="755272"/>
          </a:xfrm>
          <a:prstGeom prst="rect">
            <a:avLst/>
          </a:prstGeom>
          <a:solidFill>
            <a:srgbClr val="FF9953">
              <a:alpha val="16000"/>
            </a:srgbClr>
          </a:solidFill>
          <a:ln w="19050" cap="sq">
            <a:noFill/>
            <a:prstDash val="solid"/>
            <a:miter/>
          </a:ln>
        </p:spPr>
        <p:txBody>
          <a:bodyPr/>
          <a:lstStyle/>
          <a:p>
            <a:endParaRPr lang="en-US" dirty="0"/>
          </a:p>
        </p:txBody>
      </p:sp>
      <p:sp>
        <p:nvSpPr>
          <p:cNvPr id="524" name="Rectangle 523">
            <a:extLst>
              <a:ext uri="{FF2B5EF4-FFF2-40B4-BE49-F238E27FC236}">
                <a16:creationId xmlns:a16="http://schemas.microsoft.com/office/drawing/2014/main" id="{DEDB722E-1224-5A13-95A7-D745860E46DB}"/>
              </a:ext>
            </a:extLst>
          </p:cNvPr>
          <p:cNvSpPr/>
          <p:nvPr/>
        </p:nvSpPr>
        <p:spPr>
          <a:xfrm>
            <a:off x="3788812" y="3785920"/>
            <a:ext cx="750971" cy="755272"/>
          </a:xfrm>
          <a:prstGeom prst="rect">
            <a:avLst/>
          </a:prstGeom>
          <a:solidFill>
            <a:srgbClr val="FF9955">
              <a:alpha val="16000"/>
            </a:srgbClr>
          </a:solidFill>
          <a:ln w="19050" cap="sq">
            <a:noFill/>
            <a:prstDash val="solid"/>
            <a:miter/>
          </a:ln>
        </p:spPr>
        <p:txBody>
          <a:bodyPr/>
          <a:lstStyle/>
          <a:p>
            <a:endParaRPr lang="en-US" dirty="0"/>
          </a:p>
        </p:txBody>
      </p:sp>
      <p:grpSp>
        <p:nvGrpSpPr>
          <p:cNvPr id="525" name="Graphic 4">
            <a:extLst>
              <a:ext uri="{FF2B5EF4-FFF2-40B4-BE49-F238E27FC236}">
                <a16:creationId xmlns:a16="http://schemas.microsoft.com/office/drawing/2014/main" id="{F43A3281-B7AA-0D8B-0C7E-B88EE91830C8}"/>
              </a:ext>
            </a:extLst>
          </p:cNvPr>
          <p:cNvGrpSpPr/>
          <p:nvPr/>
        </p:nvGrpSpPr>
        <p:grpSpPr>
          <a:xfrm>
            <a:off x="4064421" y="4210793"/>
            <a:ext cx="464611" cy="216174"/>
            <a:chOff x="3951538" y="2003366"/>
            <a:chExt cx="227785" cy="105984"/>
          </a:xfrm>
        </p:grpSpPr>
        <p:grpSp>
          <p:nvGrpSpPr>
            <p:cNvPr id="535" name="Graphic 4">
              <a:extLst>
                <a:ext uri="{FF2B5EF4-FFF2-40B4-BE49-F238E27FC236}">
                  <a16:creationId xmlns:a16="http://schemas.microsoft.com/office/drawing/2014/main" id="{2EFAD734-E98C-2F84-314E-855367EBF0FE}"/>
                </a:ext>
              </a:extLst>
            </p:cNvPr>
            <p:cNvGrpSpPr/>
            <p:nvPr/>
          </p:nvGrpSpPr>
          <p:grpSpPr>
            <a:xfrm>
              <a:off x="3951538" y="2017628"/>
              <a:ext cx="227785" cy="91722"/>
              <a:chOff x="3951538" y="2017628"/>
              <a:chExt cx="227785" cy="91722"/>
            </a:xfrm>
          </p:grpSpPr>
          <p:sp>
            <p:nvSpPr>
              <p:cNvPr id="538" name="Freeform: Shape 537">
                <a:extLst>
                  <a:ext uri="{FF2B5EF4-FFF2-40B4-BE49-F238E27FC236}">
                    <a16:creationId xmlns:a16="http://schemas.microsoft.com/office/drawing/2014/main" id="{08874B38-1A27-6280-EB0F-EC382880B0AE}"/>
                  </a:ext>
                </a:extLst>
              </p:cNvPr>
              <p:cNvSpPr/>
              <p:nvPr/>
            </p:nvSpPr>
            <p:spPr>
              <a:xfrm rot="17996979">
                <a:off x="4038867" y="1968893"/>
                <a:ext cx="53128" cy="227785"/>
              </a:xfrm>
              <a:custGeom>
                <a:avLst/>
                <a:gdLst>
                  <a:gd name="csX0" fmla="*/ 20057 w 53128"/>
                  <a:gd name="csY0" fmla="*/ 225126 h 227785"/>
                  <a:gd name="csX1" fmla="*/ 12534 w 53128"/>
                  <a:gd name="csY1" fmla="*/ 208636 h 227785"/>
                  <a:gd name="csX2" fmla="*/ 16603 w 53128"/>
                  <a:gd name="csY2" fmla="*/ 189322 h 227785"/>
                  <a:gd name="csX3" fmla="*/ 27895 w 53128"/>
                  <a:gd name="csY3" fmla="*/ 173101 h 227785"/>
                  <a:gd name="csX4" fmla="*/ 38713 w 53128"/>
                  <a:gd name="csY4" fmla="*/ 152368 h 227785"/>
                  <a:gd name="csX5" fmla="*/ 35132 w 53128"/>
                  <a:gd name="csY5" fmla="*/ 139732 h 227785"/>
                  <a:gd name="csX6" fmla="*/ 31808 w 53128"/>
                  <a:gd name="csY6" fmla="*/ 132312 h 227785"/>
                  <a:gd name="csX7" fmla="*/ 30014 w 53128"/>
                  <a:gd name="csY7" fmla="*/ 128149 h 227785"/>
                  <a:gd name="csX8" fmla="*/ 28186 w 53128"/>
                  <a:gd name="csY8" fmla="*/ 127881 h 227785"/>
                  <a:gd name="csX9" fmla="*/ 25065 w 53128"/>
                  <a:gd name="csY9" fmla="*/ 126944 h 227785"/>
                  <a:gd name="csX10" fmla="*/ 23611 w 53128"/>
                  <a:gd name="csY10" fmla="*/ 126276 h 227785"/>
                  <a:gd name="csX11" fmla="*/ 22953 w 53128"/>
                  <a:gd name="csY11" fmla="*/ 127926 h 227785"/>
                  <a:gd name="csX12" fmla="*/ 18721 w 53128"/>
                  <a:gd name="csY12" fmla="*/ 130212 h 227785"/>
                  <a:gd name="csX13" fmla="*/ 19647 w 53128"/>
                  <a:gd name="csY13" fmla="*/ 130687 h 227785"/>
                  <a:gd name="csX14" fmla="*/ 17283 w 53128"/>
                  <a:gd name="csY14" fmla="*/ 129602 h 227785"/>
                  <a:gd name="csX15" fmla="*/ 16247 w 53128"/>
                  <a:gd name="csY15" fmla="*/ 129034 h 227785"/>
                  <a:gd name="csX16" fmla="*/ 12297 w 53128"/>
                  <a:gd name="csY16" fmla="*/ 123875 h 227785"/>
                  <a:gd name="csX17" fmla="*/ 10457 w 53128"/>
                  <a:gd name="csY17" fmla="*/ 122056 h 227785"/>
                  <a:gd name="csX18" fmla="*/ 7897 w 53128"/>
                  <a:gd name="csY18" fmla="*/ 118933 h 227785"/>
                  <a:gd name="csX19" fmla="*/ 4912 w 53128"/>
                  <a:gd name="csY19" fmla="*/ 113669 h 227785"/>
                  <a:gd name="csX20" fmla="*/ 1017 w 53128"/>
                  <a:gd name="csY20" fmla="*/ 85804 h 227785"/>
                  <a:gd name="csX21" fmla="*/ 2920 w 53128"/>
                  <a:gd name="csY21" fmla="*/ 59436 h 227785"/>
                  <a:gd name="csX22" fmla="*/ 7179 w 53128"/>
                  <a:gd name="csY22" fmla="*/ 35747 h 227785"/>
                  <a:gd name="csX23" fmla="*/ 7959 w 53128"/>
                  <a:gd name="csY23" fmla="*/ 33109 h 227785"/>
                  <a:gd name="csX24" fmla="*/ 7059 w 53128"/>
                  <a:gd name="csY24" fmla="*/ 32151 h 227785"/>
                  <a:gd name="csX25" fmla="*/ 10651 w 53128"/>
                  <a:gd name="csY25" fmla="*/ 26868 h 227785"/>
                  <a:gd name="csX26" fmla="*/ 17841 w 53128"/>
                  <a:gd name="csY26" fmla="*/ 17829 h 227785"/>
                  <a:gd name="csX27" fmla="*/ 25168 w 53128"/>
                  <a:gd name="csY27" fmla="*/ 8218 h 227785"/>
                  <a:gd name="csX28" fmla="*/ 29234 w 53128"/>
                  <a:gd name="csY28" fmla="*/ 3974 h 227785"/>
                  <a:gd name="csX29" fmla="*/ 30998 w 53128"/>
                  <a:gd name="csY29" fmla="*/ 1858 h 227785"/>
                  <a:gd name="csX30" fmla="*/ 32539 w 53128"/>
                  <a:gd name="csY30" fmla="*/ 674 h 227785"/>
                  <a:gd name="csX31" fmla="*/ 36430 w 53128"/>
                  <a:gd name="csY31" fmla="*/ 1754 h 227785"/>
                  <a:gd name="csX32" fmla="*/ 37079 w 53128"/>
                  <a:gd name="csY32" fmla="*/ 3352 h 227785"/>
                  <a:gd name="csX33" fmla="*/ 37500 w 53128"/>
                  <a:gd name="csY33" fmla="*/ 4961 h 227785"/>
                  <a:gd name="csX34" fmla="*/ 38458 w 53128"/>
                  <a:gd name="csY34" fmla="*/ 6894 h 227785"/>
                  <a:gd name="csX35" fmla="*/ 38915 w 53128"/>
                  <a:gd name="csY35" fmla="*/ 8182 h 227785"/>
                  <a:gd name="csX36" fmla="*/ 41791 w 53128"/>
                  <a:gd name="csY36" fmla="*/ 13112 h 227785"/>
                  <a:gd name="csX37" fmla="*/ 45065 w 53128"/>
                  <a:gd name="csY37" fmla="*/ 26527 h 227785"/>
                  <a:gd name="csX38" fmla="*/ 46059 w 53128"/>
                  <a:gd name="csY38" fmla="*/ 32436 h 227785"/>
                  <a:gd name="csX39" fmla="*/ 47699 w 53128"/>
                  <a:gd name="csY39" fmla="*/ 36019 h 227785"/>
                  <a:gd name="csX40" fmla="*/ 47413 w 53128"/>
                  <a:gd name="csY40" fmla="*/ 38957 h 227785"/>
                  <a:gd name="csX41" fmla="*/ 45696 w 53128"/>
                  <a:gd name="csY41" fmla="*/ 39685 h 227785"/>
                  <a:gd name="csX42" fmla="*/ 45221 w 53128"/>
                  <a:gd name="csY42" fmla="*/ 44785 h 227785"/>
                  <a:gd name="csX43" fmla="*/ 45165 w 53128"/>
                  <a:gd name="csY43" fmla="*/ 62490 h 227785"/>
                  <a:gd name="csX44" fmla="*/ 45364 w 53128"/>
                  <a:gd name="csY44" fmla="*/ 70168 h 227785"/>
                  <a:gd name="csX45" fmla="*/ 51289 w 53128"/>
                  <a:gd name="csY45" fmla="*/ 89769 h 227785"/>
                  <a:gd name="csX46" fmla="*/ 49979 w 53128"/>
                  <a:gd name="csY46" fmla="*/ 111085 h 227785"/>
                  <a:gd name="csX47" fmla="*/ 43616 w 53128"/>
                  <a:gd name="csY47" fmla="*/ 119627 h 227785"/>
                  <a:gd name="csX48" fmla="*/ 37780 w 53128"/>
                  <a:gd name="csY48" fmla="*/ 125244 h 227785"/>
                  <a:gd name="csX49" fmla="*/ 36217 w 53128"/>
                  <a:gd name="csY49" fmla="*/ 126485 h 227785"/>
                  <a:gd name="csX50" fmla="*/ 39111 w 53128"/>
                  <a:gd name="csY50" fmla="*/ 132580 h 227785"/>
                  <a:gd name="csX51" fmla="*/ 45379 w 53128"/>
                  <a:gd name="csY51" fmla="*/ 151977 h 227785"/>
                  <a:gd name="csX52" fmla="*/ 40246 w 53128"/>
                  <a:gd name="csY52" fmla="*/ 167907 h 227785"/>
                  <a:gd name="csX53" fmla="*/ 32913 w 53128"/>
                  <a:gd name="csY53" fmla="*/ 176050 h 227785"/>
                  <a:gd name="csX54" fmla="*/ 24445 w 53128"/>
                  <a:gd name="csY54" fmla="*/ 185694 h 227785"/>
                  <a:gd name="csX55" fmla="*/ 22120 w 53128"/>
                  <a:gd name="csY55" fmla="*/ 223970 h 227785"/>
                  <a:gd name="csX56" fmla="*/ 23158 w 53128"/>
                  <a:gd name="csY56" fmla="*/ 227855 h 227785"/>
                  <a:gd name="csX57" fmla="*/ 20057 w 53128"/>
                  <a:gd name="csY57" fmla="*/ 225127 h 227785"/>
                  <a:gd name="csX58" fmla="*/ 15819 w 53128"/>
                  <a:gd name="csY58" fmla="*/ 197589 h 227785"/>
                  <a:gd name="csX59" fmla="*/ 30302 w 53128"/>
                  <a:gd name="csY59" fmla="*/ 172830 h 227785"/>
                  <a:gd name="csX60" fmla="*/ 37839 w 53128"/>
                  <a:gd name="csY60" fmla="*/ 164882 h 227785"/>
                  <a:gd name="csX61" fmla="*/ 40882 w 53128"/>
                  <a:gd name="csY61" fmla="*/ 147491 h 227785"/>
                  <a:gd name="csX62" fmla="*/ 36682 w 53128"/>
                  <a:gd name="csY62" fmla="*/ 134063 h 227785"/>
                  <a:gd name="csX63" fmla="*/ 33658 w 53128"/>
                  <a:gd name="csY63" fmla="*/ 127194 h 227785"/>
                  <a:gd name="csX64" fmla="*/ 33658 w 53128"/>
                  <a:gd name="csY64" fmla="*/ 127194 h 227785"/>
                  <a:gd name="csX65" fmla="*/ 33658 w 53128"/>
                  <a:gd name="csY65" fmla="*/ 127194 h 227785"/>
                  <a:gd name="csX66" fmla="*/ 36586 w 53128"/>
                  <a:gd name="csY66" fmla="*/ 134059 h 227785"/>
                  <a:gd name="csX67" fmla="*/ 41279 w 53128"/>
                  <a:gd name="csY67" fmla="*/ 151709 h 227785"/>
                  <a:gd name="csX68" fmla="*/ 40465 w 53128"/>
                  <a:gd name="csY68" fmla="*/ 159540 h 227785"/>
                  <a:gd name="csX69" fmla="*/ 30302 w 53128"/>
                  <a:gd name="csY69" fmla="*/ 172830 h 227785"/>
                  <a:gd name="csX70" fmla="*/ 18021 w 53128"/>
                  <a:gd name="csY70" fmla="*/ 191359 h 227785"/>
                  <a:gd name="csX71" fmla="*/ 14633 w 53128"/>
                  <a:gd name="csY71" fmla="*/ 202996 h 227785"/>
                  <a:gd name="csX72" fmla="*/ 14590 w 53128"/>
                  <a:gd name="csY72" fmla="*/ 202347 h 227785"/>
                  <a:gd name="csX73" fmla="*/ 15819 w 53128"/>
                  <a:gd name="csY73" fmla="*/ 197589 h 227785"/>
                  <a:gd name="csX74" fmla="*/ 47306 w 53128"/>
                  <a:gd name="csY74" fmla="*/ 37145 h 227785"/>
                  <a:gd name="csX75" fmla="*/ 45854 w 53128"/>
                  <a:gd name="csY75" fmla="*/ 34335 h 227785"/>
                  <a:gd name="csX76" fmla="*/ 42445 w 53128"/>
                  <a:gd name="csY76" fmla="*/ 27862 h 227785"/>
                  <a:gd name="csX77" fmla="*/ 39941 w 53128"/>
                  <a:gd name="csY77" fmla="*/ 25762 h 227785"/>
                  <a:gd name="csX78" fmla="*/ 39135 w 53128"/>
                  <a:gd name="csY78" fmla="*/ 28942 h 227785"/>
                  <a:gd name="csX79" fmla="*/ 44963 w 53128"/>
                  <a:gd name="csY79" fmla="*/ 37569 h 227785"/>
                  <a:gd name="csX80" fmla="*/ 47306 w 53128"/>
                  <a:gd name="csY80" fmla="*/ 37145 h 227785"/>
                  <a:gd name="csX81" fmla="*/ 13901 w 53128"/>
                  <a:gd name="csY81" fmla="*/ 31263 h 227785"/>
                  <a:gd name="csX82" fmla="*/ 19693 w 53128"/>
                  <a:gd name="csY82" fmla="*/ 23459 h 227785"/>
                  <a:gd name="csX83" fmla="*/ 16011 w 53128"/>
                  <a:gd name="csY83" fmla="*/ 24680 h 227785"/>
                  <a:gd name="csX84" fmla="*/ 11143 w 53128"/>
                  <a:gd name="csY84" fmla="*/ 28068 h 227785"/>
                  <a:gd name="csX85" fmla="*/ 7716 w 53128"/>
                  <a:gd name="csY85" fmla="*/ 31375 h 227785"/>
                  <a:gd name="csX86" fmla="*/ 13901 w 53128"/>
                  <a:gd name="csY86" fmla="*/ 31262 h 227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53128" h="227785">
                    <a:moveTo>
                      <a:pt x="20057" y="225126"/>
                    </a:moveTo>
                    <a:cubicBezTo>
                      <a:pt x="16001" y="220699"/>
                      <a:pt x="13170" y="214495"/>
                      <a:pt x="12534" y="208636"/>
                    </a:cubicBezTo>
                    <a:cubicBezTo>
                      <a:pt x="11862" y="202446"/>
                      <a:pt x="13154" y="196315"/>
                      <a:pt x="16603" y="189322"/>
                    </a:cubicBezTo>
                    <a:cubicBezTo>
                      <a:pt x="19419" y="183613"/>
                      <a:pt x="22753" y="178823"/>
                      <a:pt x="27895" y="173101"/>
                    </a:cubicBezTo>
                    <a:cubicBezTo>
                      <a:pt x="36908" y="163070"/>
                      <a:pt x="38702" y="159631"/>
                      <a:pt x="38713" y="152368"/>
                    </a:cubicBezTo>
                    <a:cubicBezTo>
                      <a:pt x="38719" y="148728"/>
                      <a:pt x="37744" y="145289"/>
                      <a:pt x="35132" y="139732"/>
                    </a:cubicBezTo>
                    <a:cubicBezTo>
                      <a:pt x="34290" y="137941"/>
                      <a:pt x="32795" y="134602"/>
                      <a:pt x="31808" y="132312"/>
                    </a:cubicBezTo>
                    <a:lnTo>
                      <a:pt x="30014" y="128149"/>
                    </a:lnTo>
                    <a:lnTo>
                      <a:pt x="28186" y="127881"/>
                    </a:lnTo>
                    <a:cubicBezTo>
                      <a:pt x="27180" y="127733"/>
                      <a:pt x="25776" y="127312"/>
                      <a:pt x="25065" y="126944"/>
                    </a:cubicBezTo>
                    <a:cubicBezTo>
                      <a:pt x="24355" y="126577"/>
                      <a:pt x="23700" y="126276"/>
                      <a:pt x="23611" y="126276"/>
                    </a:cubicBezTo>
                    <a:cubicBezTo>
                      <a:pt x="23521" y="126276"/>
                      <a:pt x="23225" y="127019"/>
                      <a:pt x="22953" y="127926"/>
                    </a:cubicBezTo>
                    <a:cubicBezTo>
                      <a:pt x="22200" y="130442"/>
                      <a:pt x="19929" y="131668"/>
                      <a:pt x="18721" y="130212"/>
                    </a:cubicBezTo>
                    <a:cubicBezTo>
                      <a:pt x="18427" y="129858"/>
                      <a:pt x="19966" y="130565"/>
                      <a:pt x="19647" y="130687"/>
                    </a:cubicBezTo>
                    <a:cubicBezTo>
                      <a:pt x="19328" y="130809"/>
                      <a:pt x="17143" y="129828"/>
                      <a:pt x="17283" y="129602"/>
                    </a:cubicBezTo>
                    <a:cubicBezTo>
                      <a:pt x="17283" y="129602"/>
                      <a:pt x="16564" y="129208"/>
                      <a:pt x="16247" y="129034"/>
                    </a:cubicBezTo>
                    <a:cubicBezTo>
                      <a:pt x="15763" y="128972"/>
                      <a:pt x="12651" y="124909"/>
                      <a:pt x="12297" y="123875"/>
                    </a:cubicBezTo>
                    <a:cubicBezTo>
                      <a:pt x="12161" y="123478"/>
                      <a:pt x="11333" y="122660"/>
                      <a:pt x="10457" y="122056"/>
                    </a:cubicBezTo>
                    <a:cubicBezTo>
                      <a:pt x="9497" y="121393"/>
                      <a:pt x="8481" y="120154"/>
                      <a:pt x="7897" y="118933"/>
                    </a:cubicBezTo>
                    <a:cubicBezTo>
                      <a:pt x="7365" y="117820"/>
                      <a:pt x="6022" y="115451"/>
                      <a:pt x="4912" y="113669"/>
                    </a:cubicBezTo>
                    <a:cubicBezTo>
                      <a:pt x="-45" y="105707"/>
                      <a:pt x="-912" y="99502"/>
                      <a:pt x="1017" y="85804"/>
                    </a:cubicBezTo>
                    <a:cubicBezTo>
                      <a:pt x="2357" y="76290"/>
                      <a:pt x="2917" y="68530"/>
                      <a:pt x="2920" y="59436"/>
                    </a:cubicBezTo>
                    <a:cubicBezTo>
                      <a:pt x="2924" y="48556"/>
                      <a:pt x="4145" y="41762"/>
                      <a:pt x="7179" y="35747"/>
                    </a:cubicBezTo>
                    <a:cubicBezTo>
                      <a:pt x="7978" y="34162"/>
                      <a:pt x="8260" y="33209"/>
                      <a:pt x="7959" y="33109"/>
                    </a:cubicBezTo>
                    <a:cubicBezTo>
                      <a:pt x="7700" y="33023"/>
                      <a:pt x="7295" y="32591"/>
                      <a:pt x="7059" y="32151"/>
                    </a:cubicBezTo>
                    <a:cubicBezTo>
                      <a:pt x="6483" y="31075"/>
                      <a:pt x="8643" y="27898"/>
                      <a:pt x="10651" y="26868"/>
                    </a:cubicBezTo>
                    <a:cubicBezTo>
                      <a:pt x="12434" y="25954"/>
                      <a:pt x="16224" y="21188"/>
                      <a:pt x="17841" y="17829"/>
                    </a:cubicBezTo>
                    <a:cubicBezTo>
                      <a:pt x="19495" y="14392"/>
                      <a:pt x="22345" y="10654"/>
                      <a:pt x="25168" y="8218"/>
                    </a:cubicBezTo>
                    <a:cubicBezTo>
                      <a:pt x="26471" y="7093"/>
                      <a:pt x="28256" y="5147"/>
                      <a:pt x="29234" y="3974"/>
                    </a:cubicBezTo>
                    <a:lnTo>
                      <a:pt x="30998" y="1858"/>
                    </a:lnTo>
                    <a:cubicBezTo>
                      <a:pt x="32033" y="1002"/>
                      <a:pt x="31944" y="1053"/>
                      <a:pt x="32539" y="674"/>
                    </a:cubicBezTo>
                    <a:cubicBezTo>
                      <a:pt x="34655" y="-420"/>
                      <a:pt x="35531" y="-12"/>
                      <a:pt x="36430" y="1754"/>
                    </a:cubicBezTo>
                    <a:cubicBezTo>
                      <a:pt x="36866" y="2612"/>
                      <a:pt x="36788" y="2676"/>
                      <a:pt x="37079" y="3352"/>
                    </a:cubicBezTo>
                    <a:cubicBezTo>
                      <a:pt x="37332" y="4215"/>
                      <a:pt x="37325" y="4349"/>
                      <a:pt x="37500" y="4961"/>
                    </a:cubicBezTo>
                    <a:cubicBezTo>
                      <a:pt x="38120" y="6321"/>
                      <a:pt x="37796" y="5558"/>
                      <a:pt x="38458" y="6894"/>
                    </a:cubicBezTo>
                    <a:lnTo>
                      <a:pt x="38915" y="8182"/>
                    </a:lnTo>
                    <a:cubicBezTo>
                      <a:pt x="39143" y="8992"/>
                      <a:pt x="40016" y="10643"/>
                      <a:pt x="41791" y="13112"/>
                    </a:cubicBezTo>
                    <a:cubicBezTo>
                      <a:pt x="43948" y="16113"/>
                      <a:pt x="45130" y="20954"/>
                      <a:pt x="45065" y="26527"/>
                    </a:cubicBezTo>
                    <a:cubicBezTo>
                      <a:pt x="45015" y="30773"/>
                      <a:pt x="45078" y="31150"/>
                      <a:pt x="46059" y="32436"/>
                    </a:cubicBezTo>
                    <a:cubicBezTo>
                      <a:pt x="46636" y="33192"/>
                      <a:pt x="47373" y="34804"/>
                      <a:pt x="47699" y="36019"/>
                    </a:cubicBezTo>
                    <a:cubicBezTo>
                      <a:pt x="48265" y="38131"/>
                      <a:pt x="48252" y="38260"/>
                      <a:pt x="47413" y="38957"/>
                    </a:cubicBezTo>
                    <a:cubicBezTo>
                      <a:pt x="46931" y="39358"/>
                      <a:pt x="46158" y="39685"/>
                      <a:pt x="45696" y="39685"/>
                    </a:cubicBezTo>
                    <a:cubicBezTo>
                      <a:pt x="44879" y="39685"/>
                      <a:pt x="44866" y="39828"/>
                      <a:pt x="45221" y="44785"/>
                    </a:cubicBezTo>
                    <a:cubicBezTo>
                      <a:pt x="45631" y="50492"/>
                      <a:pt x="45616" y="54963"/>
                      <a:pt x="45165" y="62490"/>
                    </a:cubicBezTo>
                    <a:cubicBezTo>
                      <a:pt x="44956" y="65987"/>
                      <a:pt x="45019" y="68413"/>
                      <a:pt x="45364" y="70168"/>
                    </a:cubicBezTo>
                    <a:cubicBezTo>
                      <a:pt x="45890" y="72842"/>
                      <a:pt x="48460" y="81344"/>
                      <a:pt x="51289" y="89769"/>
                    </a:cubicBezTo>
                    <a:cubicBezTo>
                      <a:pt x="54156" y="98307"/>
                      <a:pt x="53844" y="103379"/>
                      <a:pt x="49979" y="111085"/>
                    </a:cubicBezTo>
                    <a:cubicBezTo>
                      <a:pt x="48191" y="114650"/>
                      <a:pt x="47271" y="115884"/>
                      <a:pt x="43616" y="119627"/>
                    </a:cubicBezTo>
                    <a:cubicBezTo>
                      <a:pt x="41266" y="122033"/>
                      <a:pt x="38640" y="124561"/>
                      <a:pt x="37780" y="125244"/>
                    </a:cubicBezTo>
                    <a:lnTo>
                      <a:pt x="36217" y="126485"/>
                    </a:lnTo>
                    <a:lnTo>
                      <a:pt x="39111" y="132580"/>
                    </a:lnTo>
                    <a:cubicBezTo>
                      <a:pt x="44397" y="143712"/>
                      <a:pt x="45379" y="146751"/>
                      <a:pt x="45379" y="151977"/>
                    </a:cubicBezTo>
                    <a:cubicBezTo>
                      <a:pt x="45379" y="157468"/>
                      <a:pt x="43607" y="162968"/>
                      <a:pt x="40246" y="167907"/>
                    </a:cubicBezTo>
                    <a:cubicBezTo>
                      <a:pt x="39545" y="168938"/>
                      <a:pt x="36245" y="172602"/>
                      <a:pt x="32913" y="176050"/>
                    </a:cubicBezTo>
                    <a:cubicBezTo>
                      <a:pt x="29581" y="179498"/>
                      <a:pt x="25770" y="183837"/>
                      <a:pt x="24445" y="185694"/>
                    </a:cubicBezTo>
                    <a:cubicBezTo>
                      <a:pt x="14403" y="199757"/>
                      <a:pt x="13615" y="212733"/>
                      <a:pt x="22120" y="223970"/>
                    </a:cubicBezTo>
                    <a:cubicBezTo>
                      <a:pt x="24111" y="226600"/>
                      <a:pt x="24446" y="227855"/>
                      <a:pt x="23158" y="227855"/>
                    </a:cubicBezTo>
                    <a:cubicBezTo>
                      <a:pt x="22827" y="227855"/>
                      <a:pt x="21432" y="226627"/>
                      <a:pt x="20057" y="225127"/>
                    </a:cubicBezTo>
                    <a:close/>
                    <a:moveTo>
                      <a:pt x="15819" y="197589"/>
                    </a:moveTo>
                    <a:cubicBezTo>
                      <a:pt x="18588" y="189018"/>
                      <a:pt x="21195" y="182258"/>
                      <a:pt x="30302" y="172830"/>
                    </a:cubicBezTo>
                    <a:cubicBezTo>
                      <a:pt x="33288" y="169739"/>
                      <a:pt x="36973" y="166192"/>
                      <a:pt x="37839" y="164882"/>
                    </a:cubicBezTo>
                    <a:cubicBezTo>
                      <a:pt x="41469" y="159393"/>
                      <a:pt x="42219" y="154147"/>
                      <a:pt x="40882" y="147491"/>
                    </a:cubicBezTo>
                    <a:cubicBezTo>
                      <a:pt x="40470" y="145438"/>
                      <a:pt x="38809" y="138895"/>
                      <a:pt x="36682" y="134063"/>
                    </a:cubicBezTo>
                    <a:lnTo>
                      <a:pt x="33658" y="127194"/>
                    </a:lnTo>
                    <a:lnTo>
                      <a:pt x="33658" y="127194"/>
                    </a:lnTo>
                    <a:cubicBezTo>
                      <a:pt x="33007" y="127421"/>
                      <a:pt x="33656" y="126930"/>
                      <a:pt x="33658" y="127194"/>
                    </a:cubicBezTo>
                    <a:cubicBezTo>
                      <a:pt x="33660" y="127457"/>
                      <a:pt x="35193" y="130968"/>
                      <a:pt x="36586" y="134059"/>
                    </a:cubicBezTo>
                    <a:cubicBezTo>
                      <a:pt x="40969" y="143783"/>
                      <a:pt x="41029" y="146974"/>
                      <a:pt x="41279" y="151709"/>
                    </a:cubicBezTo>
                    <a:cubicBezTo>
                      <a:pt x="41475" y="155414"/>
                      <a:pt x="41391" y="156881"/>
                      <a:pt x="40465" y="159540"/>
                    </a:cubicBezTo>
                    <a:cubicBezTo>
                      <a:pt x="39036" y="163638"/>
                      <a:pt x="35688" y="167094"/>
                      <a:pt x="30302" y="172830"/>
                    </a:cubicBezTo>
                    <a:cubicBezTo>
                      <a:pt x="25141" y="178327"/>
                      <a:pt x="20811" y="185467"/>
                      <a:pt x="18021" y="191359"/>
                    </a:cubicBezTo>
                    <a:cubicBezTo>
                      <a:pt x="16009" y="195605"/>
                      <a:pt x="14563" y="200587"/>
                      <a:pt x="14633" y="202996"/>
                    </a:cubicBezTo>
                    <a:cubicBezTo>
                      <a:pt x="14671" y="204298"/>
                      <a:pt x="14291" y="204121"/>
                      <a:pt x="14590" y="202347"/>
                    </a:cubicBezTo>
                    <a:cubicBezTo>
                      <a:pt x="14773" y="201255"/>
                      <a:pt x="15327" y="199114"/>
                      <a:pt x="15819" y="197589"/>
                    </a:cubicBezTo>
                    <a:close/>
                    <a:moveTo>
                      <a:pt x="47306" y="37145"/>
                    </a:moveTo>
                    <a:cubicBezTo>
                      <a:pt x="47164" y="36436"/>
                      <a:pt x="46511" y="35171"/>
                      <a:pt x="45854" y="34335"/>
                    </a:cubicBezTo>
                    <a:cubicBezTo>
                      <a:pt x="44423" y="32514"/>
                      <a:pt x="43602" y="30954"/>
                      <a:pt x="42445" y="27862"/>
                    </a:cubicBezTo>
                    <a:cubicBezTo>
                      <a:pt x="41420" y="25123"/>
                      <a:pt x="41019" y="24787"/>
                      <a:pt x="39941" y="25762"/>
                    </a:cubicBezTo>
                    <a:cubicBezTo>
                      <a:pt x="39317" y="26327"/>
                      <a:pt x="39135" y="27047"/>
                      <a:pt x="39135" y="28942"/>
                    </a:cubicBezTo>
                    <a:cubicBezTo>
                      <a:pt x="39135" y="32900"/>
                      <a:pt x="41111" y="35826"/>
                      <a:pt x="44963" y="37569"/>
                    </a:cubicBezTo>
                    <a:cubicBezTo>
                      <a:pt x="47439" y="38691"/>
                      <a:pt x="47609" y="38660"/>
                      <a:pt x="47306" y="37145"/>
                    </a:cubicBezTo>
                    <a:close/>
                    <a:moveTo>
                      <a:pt x="13901" y="31263"/>
                    </a:moveTo>
                    <a:cubicBezTo>
                      <a:pt x="17144" y="30294"/>
                      <a:pt x="20350" y="25974"/>
                      <a:pt x="19693" y="23459"/>
                    </a:cubicBezTo>
                    <a:cubicBezTo>
                      <a:pt x="19345" y="22130"/>
                      <a:pt x="18362" y="22456"/>
                      <a:pt x="16011" y="24680"/>
                    </a:cubicBezTo>
                    <a:cubicBezTo>
                      <a:pt x="14810" y="25815"/>
                      <a:pt x="12620" y="27340"/>
                      <a:pt x="11143" y="28068"/>
                    </a:cubicBezTo>
                    <a:cubicBezTo>
                      <a:pt x="8497" y="29373"/>
                      <a:pt x="7232" y="30593"/>
                      <a:pt x="7716" y="31375"/>
                    </a:cubicBezTo>
                    <a:cubicBezTo>
                      <a:pt x="8065" y="31940"/>
                      <a:pt x="11865" y="31871"/>
                      <a:pt x="13901" y="31262"/>
                    </a:cubicBezTo>
                    <a:close/>
                  </a:path>
                </a:pathLst>
              </a:custGeom>
              <a:solidFill>
                <a:srgbClr val="000000"/>
              </a:solidFill>
              <a:ln w="416" cap="flat">
                <a:solidFill>
                  <a:srgbClr val="000000"/>
                </a:solidFill>
                <a:prstDash val="solid"/>
                <a:round/>
              </a:ln>
            </p:spPr>
            <p:txBody>
              <a:bodyPr/>
              <a:lstStyle/>
              <a:p>
                <a:endParaRPr lang="en-US" dirty="0"/>
              </a:p>
            </p:txBody>
          </p:sp>
          <p:sp>
            <p:nvSpPr>
              <p:cNvPr id="539" name="Freeform: Shape 538">
                <a:extLst>
                  <a:ext uri="{FF2B5EF4-FFF2-40B4-BE49-F238E27FC236}">
                    <a16:creationId xmlns:a16="http://schemas.microsoft.com/office/drawing/2014/main" id="{DBBA539B-027B-6C18-37E7-99A3840836D7}"/>
                  </a:ext>
                </a:extLst>
              </p:cNvPr>
              <p:cNvSpPr/>
              <p:nvPr/>
            </p:nvSpPr>
            <p:spPr>
              <a:xfrm rot="-3603021">
                <a:off x="3968598" y="2019237"/>
                <a:ext cx="5562" cy="2344"/>
              </a:xfrm>
              <a:custGeom>
                <a:avLst/>
                <a:gdLst>
                  <a:gd name="csX0" fmla="*/ 304 w 5562"/>
                  <a:gd name="csY0" fmla="*/ 1808 h 2344"/>
                  <a:gd name="csX1" fmla="*/ 928 w 5562"/>
                  <a:gd name="csY1" fmla="*/ 1261 h 2344"/>
                  <a:gd name="csX2" fmla="*/ 1620 w 5562"/>
                  <a:gd name="csY2" fmla="*/ 746 h 2344"/>
                  <a:gd name="csX3" fmla="*/ 2384 w 5562"/>
                  <a:gd name="csY3" fmla="*/ 348 h 2344"/>
                  <a:gd name="csX4" fmla="*/ 3082 w 5562"/>
                  <a:gd name="csY4" fmla="*/ 124 h 2344"/>
                  <a:gd name="csX5" fmla="*/ 3560 w 5562"/>
                  <a:gd name="csY5" fmla="*/ 84 h 2344"/>
                  <a:gd name="csX6" fmla="*/ 4036 w 5562"/>
                  <a:gd name="csY6" fmla="*/ 185 h 2344"/>
                  <a:gd name="csX7" fmla="*/ 4582 w 5562"/>
                  <a:gd name="csY7" fmla="*/ 519 h 2344"/>
                  <a:gd name="csX8" fmla="*/ 5014 w 5562"/>
                  <a:gd name="csY8" fmla="*/ 1020 h 2344"/>
                  <a:gd name="csX9" fmla="*/ 5364 w 5562"/>
                  <a:gd name="csY9" fmla="*/ 1607 h 2344"/>
                  <a:gd name="csX10" fmla="*/ 5603 w 5562"/>
                  <a:gd name="csY10" fmla="*/ 2108 h 2344"/>
                  <a:gd name="csX11" fmla="*/ 5569 w 5562"/>
                  <a:gd name="csY11" fmla="*/ 2284 h 2344"/>
                  <a:gd name="csX12" fmla="*/ 5221 w 5562"/>
                  <a:gd name="csY12" fmla="*/ 2426 h 2344"/>
                  <a:gd name="csX13" fmla="*/ 4238 w 5562"/>
                  <a:gd name="csY13" fmla="*/ 2261 h 2344"/>
                  <a:gd name="csX14" fmla="*/ 3122 w 5562"/>
                  <a:gd name="csY14" fmla="*/ 2139 h 2344"/>
                  <a:gd name="csX15" fmla="*/ 1985 w 5562"/>
                  <a:gd name="csY15" fmla="*/ 2260 h 2344"/>
                  <a:gd name="csX16" fmla="*/ 717 w 5562"/>
                  <a:gd name="csY16" fmla="*/ 2423 h 2344"/>
                  <a:gd name="csX17" fmla="*/ 86 w 5562"/>
                  <a:gd name="csY17" fmla="*/ 2232 h 2344"/>
                  <a:gd name="csX18" fmla="*/ 136 w 5562"/>
                  <a:gd name="csY18" fmla="*/ 1976 h 2344"/>
                  <a:gd name="csX19" fmla="*/ 305 w 5562"/>
                  <a:gd name="csY19" fmla="*/ 1807 h 2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562" h="2344">
                    <a:moveTo>
                      <a:pt x="304" y="1808"/>
                    </a:moveTo>
                    <a:cubicBezTo>
                      <a:pt x="435" y="1691"/>
                      <a:pt x="693" y="1459"/>
                      <a:pt x="928" y="1261"/>
                    </a:cubicBezTo>
                    <a:cubicBezTo>
                      <a:pt x="1164" y="1064"/>
                      <a:pt x="1380" y="898"/>
                      <a:pt x="1620" y="746"/>
                    </a:cubicBezTo>
                    <a:cubicBezTo>
                      <a:pt x="1859" y="595"/>
                      <a:pt x="2129" y="454"/>
                      <a:pt x="2384" y="348"/>
                    </a:cubicBezTo>
                    <a:cubicBezTo>
                      <a:pt x="2639" y="241"/>
                      <a:pt x="2890" y="165"/>
                      <a:pt x="3082" y="124"/>
                    </a:cubicBezTo>
                    <a:cubicBezTo>
                      <a:pt x="3274" y="84"/>
                      <a:pt x="3413" y="76"/>
                      <a:pt x="3560" y="84"/>
                    </a:cubicBezTo>
                    <a:cubicBezTo>
                      <a:pt x="3706" y="92"/>
                      <a:pt x="3860" y="114"/>
                      <a:pt x="4036" y="185"/>
                    </a:cubicBezTo>
                    <a:cubicBezTo>
                      <a:pt x="4212" y="255"/>
                      <a:pt x="4415" y="376"/>
                      <a:pt x="4582" y="519"/>
                    </a:cubicBezTo>
                    <a:cubicBezTo>
                      <a:pt x="4749" y="663"/>
                      <a:pt x="4887" y="834"/>
                      <a:pt x="5014" y="1020"/>
                    </a:cubicBezTo>
                    <a:cubicBezTo>
                      <a:pt x="5141" y="1206"/>
                      <a:pt x="5258" y="1407"/>
                      <a:pt x="5364" y="1607"/>
                    </a:cubicBezTo>
                    <a:cubicBezTo>
                      <a:pt x="5470" y="1807"/>
                      <a:pt x="5565" y="2003"/>
                      <a:pt x="5603" y="2108"/>
                    </a:cubicBezTo>
                    <a:cubicBezTo>
                      <a:pt x="5641" y="2212"/>
                      <a:pt x="5620" y="2225"/>
                      <a:pt x="5569" y="2284"/>
                    </a:cubicBezTo>
                    <a:cubicBezTo>
                      <a:pt x="5517" y="2342"/>
                      <a:pt x="5453" y="2425"/>
                      <a:pt x="5221" y="2426"/>
                    </a:cubicBezTo>
                    <a:cubicBezTo>
                      <a:pt x="4989" y="2427"/>
                      <a:pt x="4616" y="2334"/>
                      <a:pt x="4238" y="2261"/>
                    </a:cubicBezTo>
                    <a:cubicBezTo>
                      <a:pt x="3859" y="2189"/>
                      <a:pt x="3486" y="2139"/>
                      <a:pt x="3122" y="2139"/>
                    </a:cubicBezTo>
                    <a:cubicBezTo>
                      <a:pt x="2757" y="2138"/>
                      <a:pt x="2408" y="2189"/>
                      <a:pt x="1985" y="2260"/>
                    </a:cubicBezTo>
                    <a:cubicBezTo>
                      <a:pt x="1562" y="2331"/>
                      <a:pt x="1071" y="2423"/>
                      <a:pt x="717" y="2423"/>
                    </a:cubicBezTo>
                    <a:cubicBezTo>
                      <a:pt x="364" y="2423"/>
                      <a:pt x="152" y="2331"/>
                      <a:pt x="86" y="2232"/>
                    </a:cubicBezTo>
                    <a:cubicBezTo>
                      <a:pt x="20" y="2132"/>
                      <a:pt x="98" y="2027"/>
                      <a:pt x="136" y="1976"/>
                    </a:cubicBezTo>
                    <a:cubicBezTo>
                      <a:pt x="175" y="1924"/>
                      <a:pt x="175" y="1924"/>
                      <a:pt x="305" y="1807"/>
                    </a:cubicBezTo>
                    <a:close/>
                  </a:path>
                </a:pathLst>
              </a:custGeom>
              <a:solidFill>
                <a:srgbClr val="FFFFFF"/>
              </a:solidFill>
              <a:ln w="0" cap="flat">
                <a:solidFill>
                  <a:srgbClr val="000000"/>
                </a:solidFill>
                <a:prstDash val="solid"/>
                <a:miter/>
              </a:ln>
            </p:spPr>
            <p:txBody>
              <a:bodyPr/>
              <a:lstStyle/>
              <a:p>
                <a:endParaRPr lang="en-US" dirty="0"/>
              </a:p>
            </p:txBody>
          </p:sp>
        </p:grpSp>
        <p:sp>
          <p:nvSpPr>
            <p:cNvPr id="536" name="Freeform: Shape 535">
              <a:extLst>
                <a:ext uri="{FF2B5EF4-FFF2-40B4-BE49-F238E27FC236}">
                  <a16:creationId xmlns:a16="http://schemas.microsoft.com/office/drawing/2014/main" id="{D0EAD621-69D3-87AA-8536-1C0D2C39DE6E}"/>
                </a:ext>
              </a:extLst>
            </p:cNvPr>
            <p:cNvSpPr/>
            <p:nvPr/>
          </p:nvSpPr>
          <p:spPr>
            <a:xfrm rot="-1629052" flipV="1">
              <a:off x="3971439" y="2003366"/>
              <a:ext cx="18948" cy="14684"/>
            </a:xfrm>
            <a:custGeom>
              <a:avLst/>
              <a:gdLst>
                <a:gd name="csX0" fmla="*/ 72 w 18948"/>
                <a:gd name="csY0" fmla="*/ 2390 h 14684"/>
                <a:gd name="csX1" fmla="*/ 1886 w 18948"/>
                <a:gd name="csY1" fmla="*/ 5614 h 14684"/>
                <a:gd name="csX2" fmla="*/ 4306 w 18948"/>
                <a:gd name="csY2" fmla="*/ 9890 h 14684"/>
                <a:gd name="csX3" fmla="*/ 8380 w 18948"/>
                <a:gd name="csY3" fmla="*/ 14171 h 14684"/>
                <a:gd name="csX4" fmla="*/ 9422 w 18948"/>
                <a:gd name="csY4" fmla="*/ 14710 h 14684"/>
                <a:gd name="csX5" fmla="*/ 6898 w 18948"/>
                <a:gd name="csY5" fmla="*/ 12326 h 14684"/>
                <a:gd name="csX6" fmla="*/ 4431 w 18948"/>
                <a:gd name="csY6" fmla="*/ 9371 h 14684"/>
                <a:gd name="csX7" fmla="*/ 963 w 18948"/>
                <a:gd name="csY7" fmla="*/ 2986 h 14684"/>
                <a:gd name="csX8" fmla="*/ 3446 w 18948"/>
                <a:gd name="csY8" fmla="*/ 5935 h 14684"/>
                <a:gd name="csX9" fmla="*/ 7126 w 18948"/>
                <a:gd name="csY9" fmla="*/ 9527 h 14684"/>
                <a:gd name="csX10" fmla="*/ 11873 w 18948"/>
                <a:gd name="csY10" fmla="*/ 12730 h 14684"/>
                <a:gd name="csX11" fmla="*/ 14797 w 18948"/>
                <a:gd name="csY11" fmla="*/ 13787 h 14684"/>
                <a:gd name="csX12" fmla="*/ 11671 w 18948"/>
                <a:gd name="csY12" fmla="*/ 12357 h 14684"/>
                <a:gd name="csX13" fmla="*/ 7644 w 18948"/>
                <a:gd name="csY13" fmla="*/ 9501 h 14684"/>
                <a:gd name="csX14" fmla="*/ 4726 w 18948"/>
                <a:gd name="csY14" fmla="*/ 6510 h 14684"/>
                <a:gd name="csX15" fmla="*/ 1793 w 18948"/>
                <a:gd name="csY15" fmla="*/ 2789 h 14684"/>
                <a:gd name="csX16" fmla="*/ 2529 w 18948"/>
                <a:gd name="csY16" fmla="*/ 2074 h 14684"/>
                <a:gd name="csX17" fmla="*/ 2783 w 18948"/>
                <a:gd name="csY17" fmla="*/ 3146 h 14684"/>
                <a:gd name="csX18" fmla="*/ 6219 w 18948"/>
                <a:gd name="csY18" fmla="*/ 6210 h 14684"/>
                <a:gd name="csX19" fmla="*/ 10567 w 18948"/>
                <a:gd name="csY19" fmla="*/ 9377 h 14684"/>
                <a:gd name="csX20" fmla="*/ 12267 w 18948"/>
                <a:gd name="csY20" fmla="*/ 10309 h 14684"/>
                <a:gd name="csX21" fmla="*/ 14714 w 18948"/>
                <a:gd name="csY21" fmla="*/ 11502 h 14684"/>
                <a:gd name="csX22" fmla="*/ 17543 w 18948"/>
                <a:gd name="csY22" fmla="*/ 12580 h 14684"/>
                <a:gd name="csX23" fmla="*/ 18704 w 18948"/>
                <a:gd name="csY23" fmla="*/ 12828 h 14684"/>
                <a:gd name="csX24" fmla="*/ 16776 w 18948"/>
                <a:gd name="csY24" fmla="*/ 12056 h 14684"/>
                <a:gd name="csX25" fmla="*/ 13278 w 18948"/>
                <a:gd name="csY25" fmla="*/ 10387 h 14684"/>
                <a:gd name="csX26" fmla="*/ 10536 w 18948"/>
                <a:gd name="csY26" fmla="*/ 8734 h 14684"/>
                <a:gd name="csX27" fmla="*/ 6846 w 18948"/>
                <a:gd name="csY27" fmla="*/ 5852 h 14684"/>
                <a:gd name="csX28" fmla="*/ 4851 w 18948"/>
                <a:gd name="csY28" fmla="*/ 4193 h 14684"/>
                <a:gd name="csX29" fmla="*/ 3368 w 18948"/>
                <a:gd name="csY29" fmla="*/ 2607 h 14684"/>
                <a:gd name="csX30" fmla="*/ 3031 w 18948"/>
                <a:gd name="csY30" fmla="*/ 1711 h 14684"/>
                <a:gd name="csX31" fmla="*/ 3653 w 18948"/>
                <a:gd name="csY31" fmla="*/ 1446 h 14684"/>
                <a:gd name="csX32" fmla="*/ 5089 w 18948"/>
                <a:gd name="csY32" fmla="*/ 2996 h 14684"/>
                <a:gd name="csX33" fmla="*/ 6400 w 18948"/>
                <a:gd name="csY33" fmla="*/ 3986 h 14684"/>
                <a:gd name="csX34" fmla="*/ 7686 w 18948"/>
                <a:gd name="csY34" fmla="*/ 4945 h 14684"/>
                <a:gd name="csX35" fmla="*/ 9178 w 18948"/>
                <a:gd name="csY35" fmla="*/ 5909 h 14684"/>
                <a:gd name="csX36" fmla="*/ 11117 w 18948"/>
                <a:gd name="csY36" fmla="*/ 7246 h 14684"/>
                <a:gd name="csX37" fmla="*/ 13190 w 18948"/>
                <a:gd name="csY37" fmla="*/ 8501 h 14684"/>
                <a:gd name="csX38" fmla="*/ 15890 w 18948"/>
                <a:gd name="csY38" fmla="*/ 9662 h 14684"/>
                <a:gd name="csX39" fmla="*/ 19000 w 18948"/>
                <a:gd name="csY39" fmla="*/ 10056 h 14684"/>
                <a:gd name="csX40" fmla="*/ 17098 w 18948"/>
                <a:gd name="csY40" fmla="*/ 9459 h 14684"/>
                <a:gd name="csX41" fmla="*/ 13843 w 18948"/>
                <a:gd name="csY41" fmla="*/ 8169 h 14684"/>
                <a:gd name="csX42" fmla="*/ 11562 w 18948"/>
                <a:gd name="csY42" fmla="*/ 6821 h 14684"/>
                <a:gd name="csX43" fmla="*/ 9396 w 18948"/>
                <a:gd name="csY43" fmla="*/ 5225 h 14684"/>
                <a:gd name="csX44" fmla="*/ 7281 w 18948"/>
                <a:gd name="csY44" fmla="*/ 3831 h 14684"/>
                <a:gd name="csX45" fmla="*/ 5410 w 18948"/>
                <a:gd name="csY45" fmla="*/ 2260 h 14684"/>
                <a:gd name="csX46" fmla="*/ 4099 w 18948"/>
                <a:gd name="csY46" fmla="*/ 125 h 14684"/>
                <a:gd name="csX47" fmla="*/ 1394 w 18948"/>
                <a:gd name="csY47" fmla="*/ 1509 h 14684"/>
                <a:gd name="csX48" fmla="*/ 72 w 18948"/>
                <a:gd name="csY48" fmla="*/ 2390 h 14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948" h="14684">
                  <a:moveTo>
                    <a:pt x="72" y="2390"/>
                  </a:moveTo>
                  <a:cubicBezTo>
                    <a:pt x="155" y="3074"/>
                    <a:pt x="1280" y="4541"/>
                    <a:pt x="1886" y="5614"/>
                  </a:cubicBezTo>
                  <a:cubicBezTo>
                    <a:pt x="2591" y="6863"/>
                    <a:pt x="3316" y="8584"/>
                    <a:pt x="4306" y="9890"/>
                  </a:cubicBezTo>
                  <a:cubicBezTo>
                    <a:pt x="5384" y="11315"/>
                    <a:pt x="7525" y="13368"/>
                    <a:pt x="8380" y="14171"/>
                  </a:cubicBezTo>
                  <a:cubicBezTo>
                    <a:pt x="8665" y="14440"/>
                    <a:pt x="9665" y="15021"/>
                    <a:pt x="9422" y="14710"/>
                  </a:cubicBezTo>
                  <a:cubicBezTo>
                    <a:pt x="9173" y="14404"/>
                    <a:pt x="7691" y="13171"/>
                    <a:pt x="6898" y="12326"/>
                  </a:cubicBezTo>
                  <a:cubicBezTo>
                    <a:pt x="6069" y="11434"/>
                    <a:pt x="5120" y="10449"/>
                    <a:pt x="4431" y="9371"/>
                  </a:cubicBezTo>
                  <a:cubicBezTo>
                    <a:pt x="3441" y="7811"/>
                    <a:pt x="1124" y="3556"/>
                    <a:pt x="963" y="2986"/>
                  </a:cubicBezTo>
                  <a:cubicBezTo>
                    <a:pt x="798" y="2410"/>
                    <a:pt x="2565" y="4997"/>
                    <a:pt x="3446" y="5935"/>
                  </a:cubicBezTo>
                  <a:cubicBezTo>
                    <a:pt x="4477" y="7023"/>
                    <a:pt x="5794" y="8449"/>
                    <a:pt x="7126" y="9527"/>
                  </a:cubicBezTo>
                  <a:cubicBezTo>
                    <a:pt x="8530" y="10662"/>
                    <a:pt x="10598" y="12020"/>
                    <a:pt x="11873" y="12730"/>
                  </a:cubicBezTo>
                  <a:cubicBezTo>
                    <a:pt x="12780" y="13233"/>
                    <a:pt x="14833" y="13850"/>
                    <a:pt x="14797" y="13787"/>
                  </a:cubicBezTo>
                  <a:cubicBezTo>
                    <a:pt x="14765" y="13725"/>
                    <a:pt x="12656" y="12948"/>
                    <a:pt x="11671" y="12357"/>
                  </a:cubicBezTo>
                  <a:cubicBezTo>
                    <a:pt x="10479" y="11642"/>
                    <a:pt x="8805" y="10475"/>
                    <a:pt x="7644" y="9501"/>
                  </a:cubicBezTo>
                  <a:cubicBezTo>
                    <a:pt x="6577" y="8604"/>
                    <a:pt x="5638" y="7562"/>
                    <a:pt x="4726" y="6510"/>
                  </a:cubicBezTo>
                  <a:cubicBezTo>
                    <a:pt x="3752" y="5391"/>
                    <a:pt x="2161" y="3530"/>
                    <a:pt x="1793" y="2789"/>
                  </a:cubicBezTo>
                  <a:cubicBezTo>
                    <a:pt x="1642" y="2483"/>
                    <a:pt x="2363" y="2017"/>
                    <a:pt x="2529" y="2074"/>
                  </a:cubicBezTo>
                  <a:cubicBezTo>
                    <a:pt x="2689" y="2136"/>
                    <a:pt x="2539" y="2872"/>
                    <a:pt x="2783" y="3146"/>
                  </a:cubicBezTo>
                  <a:cubicBezTo>
                    <a:pt x="3399" y="3836"/>
                    <a:pt x="5022" y="5251"/>
                    <a:pt x="6219" y="6210"/>
                  </a:cubicBezTo>
                  <a:cubicBezTo>
                    <a:pt x="7520" y="7246"/>
                    <a:pt x="9562" y="8692"/>
                    <a:pt x="10567" y="9377"/>
                  </a:cubicBezTo>
                  <a:cubicBezTo>
                    <a:pt x="11101" y="9739"/>
                    <a:pt x="11692" y="10014"/>
                    <a:pt x="12267" y="10309"/>
                  </a:cubicBezTo>
                  <a:cubicBezTo>
                    <a:pt x="12957" y="10662"/>
                    <a:pt x="13884" y="11144"/>
                    <a:pt x="14714" y="11502"/>
                  </a:cubicBezTo>
                  <a:cubicBezTo>
                    <a:pt x="15595" y="11885"/>
                    <a:pt x="16880" y="12357"/>
                    <a:pt x="17543" y="12580"/>
                  </a:cubicBezTo>
                  <a:cubicBezTo>
                    <a:pt x="17917" y="12704"/>
                    <a:pt x="18834" y="12917"/>
                    <a:pt x="18704" y="12828"/>
                  </a:cubicBezTo>
                  <a:cubicBezTo>
                    <a:pt x="18575" y="12740"/>
                    <a:pt x="17409" y="12341"/>
                    <a:pt x="16776" y="12056"/>
                  </a:cubicBezTo>
                  <a:cubicBezTo>
                    <a:pt x="15869" y="11652"/>
                    <a:pt x="14320" y="10942"/>
                    <a:pt x="13278" y="10387"/>
                  </a:cubicBezTo>
                  <a:cubicBezTo>
                    <a:pt x="12335" y="9884"/>
                    <a:pt x="11407" y="9345"/>
                    <a:pt x="10536" y="8734"/>
                  </a:cubicBezTo>
                  <a:cubicBezTo>
                    <a:pt x="9463" y="7977"/>
                    <a:pt x="7794" y="6609"/>
                    <a:pt x="6846" y="5852"/>
                  </a:cubicBezTo>
                  <a:cubicBezTo>
                    <a:pt x="6172" y="5308"/>
                    <a:pt x="5431" y="4732"/>
                    <a:pt x="4851" y="4193"/>
                  </a:cubicBezTo>
                  <a:cubicBezTo>
                    <a:pt x="4322" y="3696"/>
                    <a:pt x="3674" y="3027"/>
                    <a:pt x="3368" y="2607"/>
                  </a:cubicBezTo>
                  <a:cubicBezTo>
                    <a:pt x="3182" y="2353"/>
                    <a:pt x="2985" y="1908"/>
                    <a:pt x="3031" y="1711"/>
                  </a:cubicBezTo>
                  <a:cubicBezTo>
                    <a:pt x="3083" y="1519"/>
                    <a:pt x="3462" y="1327"/>
                    <a:pt x="3653" y="1446"/>
                  </a:cubicBezTo>
                  <a:cubicBezTo>
                    <a:pt x="3995" y="1659"/>
                    <a:pt x="4628" y="2571"/>
                    <a:pt x="5089" y="2996"/>
                  </a:cubicBezTo>
                  <a:cubicBezTo>
                    <a:pt x="5493" y="3364"/>
                    <a:pt x="5970" y="3660"/>
                    <a:pt x="6400" y="3986"/>
                  </a:cubicBezTo>
                  <a:cubicBezTo>
                    <a:pt x="6830" y="4302"/>
                    <a:pt x="7245" y="4639"/>
                    <a:pt x="7686" y="4945"/>
                  </a:cubicBezTo>
                  <a:cubicBezTo>
                    <a:pt x="8147" y="5266"/>
                    <a:pt x="8686" y="5577"/>
                    <a:pt x="9178" y="5909"/>
                  </a:cubicBezTo>
                  <a:cubicBezTo>
                    <a:pt x="9748" y="6293"/>
                    <a:pt x="10453" y="6821"/>
                    <a:pt x="11117" y="7246"/>
                  </a:cubicBezTo>
                  <a:cubicBezTo>
                    <a:pt x="11780" y="7676"/>
                    <a:pt x="12469" y="8133"/>
                    <a:pt x="13190" y="8501"/>
                  </a:cubicBezTo>
                  <a:cubicBezTo>
                    <a:pt x="13983" y="8900"/>
                    <a:pt x="14942" y="9408"/>
                    <a:pt x="15890" y="9662"/>
                  </a:cubicBezTo>
                  <a:cubicBezTo>
                    <a:pt x="16859" y="9921"/>
                    <a:pt x="18798" y="10092"/>
                    <a:pt x="19000" y="10056"/>
                  </a:cubicBezTo>
                  <a:cubicBezTo>
                    <a:pt x="19197" y="10024"/>
                    <a:pt x="17720" y="9688"/>
                    <a:pt x="17098" y="9459"/>
                  </a:cubicBezTo>
                  <a:cubicBezTo>
                    <a:pt x="16237" y="9143"/>
                    <a:pt x="14765" y="8609"/>
                    <a:pt x="13843" y="8169"/>
                  </a:cubicBezTo>
                  <a:cubicBezTo>
                    <a:pt x="13045" y="7791"/>
                    <a:pt x="12298" y="7308"/>
                    <a:pt x="11562" y="6821"/>
                  </a:cubicBezTo>
                  <a:cubicBezTo>
                    <a:pt x="10821" y="6329"/>
                    <a:pt x="10111" y="5728"/>
                    <a:pt x="9396" y="5225"/>
                  </a:cubicBezTo>
                  <a:cubicBezTo>
                    <a:pt x="8701" y="4743"/>
                    <a:pt x="7945" y="4328"/>
                    <a:pt x="7281" y="3831"/>
                  </a:cubicBezTo>
                  <a:cubicBezTo>
                    <a:pt x="6628" y="3343"/>
                    <a:pt x="5939" y="2877"/>
                    <a:pt x="5410" y="2260"/>
                  </a:cubicBezTo>
                  <a:cubicBezTo>
                    <a:pt x="4882" y="1638"/>
                    <a:pt x="4768" y="249"/>
                    <a:pt x="4099" y="125"/>
                  </a:cubicBezTo>
                  <a:cubicBezTo>
                    <a:pt x="3431" y="0"/>
                    <a:pt x="2067" y="1125"/>
                    <a:pt x="1394" y="1509"/>
                  </a:cubicBezTo>
                  <a:cubicBezTo>
                    <a:pt x="932" y="1763"/>
                    <a:pt x="10" y="1861"/>
                    <a:pt x="72" y="2390"/>
                  </a:cubicBezTo>
                </a:path>
              </a:pathLst>
            </a:custGeom>
            <a:solidFill>
              <a:srgbClr val="000000"/>
            </a:solidFill>
            <a:ln w="5172" cap="flat">
              <a:noFill/>
              <a:prstDash val="solid"/>
              <a:round/>
            </a:ln>
          </p:spPr>
          <p:txBody>
            <a:bodyPr/>
            <a:lstStyle/>
            <a:p>
              <a:endParaRPr lang="en-US" dirty="0"/>
            </a:p>
          </p:txBody>
        </p:sp>
        <p:sp>
          <p:nvSpPr>
            <p:cNvPr id="537" name="Freeform: Shape 536">
              <a:extLst>
                <a:ext uri="{FF2B5EF4-FFF2-40B4-BE49-F238E27FC236}">
                  <a16:creationId xmlns:a16="http://schemas.microsoft.com/office/drawing/2014/main" id="{82AB3739-2060-E308-3934-3EECF57CC3A9}"/>
                </a:ext>
              </a:extLst>
            </p:cNvPr>
            <p:cNvSpPr/>
            <p:nvPr/>
          </p:nvSpPr>
          <p:spPr>
            <a:xfrm rot="-1629052" flipV="1">
              <a:off x="3956809" y="2027488"/>
              <a:ext cx="18624" cy="12747"/>
            </a:xfrm>
            <a:custGeom>
              <a:avLst/>
              <a:gdLst>
                <a:gd name="csX0" fmla="*/ 18448 w 18624"/>
                <a:gd name="csY0" fmla="*/ 12699 h 12747"/>
                <a:gd name="csX1" fmla="*/ 14747 w 18624"/>
                <a:gd name="csY1" fmla="*/ 12736 h 12747"/>
                <a:gd name="csX2" fmla="*/ 9834 w 18624"/>
                <a:gd name="csY2" fmla="*/ 12782 h 12747"/>
                <a:gd name="csX3" fmla="*/ 4091 w 18624"/>
                <a:gd name="csY3" fmla="*/ 11398 h 12747"/>
                <a:gd name="csX4" fmla="*/ 3101 w 18624"/>
                <a:gd name="csY4" fmla="*/ 10761 h 12747"/>
                <a:gd name="csX5" fmla="*/ 6434 w 18624"/>
                <a:gd name="csY5" fmla="*/ 11751 h 12747"/>
                <a:gd name="csX6" fmla="*/ 10223 w 18624"/>
                <a:gd name="csY6" fmla="*/ 12409 h 12747"/>
                <a:gd name="csX7" fmla="*/ 17489 w 18624"/>
                <a:gd name="csY7" fmla="*/ 12222 h 12747"/>
                <a:gd name="csX8" fmla="*/ 13695 w 18624"/>
                <a:gd name="csY8" fmla="*/ 11543 h 12747"/>
                <a:gd name="csX9" fmla="*/ 8735 w 18624"/>
                <a:gd name="csY9" fmla="*/ 10154 h 12747"/>
                <a:gd name="csX10" fmla="*/ 3589 w 18624"/>
                <a:gd name="csY10" fmla="*/ 7646 h 12747"/>
                <a:gd name="csX11" fmla="*/ 1215 w 18624"/>
                <a:gd name="csY11" fmla="*/ 5640 h 12747"/>
                <a:gd name="csX12" fmla="*/ 4014 w 18624"/>
                <a:gd name="csY12" fmla="*/ 7635 h 12747"/>
                <a:gd name="csX13" fmla="*/ 8502 w 18624"/>
                <a:gd name="csY13" fmla="*/ 9693 h 12747"/>
                <a:gd name="csX14" fmla="*/ 12555 w 18624"/>
                <a:gd name="csY14" fmla="*/ 10730 h 12747"/>
                <a:gd name="csX15" fmla="*/ 17240 w 18624"/>
                <a:gd name="csY15" fmla="*/ 11404 h 12747"/>
                <a:gd name="csX16" fmla="*/ 17489 w 18624"/>
                <a:gd name="csY16" fmla="*/ 10419 h 12747"/>
                <a:gd name="csX17" fmla="*/ 16437 w 18624"/>
                <a:gd name="csY17" fmla="*/ 10730 h 12747"/>
                <a:gd name="csX18" fmla="*/ 12068 w 18624"/>
                <a:gd name="csY18" fmla="*/ 9284 h 12747"/>
                <a:gd name="csX19" fmla="*/ 7149 w 18624"/>
                <a:gd name="csY19" fmla="*/ 7102 h 12747"/>
                <a:gd name="csX20" fmla="*/ 5491 w 18624"/>
                <a:gd name="csY20" fmla="*/ 6096 h 12747"/>
                <a:gd name="csX21" fmla="*/ 3231 w 18624"/>
                <a:gd name="csY21" fmla="*/ 4572 h 12747"/>
                <a:gd name="csX22" fmla="*/ 888 w 18624"/>
                <a:gd name="csY22" fmla="*/ 2660 h 12747"/>
                <a:gd name="csX23" fmla="*/ 90 w 18624"/>
                <a:gd name="csY23" fmla="*/ 1784 h 12747"/>
                <a:gd name="csX24" fmla="*/ 1723 w 18624"/>
                <a:gd name="csY24" fmla="*/ 3064 h 12747"/>
                <a:gd name="csX25" fmla="*/ 4915 w 18624"/>
                <a:gd name="csY25" fmla="*/ 5262 h 12747"/>
                <a:gd name="csX26" fmla="*/ 7725 w 18624"/>
                <a:gd name="csY26" fmla="*/ 6806 h 12747"/>
                <a:gd name="csX27" fmla="*/ 12063 w 18624"/>
                <a:gd name="csY27" fmla="*/ 8563 h 12747"/>
                <a:gd name="csX28" fmla="*/ 14499 w 18624"/>
                <a:gd name="csY28" fmla="*/ 9460 h 12747"/>
                <a:gd name="csX29" fmla="*/ 16608 w 18624"/>
                <a:gd name="csY29" fmla="*/ 9952 h 12747"/>
                <a:gd name="csX30" fmla="*/ 17556 w 18624"/>
                <a:gd name="csY30" fmla="*/ 9792 h 12747"/>
                <a:gd name="csX31" fmla="*/ 17473 w 18624"/>
                <a:gd name="csY31" fmla="*/ 9128 h 12747"/>
                <a:gd name="csX32" fmla="*/ 15416 w 18624"/>
                <a:gd name="csY32" fmla="*/ 8656 h 12747"/>
                <a:gd name="csX33" fmla="*/ 13903 w 18624"/>
                <a:gd name="csY33" fmla="*/ 8014 h 12747"/>
                <a:gd name="csX34" fmla="*/ 12425 w 18624"/>
                <a:gd name="csY34" fmla="*/ 7381 h 12747"/>
                <a:gd name="csX35" fmla="*/ 10845 w 18624"/>
                <a:gd name="csY35" fmla="*/ 6568 h 12747"/>
                <a:gd name="csX36" fmla="*/ 8720 w 18624"/>
                <a:gd name="csY36" fmla="*/ 5562 h 12747"/>
                <a:gd name="csX37" fmla="*/ 6600 w 18624"/>
                <a:gd name="csY37" fmla="*/ 4391 h 12747"/>
                <a:gd name="csX38" fmla="*/ 4242 w 18624"/>
                <a:gd name="csY38" fmla="*/ 2634 h 12747"/>
                <a:gd name="csX39" fmla="*/ 2345 w 18624"/>
                <a:gd name="csY39" fmla="*/ 141 h 12747"/>
                <a:gd name="csX40" fmla="*/ 3812 w 18624"/>
                <a:gd name="csY40" fmla="*/ 1488 h 12747"/>
                <a:gd name="csX41" fmla="*/ 6553 w 18624"/>
                <a:gd name="csY41" fmla="*/ 3660 h 12747"/>
                <a:gd name="csX42" fmla="*/ 8865 w 18624"/>
                <a:gd name="csY42" fmla="*/ 4961 h 12747"/>
                <a:gd name="csX43" fmla="*/ 11327 w 18624"/>
                <a:gd name="csY43" fmla="*/ 6044 h 12747"/>
                <a:gd name="csX44" fmla="*/ 13597 w 18624"/>
                <a:gd name="csY44" fmla="*/ 7179 h 12747"/>
                <a:gd name="csX45" fmla="*/ 15893 w 18624"/>
                <a:gd name="csY45" fmla="*/ 8009 h 12747"/>
                <a:gd name="csX46" fmla="*/ 18396 w 18624"/>
                <a:gd name="csY46" fmla="*/ 8076 h 12747"/>
                <a:gd name="csX47" fmla="*/ 18552 w 18624"/>
                <a:gd name="csY47" fmla="*/ 11108 h 12747"/>
                <a:gd name="csX48" fmla="*/ 18448 w 18624"/>
                <a:gd name="csY48" fmla="*/ 12699 h 12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624" h="12747">
                  <a:moveTo>
                    <a:pt x="18448" y="12699"/>
                  </a:moveTo>
                  <a:cubicBezTo>
                    <a:pt x="17810" y="12969"/>
                    <a:pt x="15981" y="12725"/>
                    <a:pt x="14747" y="12736"/>
                  </a:cubicBezTo>
                  <a:cubicBezTo>
                    <a:pt x="13312" y="12751"/>
                    <a:pt x="11461" y="12990"/>
                    <a:pt x="9834" y="12782"/>
                  </a:cubicBezTo>
                  <a:cubicBezTo>
                    <a:pt x="8061" y="12559"/>
                    <a:pt x="5216" y="11730"/>
                    <a:pt x="4091" y="11398"/>
                  </a:cubicBezTo>
                  <a:cubicBezTo>
                    <a:pt x="3718" y="11284"/>
                    <a:pt x="2713" y="10704"/>
                    <a:pt x="3101" y="10761"/>
                  </a:cubicBezTo>
                  <a:cubicBezTo>
                    <a:pt x="3490" y="10823"/>
                    <a:pt x="5304" y="11492"/>
                    <a:pt x="6434" y="11751"/>
                  </a:cubicBezTo>
                  <a:cubicBezTo>
                    <a:pt x="7621" y="12025"/>
                    <a:pt x="8943" y="12357"/>
                    <a:pt x="10223" y="12409"/>
                  </a:cubicBezTo>
                  <a:cubicBezTo>
                    <a:pt x="12068" y="12487"/>
                    <a:pt x="16909" y="12373"/>
                    <a:pt x="17489" y="12222"/>
                  </a:cubicBezTo>
                  <a:cubicBezTo>
                    <a:pt x="18064" y="12083"/>
                    <a:pt x="14944" y="11839"/>
                    <a:pt x="13695" y="11543"/>
                  </a:cubicBezTo>
                  <a:cubicBezTo>
                    <a:pt x="12234" y="11201"/>
                    <a:pt x="10342" y="10771"/>
                    <a:pt x="8735" y="10154"/>
                  </a:cubicBezTo>
                  <a:cubicBezTo>
                    <a:pt x="7056" y="9507"/>
                    <a:pt x="4843" y="8397"/>
                    <a:pt x="3589" y="7646"/>
                  </a:cubicBezTo>
                  <a:cubicBezTo>
                    <a:pt x="2702" y="7112"/>
                    <a:pt x="1142" y="5645"/>
                    <a:pt x="1215" y="5640"/>
                  </a:cubicBezTo>
                  <a:cubicBezTo>
                    <a:pt x="1282" y="5640"/>
                    <a:pt x="3013" y="7081"/>
                    <a:pt x="4014" y="7635"/>
                  </a:cubicBezTo>
                  <a:cubicBezTo>
                    <a:pt x="5232" y="8309"/>
                    <a:pt x="7082" y="9180"/>
                    <a:pt x="8502" y="9693"/>
                  </a:cubicBezTo>
                  <a:cubicBezTo>
                    <a:pt x="9813" y="10170"/>
                    <a:pt x="11187" y="10460"/>
                    <a:pt x="12555" y="10730"/>
                  </a:cubicBezTo>
                  <a:cubicBezTo>
                    <a:pt x="14011" y="11015"/>
                    <a:pt x="16416" y="11461"/>
                    <a:pt x="17240" y="11404"/>
                  </a:cubicBezTo>
                  <a:cubicBezTo>
                    <a:pt x="17582" y="11388"/>
                    <a:pt x="17624" y="10528"/>
                    <a:pt x="17489" y="10419"/>
                  </a:cubicBezTo>
                  <a:cubicBezTo>
                    <a:pt x="17359" y="10305"/>
                    <a:pt x="16795" y="10802"/>
                    <a:pt x="16437" y="10730"/>
                  </a:cubicBezTo>
                  <a:cubicBezTo>
                    <a:pt x="15530" y="10538"/>
                    <a:pt x="13493" y="9843"/>
                    <a:pt x="12068" y="9284"/>
                  </a:cubicBezTo>
                  <a:cubicBezTo>
                    <a:pt x="10518" y="8682"/>
                    <a:pt x="8243" y="7630"/>
                    <a:pt x="7149" y="7102"/>
                  </a:cubicBezTo>
                  <a:cubicBezTo>
                    <a:pt x="6569" y="6822"/>
                    <a:pt x="6035" y="6443"/>
                    <a:pt x="5491" y="6096"/>
                  </a:cubicBezTo>
                  <a:cubicBezTo>
                    <a:pt x="4843" y="5676"/>
                    <a:pt x="3962" y="5116"/>
                    <a:pt x="3231" y="4572"/>
                  </a:cubicBezTo>
                  <a:cubicBezTo>
                    <a:pt x="2469" y="4002"/>
                    <a:pt x="1412" y="3126"/>
                    <a:pt x="888" y="2660"/>
                  </a:cubicBezTo>
                  <a:cubicBezTo>
                    <a:pt x="593" y="2400"/>
                    <a:pt x="-45" y="1711"/>
                    <a:pt x="90" y="1784"/>
                  </a:cubicBezTo>
                  <a:cubicBezTo>
                    <a:pt x="230" y="1846"/>
                    <a:pt x="1163" y="2660"/>
                    <a:pt x="1723" y="3064"/>
                  </a:cubicBezTo>
                  <a:cubicBezTo>
                    <a:pt x="2526" y="3644"/>
                    <a:pt x="3915" y="4640"/>
                    <a:pt x="4915" y="5262"/>
                  </a:cubicBezTo>
                  <a:cubicBezTo>
                    <a:pt x="5822" y="5826"/>
                    <a:pt x="6755" y="6360"/>
                    <a:pt x="7725" y="6806"/>
                  </a:cubicBezTo>
                  <a:cubicBezTo>
                    <a:pt x="8917" y="7356"/>
                    <a:pt x="10933" y="8117"/>
                    <a:pt x="12063" y="8563"/>
                  </a:cubicBezTo>
                  <a:cubicBezTo>
                    <a:pt x="12866" y="8879"/>
                    <a:pt x="13742" y="9227"/>
                    <a:pt x="14499" y="9460"/>
                  </a:cubicBezTo>
                  <a:cubicBezTo>
                    <a:pt x="15188" y="9672"/>
                    <a:pt x="16095" y="9895"/>
                    <a:pt x="16608" y="9952"/>
                  </a:cubicBezTo>
                  <a:cubicBezTo>
                    <a:pt x="16924" y="9989"/>
                    <a:pt x="17411" y="9932"/>
                    <a:pt x="17556" y="9792"/>
                  </a:cubicBezTo>
                  <a:cubicBezTo>
                    <a:pt x="17696" y="9657"/>
                    <a:pt x="17670" y="9232"/>
                    <a:pt x="17473" y="9128"/>
                  </a:cubicBezTo>
                  <a:cubicBezTo>
                    <a:pt x="17116" y="8936"/>
                    <a:pt x="16012" y="8843"/>
                    <a:pt x="15416" y="8656"/>
                  </a:cubicBezTo>
                  <a:cubicBezTo>
                    <a:pt x="14892" y="8491"/>
                    <a:pt x="14400" y="8226"/>
                    <a:pt x="13903" y="8014"/>
                  </a:cubicBezTo>
                  <a:cubicBezTo>
                    <a:pt x="13410" y="7801"/>
                    <a:pt x="12913" y="7609"/>
                    <a:pt x="12425" y="7381"/>
                  </a:cubicBezTo>
                  <a:cubicBezTo>
                    <a:pt x="11917" y="7143"/>
                    <a:pt x="11378" y="6832"/>
                    <a:pt x="10845" y="6568"/>
                  </a:cubicBezTo>
                  <a:cubicBezTo>
                    <a:pt x="10228" y="6267"/>
                    <a:pt x="9419" y="5920"/>
                    <a:pt x="8720" y="5562"/>
                  </a:cubicBezTo>
                  <a:cubicBezTo>
                    <a:pt x="8015" y="5199"/>
                    <a:pt x="7274" y="4837"/>
                    <a:pt x="6600" y="4391"/>
                  </a:cubicBezTo>
                  <a:cubicBezTo>
                    <a:pt x="5854" y="3904"/>
                    <a:pt x="4936" y="3328"/>
                    <a:pt x="4242" y="2634"/>
                  </a:cubicBezTo>
                  <a:cubicBezTo>
                    <a:pt x="3532" y="1924"/>
                    <a:pt x="2412" y="332"/>
                    <a:pt x="2345" y="141"/>
                  </a:cubicBezTo>
                  <a:cubicBezTo>
                    <a:pt x="2272" y="-51"/>
                    <a:pt x="3304" y="1063"/>
                    <a:pt x="3812" y="1488"/>
                  </a:cubicBezTo>
                  <a:cubicBezTo>
                    <a:pt x="4516" y="2074"/>
                    <a:pt x="5714" y="3085"/>
                    <a:pt x="6553" y="3660"/>
                  </a:cubicBezTo>
                  <a:cubicBezTo>
                    <a:pt x="7284" y="4163"/>
                    <a:pt x="8077" y="4567"/>
                    <a:pt x="8865" y="4961"/>
                  </a:cubicBezTo>
                  <a:cubicBezTo>
                    <a:pt x="9663" y="5355"/>
                    <a:pt x="10539" y="5676"/>
                    <a:pt x="11327" y="6044"/>
                  </a:cubicBezTo>
                  <a:cubicBezTo>
                    <a:pt x="12094" y="6402"/>
                    <a:pt x="12835" y="6848"/>
                    <a:pt x="13597" y="7179"/>
                  </a:cubicBezTo>
                  <a:cubicBezTo>
                    <a:pt x="14343" y="7501"/>
                    <a:pt x="15095" y="7858"/>
                    <a:pt x="15893" y="8009"/>
                  </a:cubicBezTo>
                  <a:cubicBezTo>
                    <a:pt x="16696" y="8159"/>
                    <a:pt x="17950" y="7563"/>
                    <a:pt x="18396" y="8076"/>
                  </a:cubicBezTo>
                  <a:cubicBezTo>
                    <a:pt x="18837" y="8594"/>
                    <a:pt x="18546" y="10341"/>
                    <a:pt x="18552" y="11108"/>
                  </a:cubicBezTo>
                  <a:cubicBezTo>
                    <a:pt x="18557" y="11642"/>
                    <a:pt x="18935" y="12492"/>
                    <a:pt x="18448" y="12699"/>
                  </a:cubicBezTo>
                </a:path>
              </a:pathLst>
            </a:custGeom>
            <a:solidFill>
              <a:srgbClr val="000000"/>
            </a:solidFill>
            <a:ln w="5172" cap="flat">
              <a:noFill/>
              <a:prstDash val="solid"/>
              <a:round/>
            </a:ln>
          </p:spPr>
          <p:txBody>
            <a:bodyPr/>
            <a:lstStyle/>
            <a:p>
              <a:endParaRPr lang="en-US" dirty="0"/>
            </a:p>
          </p:txBody>
        </p:sp>
      </p:grpSp>
      <p:sp>
        <p:nvSpPr>
          <p:cNvPr id="526" name="Freeform: Shape 525">
            <a:extLst>
              <a:ext uri="{FF2B5EF4-FFF2-40B4-BE49-F238E27FC236}">
                <a16:creationId xmlns:a16="http://schemas.microsoft.com/office/drawing/2014/main" id="{BD46282B-1468-B738-BD25-067B4AD40226}"/>
              </a:ext>
            </a:extLst>
          </p:cNvPr>
          <p:cNvSpPr/>
          <p:nvPr/>
        </p:nvSpPr>
        <p:spPr>
          <a:xfrm>
            <a:off x="4275452" y="4349335"/>
            <a:ext cx="21127" cy="30748"/>
          </a:xfrm>
          <a:custGeom>
            <a:avLst/>
            <a:gdLst>
              <a:gd name="csX0" fmla="*/ 45 w 10358"/>
              <a:gd name="csY0" fmla="*/ 14981 h 15075"/>
              <a:gd name="csX1" fmla="*/ 10403 w 10358"/>
              <a:gd name="csY1" fmla="*/ -94 h 15075"/>
            </a:gdLst>
            <a:ahLst/>
            <a:cxnLst>
              <a:cxn ang="0">
                <a:pos x="csX0" y="csY0"/>
              </a:cxn>
              <a:cxn ang="0">
                <a:pos x="csX1" y="csY1"/>
              </a:cxn>
            </a:cxnLst>
            <a:rect l="l" t="t" r="r" b="b"/>
            <a:pathLst>
              <a:path w="10358" h="15075">
                <a:moveTo>
                  <a:pt x="45" y="14981"/>
                </a:moveTo>
                <a:lnTo>
                  <a:pt x="10403" y="-94"/>
                </a:lnTo>
              </a:path>
            </a:pathLst>
          </a:custGeom>
          <a:solidFill>
            <a:srgbClr val="AAEEFF"/>
          </a:solidFill>
          <a:ln w="12700" cap="rnd">
            <a:solidFill>
              <a:srgbClr val="5497FB"/>
            </a:solidFill>
            <a:prstDash val="solid"/>
            <a:bevel/>
          </a:ln>
        </p:spPr>
        <p:txBody>
          <a:bodyPr/>
          <a:lstStyle/>
          <a:p>
            <a:endParaRPr lang="en-US" dirty="0"/>
          </a:p>
        </p:txBody>
      </p:sp>
      <p:grpSp>
        <p:nvGrpSpPr>
          <p:cNvPr id="527" name="Graphic 4">
            <a:extLst>
              <a:ext uri="{FF2B5EF4-FFF2-40B4-BE49-F238E27FC236}">
                <a16:creationId xmlns:a16="http://schemas.microsoft.com/office/drawing/2014/main" id="{4DAC4416-6B4F-0BD1-69C9-C0D1C7C4EA71}"/>
              </a:ext>
            </a:extLst>
          </p:cNvPr>
          <p:cNvGrpSpPr/>
          <p:nvPr/>
        </p:nvGrpSpPr>
        <p:grpSpPr>
          <a:xfrm>
            <a:off x="4063979" y="3005789"/>
            <a:ext cx="464611" cy="216170"/>
            <a:chOff x="3951321" y="1412588"/>
            <a:chExt cx="227785" cy="105982"/>
          </a:xfrm>
        </p:grpSpPr>
        <p:grpSp>
          <p:nvGrpSpPr>
            <p:cNvPr id="529" name="Graphic 4">
              <a:extLst>
                <a:ext uri="{FF2B5EF4-FFF2-40B4-BE49-F238E27FC236}">
                  <a16:creationId xmlns:a16="http://schemas.microsoft.com/office/drawing/2014/main" id="{568E92EA-73B5-4B8D-1355-D9E7CE920B27}"/>
                </a:ext>
              </a:extLst>
            </p:cNvPr>
            <p:cNvGrpSpPr/>
            <p:nvPr/>
          </p:nvGrpSpPr>
          <p:grpSpPr>
            <a:xfrm>
              <a:off x="3951321" y="1426849"/>
              <a:ext cx="227785" cy="91721"/>
              <a:chOff x="3951321" y="1426849"/>
              <a:chExt cx="227785" cy="91721"/>
            </a:xfrm>
          </p:grpSpPr>
          <p:sp>
            <p:nvSpPr>
              <p:cNvPr id="532" name="Freeform: Shape 531">
                <a:extLst>
                  <a:ext uri="{FF2B5EF4-FFF2-40B4-BE49-F238E27FC236}">
                    <a16:creationId xmlns:a16="http://schemas.microsoft.com/office/drawing/2014/main" id="{3E3CD7A1-FCF8-DDCE-712B-82B873755A01}"/>
                  </a:ext>
                </a:extLst>
              </p:cNvPr>
              <p:cNvSpPr/>
              <p:nvPr/>
            </p:nvSpPr>
            <p:spPr>
              <a:xfrm rot="17996979">
                <a:off x="4038650" y="1378113"/>
                <a:ext cx="53128" cy="227785"/>
              </a:xfrm>
              <a:custGeom>
                <a:avLst/>
                <a:gdLst>
                  <a:gd name="csX0" fmla="*/ 20057 w 53128"/>
                  <a:gd name="csY0" fmla="*/ 225092 h 227785"/>
                  <a:gd name="csX1" fmla="*/ 12534 w 53128"/>
                  <a:gd name="csY1" fmla="*/ 208602 h 227785"/>
                  <a:gd name="csX2" fmla="*/ 16603 w 53128"/>
                  <a:gd name="csY2" fmla="*/ 189288 h 227785"/>
                  <a:gd name="csX3" fmla="*/ 27895 w 53128"/>
                  <a:gd name="csY3" fmla="*/ 173067 h 227785"/>
                  <a:gd name="csX4" fmla="*/ 38713 w 53128"/>
                  <a:gd name="csY4" fmla="*/ 152334 h 227785"/>
                  <a:gd name="csX5" fmla="*/ 35132 w 53128"/>
                  <a:gd name="csY5" fmla="*/ 139698 h 227785"/>
                  <a:gd name="csX6" fmla="*/ 31808 w 53128"/>
                  <a:gd name="csY6" fmla="*/ 132278 h 227785"/>
                  <a:gd name="csX7" fmla="*/ 30014 w 53128"/>
                  <a:gd name="csY7" fmla="*/ 128115 h 227785"/>
                  <a:gd name="csX8" fmla="*/ 28186 w 53128"/>
                  <a:gd name="csY8" fmla="*/ 127847 h 227785"/>
                  <a:gd name="csX9" fmla="*/ 25065 w 53128"/>
                  <a:gd name="csY9" fmla="*/ 126910 h 227785"/>
                  <a:gd name="csX10" fmla="*/ 23611 w 53128"/>
                  <a:gd name="csY10" fmla="*/ 126242 h 227785"/>
                  <a:gd name="csX11" fmla="*/ 22953 w 53128"/>
                  <a:gd name="csY11" fmla="*/ 127892 h 227785"/>
                  <a:gd name="csX12" fmla="*/ 18721 w 53128"/>
                  <a:gd name="csY12" fmla="*/ 130178 h 227785"/>
                  <a:gd name="csX13" fmla="*/ 19647 w 53128"/>
                  <a:gd name="csY13" fmla="*/ 130653 h 227785"/>
                  <a:gd name="csX14" fmla="*/ 17283 w 53128"/>
                  <a:gd name="csY14" fmla="*/ 129568 h 227785"/>
                  <a:gd name="csX15" fmla="*/ 16247 w 53128"/>
                  <a:gd name="csY15" fmla="*/ 129000 h 227785"/>
                  <a:gd name="csX16" fmla="*/ 12297 w 53128"/>
                  <a:gd name="csY16" fmla="*/ 123841 h 227785"/>
                  <a:gd name="csX17" fmla="*/ 10457 w 53128"/>
                  <a:gd name="csY17" fmla="*/ 122022 h 227785"/>
                  <a:gd name="csX18" fmla="*/ 7897 w 53128"/>
                  <a:gd name="csY18" fmla="*/ 118899 h 227785"/>
                  <a:gd name="csX19" fmla="*/ 4912 w 53128"/>
                  <a:gd name="csY19" fmla="*/ 113635 h 227785"/>
                  <a:gd name="csX20" fmla="*/ 1017 w 53128"/>
                  <a:gd name="csY20" fmla="*/ 85770 h 227785"/>
                  <a:gd name="csX21" fmla="*/ 2920 w 53128"/>
                  <a:gd name="csY21" fmla="*/ 59402 h 227785"/>
                  <a:gd name="csX22" fmla="*/ 7179 w 53128"/>
                  <a:gd name="csY22" fmla="*/ 35713 h 227785"/>
                  <a:gd name="csX23" fmla="*/ 7959 w 53128"/>
                  <a:gd name="csY23" fmla="*/ 33075 h 227785"/>
                  <a:gd name="csX24" fmla="*/ 7059 w 53128"/>
                  <a:gd name="csY24" fmla="*/ 32117 h 227785"/>
                  <a:gd name="csX25" fmla="*/ 10651 w 53128"/>
                  <a:gd name="csY25" fmla="*/ 26834 h 227785"/>
                  <a:gd name="csX26" fmla="*/ 17841 w 53128"/>
                  <a:gd name="csY26" fmla="*/ 17795 h 227785"/>
                  <a:gd name="csX27" fmla="*/ 25168 w 53128"/>
                  <a:gd name="csY27" fmla="*/ 8184 h 227785"/>
                  <a:gd name="csX28" fmla="*/ 29234 w 53128"/>
                  <a:gd name="csY28" fmla="*/ 3940 h 227785"/>
                  <a:gd name="csX29" fmla="*/ 30998 w 53128"/>
                  <a:gd name="csY29" fmla="*/ 1824 h 227785"/>
                  <a:gd name="csX30" fmla="*/ 32539 w 53128"/>
                  <a:gd name="csY30" fmla="*/ 640 h 227785"/>
                  <a:gd name="csX31" fmla="*/ 36430 w 53128"/>
                  <a:gd name="csY31" fmla="*/ 1720 h 227785"/>
                  <a:gd name="csX32" fmla="*/ 37079 w 53128"/>
                  <a:gd name="csY32" fmla="*/ 3318 h 227785"/>
                  <a:gd name="csX33" fmla="*/ 37500 w 53128"/>
                  <a:gd name="csY33" fmla="*/ 4927 h 227785"/>
                  <a:gd name="csX34" fmla="*/ 38458 w 53128"/>
                  <a:gd name="csY34" fmla="*/ 6860 h 227785"/>
                  <a:gd name="csX35" fmla="*/ 38915 w 53128"/>
                  <a:gd name="csY35" fmla="*/ 8148 h 227785"/>
                  <a:gd name="csX36" fmla="*/ 41791 w 53128"/>
                  <a:gd name="csY36" fmla="*/ 13078 h 227785"/>
                  <a:gd name="csX37" fmla="*/ 45065 w 53128"/>
                  <a:gd name="csY37" fmla="*/ 26493 h 227785"/>
                  <a:gd name="csX38" fmla="*/ 46059 w 53128"/>
                  <a:gd name="csY38" fmla="*/ 32402 h 227785"/>
                  <a:gd name="csX39" fmla="*/ 47699 w 53128"/>
                  <a:gd name="csY39" fmla="*/ 35985 h 227785"/>
                  <a:gd name="csX40" fmla="*/ 47413 w 53128"/>
                  <a:gd name="csY40" fmla="*/ 38923 h 227785"/>
                  <a:gd name="csX41" fmla="*/ 45696 w 53128"/>
                  <a:gd name="csY41" fmla="*/ 39651 h 227785"/>
                  <a:gd name="csX42" fmla="*/ 45221 w 53128"/>
                  <a:gd name="csY42" fmla="*/ 44751 h 227785"/>
                  <a:gd name="csX43" fmla="*/ 45165 w 53128"/>
                  <a:gd name="csY43" fmla="*/ 62456 h 227785"/>
                  <a:gd name="csX44" fmla="*/ 45364 w 53128"/>
                  <a:gd name="csY44" fmla="*/ 70134 h 227785"/>
                  <a:gd name="csX45" fmla="*/ 51289 w 53128"/>
                  <a:gd name="csY45" fmla="*/ 89735 h 227785"/>
                  <a:gd name="csX46" fmla="*/ 49979 w 53128"/>
                  <a:gd name="csY46" fmla="*/ 111051 h 227785"/>
                  <a:gd name="csX47" fmla="*/ 43616 w 53128"/>
                  <a:gd name="csY47" fmla="*/ 119593 h 227785"/>
                  <a:gd name="csX48" fmla="*/ 37780 w 53128"/>
                  <a:gd name="csY48" fmla="*/ 125210 h 227785"/>
                  <a:gd name="csX49" fmla="*/ 36217 w 53128"/>
                  <a:gd name="csY49" fmla="*/ 126451 h 227785"/>
                  <a:gd name="csX50" fmla="*/ 39111 w 53128"/>
                  <a:gd name="csY50" fmla="*/ 132546 h 227785"/>
                  <a:gd name="csX51" fmla="*/ 45379 w 53128"/>
                  <a:gd name="csY51" fmla="*/ 151943 h 227785"/>
                  <a:gd name="csX52" fmla="*/ 40246 w 53128"/>
                  <a:gd name="csY52" fmla="*/ 167873 h 227785"/>
                  <a:gd name="csX53" fmla="*/ 32913 w 53128"/>
                  <a:gd name="csY53" fmla="*/ 176016 h 227785"/>
                  <a:gd name="csX54" fmla="*/ 24445 w 53128"/>
                  <a:gd name="csY54" fmla="*/ 185660 h 227785"/>
                  <a:gd name="csX55" fmla="*/ 22120 w 53128"/>
                  <a:gd name="csY55" fmla="*/ 223936 h 227785"/>
                  <a:gd name="csX56" fmla="*/ 23158 w 53128"/>
                  <a:gd name="csY56" fmla="*/ 227821 h 227785"/>
                  <a:gd name="csX57" fmla="*/ 20057 w 53128"/>
                  <a:gd name="csY57" fmla="*/ 225093 h 227785"/>
                  <a:gd name="csX58" fmla="*/ 15819 w 53128"/>
                  <a:gd name="csY58" fmla="*/ 197555 h 227785"/>
                  <a:gd name="csX59" fmla="*/ 30302 w 53128"/>
                  <a:gd name="csY59" fmla="*/ 172796 h 227785"/>
                  <a:gd name="csX60" fmla="*/ 37839 w 53128"/>
                  <a:gd name="csY60" fmla="*/ 164848 h 227785"/>
                  <a:gd name="csX61" fmla="*/ 40882 w 53128"/>
                  <a:gd name="csY61" fmla="*/ 147457 h 227785"/>
                  <a:gd name="csX62" fmla="*/ 36682 w 53128"/>
                  <a:gd name="csY62" fmla="*/ 134029 h 227785"/>
                  <a:gd name="csX63" fmla="*/ 33658 w 53128"/>
                  <a:gd name="csY63" fmla="*/ 127160 h 227785"/>
                  <a:gd name="csX64" fmla="*/ 33658 w 53128"/>
                  <a:gd name="csY64" fmla="*/ 127160 h 227785"/>
                  <a:gd name="csX65" fmla="*/ 33658 w 53128"/>
                  <a:gd name="csY65" fmla="*/ 127160 h 227785"/>
                  <a:gd name="csX66" fmla="*/ 36586 w 53128"/>
                  <a:gd name="csY66" fmla="*/ 134025 h 227785"/>
                  <a:gd name="csX67" fmla="*/ 41279 w 53128"/>
                  <a:gd name="csY67" fmla="*/ 151675 h 227785"/>
                  <a:gd name="csX68" fmla="*/ 40464 w 53128"/>
                  <a:gd name="csY68" fmla="*/ 159506 h 227785"/>
                  <a:gd name="csX69" fmla="*/ 30302 w 53128"/>
                  <a:gd name="csY69" fmla="*/ 172796 h 227785"/>
                  <a:gd name="csX70" fmla="*/ 18021 w 53128"/>
                  <a:gd name="csY70" fmla="*/ 191325 h 227785"/>
                  <a:gd name="csX71" fmla="*/ 14633 w 53128"/>
                  <a:gd name="csY71" fmla="*/ 202962 h 227785"/>
                  <a:gd name="csX72" fmla="*/ 14590 w 53128"/>
                  <a:gd name="csY72" fmla="*/ 202313 h 227785"/>
                  <a:gd name="csX73" fmla="*/ 15819 w 53128"/>
                  <a:gd name="csY73" fmla="*/ 197555 h 227785"/>
                  <a:gd name="csX74" fmla="*/ 47306 w 53128"/>
                  <a:gd name="csY74" fmla="*/ 37111 h 227785"/>
                  <a:gd name="csX75" fmla="*/ 45854 w 53128"/>
                  <a:gd name="csY75" fmla="*/ 34301 h 227785"/>
                  <a:gd name="csX76" fmla="*/ 42445 w 53128"/>
                  <a:gd name="csY76" fmla="*/ 27828 h 227785"/>
                  <a:gd name="csX77" fmla="*/ 39941 w 53128"/>
                  <a:gd name="csY77" fmla="*/ 25728 h 227785"/>
                  <a:gd name="csX78" fmla="*/ 39135 w 53128"/>
                  <a:gd name="csY78" fmla="*/ 28908 h 227785"/>
                  <a:gd name="csX79" fmla="*/ 44963 w 53128"/>
                  <a:gd name="csY79" fmla="*/ 37535 h 227785"/>
                  <a:gd name="csX80" fmla="*/ 47306 w 53128"/>
                  <a:gd name="csY80" fmla="*/ 37111 h 227785"/>
                  <a:gd name="csX81" fmla="*/ 13901 w 53128"/>
                  <a:gd name="csY81" fmla="*/ 31229 h 227785"/>
                  <a:gd name="csX82" fmla="*/ 19693 w 53128"/>
                  <a:gd name="csY82" fmla="*/ 23425 h 227785"/>
                  <a:gd name="csX83" fmla="*/ 16011 w 53128"/>
                  <a:gd name="csY83" fmla="*/ 24646 h 227785"/>
                  <a:gd name="csX84" fmla="*/ 11143 w 53128"/>
                  <a:gd name="csY84" fmla="*/ 28034 h 227785"/>
                  <a:gd name="csX85" fmla="*/ 7716 w 53128"/>
                  <a:gd name="csY85" fmla="*/ 31341 h 227785"/>
                  <a:gd name="csX86" fmla="*/ 13901 w 53128"/>
                  <a:gd name="csY86" fmla="*/ 31228 h 227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53128" h="227785">
                    <a:moveTo>
                      <a:pt x="20057" y="225092"/>
                    </a:moveTo>
                    <a:cubicBezTo>
                      <a:pt x="16001" y="220665"/>
                      <a:pt x="13170" y="214461"/>
                      <a:pt x="12534" y="208602"/>
                    </a:cubicBezTo>
                    <a:cubicBezTo>
                      <a:pt x="11862" y="202412"/>
                      <a:pt x="13154" y="196281"/>
                      <a:pt x="16603" y="189288"/>
                    </a:cubicBezTo>
                    <a:cubicBezTo>
                      <a:pt x="19419" y="183579"/>
                      <a:pt x="22753" y="178789"/>
                      <a:pt x="27895" y="173067"/>
                    </a:cubicBezTo>
                    <a:cubicBezTo>
                      <a:pt x="36908" y="163036"/>
                      <a:pt x="38702" y="159597"/>
                      <a:pt x="38713" y="152334"/>
                    </a:cubicBezTo>
                    <a:cubicBezTo>
                      <a:pt x="38719" y="148694"/>
                      <a:pt x="37744" y="145255"/>
                      <a:pt x="35132" y="139698"/>
                    </a:cubicBezTo>
                    <a:cubicBezTo>
                      <a:pt x="34290" y="137907"/>
                      <a:pt x="32795" y="134568"/>
                      <a:pt x="31808" y="132278"/>
                    </a:cubicBezTo>
                    <a:lnTo>
                      <a:pt x="30014" y="128115"/>
                    </a:lnTo>
                    <a:lnTo>
                      <a:pt x="28186" y="127847"/>
                    </a:lnTo>
                    <a:cubicBezTo>
                      <a:pt x="27180" y="127699"/>
                      <a:pt x="25776" y="127278"/>
                      <a:pt x="25065" y="126910"/>
                    </a:cubicBezTo>
                    <a:cubicBezTo>
                      <a:pt x="24355" y="126543"/>
                      <a:pt x="23700" y="126242"/>
                      <a:pt x="23611" y="126242"/>
                    </a:cubicBezTo>
                    <a:cubicBezTo>
                      <a:pt x="23521" y="126242"/>
                      <a:pt x="23225" y="126985"/>
                      <a:pt x="22953" y="127892"/>
                    </a:cubicBezTo>
                    <a:cubicBezTo>
                      <a:pt x="22200" y="130408"/>
                      <a:pt x="19929" y="131634"/>
                      <a:pt x="18721" y="130178"/>
                    </a:cubicBezTo>
                    <a:cubicBezTo>
                      <a:pt x="18427" y="129824"/>
                      <a:pt x="19966" y="130531"/>
                      <a:pt x="19647" y="130653"/>
                    </a:cubicBezTo>
                    <a:cubicBezTo>
                      <a:pt x="19328" y="130775"/>
                      <a:pt x="17143" y="129794"/>
                      <a:pt x="17283" y="129568"/>
                    </a:cubicBezTo>
                    <a:cubicBezTo>
                      <a:pt x="17283" y="129568"/>
                      <a:pt x="16564" y="129174"/>
                      <a:pt x="16247" y="129000"/>
                    </a:cubicBezTo>
                    <a:cubicBezTo>
                      <a:pt x="15763" y="128938"/>
                      <a:pt x="12651" y="124875"/>
                      <a:pt x="12297" y="123841"/>
                    </a:cubicBezTo>
                    <a:cubicBezTo>
                      <a:pt x="12161" y="123444"/>
                      <a:pt x="11333" y="122626"/>
                      <a:pt x="10457" y="122022"/>
                    </a:cubicBezTo>
                    <a:cubicBezTo>
                      <a:pt x="9497" y="121359"/>
                      <a:pt x="8481" y="120120"/>
                      <a:pt x="7897" y="118899"/>
                    </a:cubicBezTo>
                    <a:cubicBezTo>
                      <a:pt x="7365" y="117786"/>
                      <a:pt x="6022" y="115417"/>
                      <a:pt x="4912" y="113635"/>
                    </a:cubicBezTo>
                    <a:cubicBezTo>
                      <a:pt x="-45" y="105673"/>
                      <a:pt x="-912" y="99468"/>
                      <a:pt x="1017" y="85770"/>
                    </a:cubicBezTo>
                    <a:cubicBezTo>
                      <a:pt x="2357" y="76256"/>
                      <a:pt x="2917" y="68496"/>
                      <a:pt x="2920" y="59402"/>
                    </a:cubicBezTo>
                    <a:cubicBezTo>
                      <a:pt x="2924" y="48522"/>
                      <a:pt x="4145" y="41728"/>
                      <a:pt x="7179" y="35713"/>
                    </a:cubicBezTo>
                    <a:cubicBezTo>
                      <a:pt x="7978" y="34128"/>
                      <a:pt x="8260" y="33175"/>
                      <a:pt x="7959" y="33075"/>
                    </a:cubicBezTo>
                    <a:cubicBezTo>
                      <a:pt x="7700" y="32989"/>
                      <a:pt x="7295" y="32557"/>
                      <a:pt x="7059" y="32117"/>
                    </a:cubicBezTo>
                    <a:cubicBezTo>
                      <a:pt x="6483" y="31041"/>
                      <a:pt x="8643" y="27864"/>
                      <a:pt x="10651" y="26834"/>
                    </a:cubicBezTo>
                    <a:cubicBezTo>
                      <a:pt x="12434" y="25920"/>
                      <a:pt x="16224" y="21154"/>
                      <a:pt x="17841" y="17795"/>
                    </a:cubicBezTo>
                    <a:cubicBezTo>
                      <a:pt x="19495" y="14358"/>
                      <a:pt x="22345" y="10620"/>
                      <a:pt x="25168" y="8184"/>
                    </a:cubicBezTo>
                    <a:cubicBezTo>
                      <a:pt x="26471" y="7059"/>
                      <a:pt x="28256" y="5113"/>
                      <a:pt x="29234" y="3940"/>
                    </a:cubicBezTo>
                    <a:lnTo>
                      <a:pt x="30998" y="1824"/>
                    </a:lnTo>
                    <a:cubicBezTo>
                      <a:pt x="32033" y="968"/>
                      <a:pt x="31944" y="1019"/>
                      <a:pt x="32539" y="640"/>
                    </a:cubicBezTo>
                    <a:cubicBezTo>
                      <a:pt x="34655" y="-454"/>
                      <a:pt x="35531" y="-47"/>
                      <a:pt x="36430" y="1720"/>
                    </a:cubicBezTo>
                    <a:cubicBezTo>
                      <a:pt x="36866" y="2578"/>
                      <a:pt x="36788" y="2642"/>
                      <a:pt x="37079" y="3318"/>
                    </a:cubicBezTo>
                    <a:cubicBezTo>
                      <a:pt x="37332" y="4181"/>
                      <a:pt x="37325" y="4315"/>
                      <a:pt x="37500" y="4927"/>
                    </a:cubicBezTo>
                    <a:cubicBezTo>
                      <a:pt x="38120" y="6287"/>
                      <a:pt x="37796" y="5524"/>
                      <a:pt x="38458" y="6860"/>
                    </a:cubicBezTo>
                    <a:lnTo>
                      <a:pt x="38915" y="8148"/>
                    </a:lnTo>
                    <a:cubicBezTo>
                      <a:pt x="39143" y="8958"/>
                      <a:pt x="40016" y="10609"/>
                      <a:pt x="41791" y="13078"/>
                    </a:cubicBezTo>
                    <a:cubicBezTo>
                      <a:pt x="43948" y="16079"/>
                      <a:pt x="45130" y="20920"/>
                      <a:pt x="45065" y="26493"/>
                    </a:cubicBezTo>
                    <a:cubicBezTo>
                      <a:pt x="45015" y="30739"/>
                      <a:pt x="45078" y="31116"/>
                      <a:pt x="46059" y="32402"/>
                    </a:cubicBezTo>
                    <a:cubicBezTo>
                      <a:pt x="46636" y="33158"/>
                      <a:pt x="47373" y="34770"/>
                      <a:pt x="47699" y="35985"/>
                    </a:cubicBezTo>
                    <a:cubicBezTo>
                      <a:pt x="48265" y="38097"/>
                      <a:pt x="48252" y="38226"/>
                      <a:pt x="47413" y="38923"/>
                    </a:cubicBezTo>
                    <a:cubicBezTo>
                      <a:pt x="46931" y="39323"/>
                      <a:pt x="46158" y="39651"/>
                      <a:pt x="45696" y="39651"/>
                    </a:cubicBezTo>
                    <a:cubicBezTo>
                      <a:pt x="44879" y="39651"/>
                      <a:pt x="44866" y="39794"/>
                      <a:pt x="45221" y="44751"/>
                    </a:cubicBezTo>
                    <a:cubicBezTo>
                      <a:pt x="45631" y="50458"/>
                      <a:pt x="45616" y="54928"/>
                      <a:pt x="45165" y="62456"/>
                    </a:cubicBezTo>
                    <a:cubicBezTo>
                      <a:pt x="44956" y="65953"/>
                      <a:pt x="45019" y="68379"/>
                      <a:pt x="45364" y="70134"/>
                    </a:cubicBezTo>
                    <a:cubicBezTo>
                      <a:pt x="45890" y="72808"/>
                      <a:pt x="48460" y="81310"/>
                      <a:pt x="51289" y="89735"/>
                    </a:cubicBezTo>
                    <a:cubicBezTo>
                      <a:pt x="54156" y="98273"/>
                      <a:pt x="53844" y="103345"/>
                      <a:pt x="49979" y="111051"/>
                    </a:cubicBezTo>
                    <a:cubicBezTo>
                      <a:pt x="48191" y="114615"/>
                      <a:pt x="47271" y="115849"/>
                      <a:pt x="43616" y="119593"/>
                    </a:cubicBezTo>
                    <a:cubicBezTo>
                      <a:pt x="41266" y="121999"/>
                      <a:pt x="38640" y="124527"/>
                      <a:pt x="37780" y="125210"/>
                    </a:cubicBezTo>
                    <a:lnTo>
                      <a:pt x="36217" y="126451"/>
                    </a:lnTo>
                    <a:lnTo>
                      <a:pt x="39111" y="132546"/>
                    </a:lnTo>
                    <a:cubicBezTo>
                      <a:pt x="44397" y="143678"/>
                      <a:pt x="45379" y="146717"/>
                      <a:pt x="45379" y="151943"/>
                    </a:cubicBezTo>
                    <a:cubicBezTo>
                      <a:pt x="45379" y="157434"/>
                      <a:pt x="43607" y="162933"/>
                      <a:pt x="40246" y="167873"/>
                    </a:cubicBezTo>
                    <a:cubicBezTo>
                      <a:pt x="39545" y="168903"/>
                      <a:pt x="36245" y="172568"/>
                      <a:pt x="32913" y="176016"/>
                    </a:cubicBezTo>
                    <a:cubicBezTo>
                      <a:pt x="29581" y="179464"/>
                      <a:pt x="25770" y="183803"/>
                      <a:pt x="24445" y="185660"/>
                    </a:cubicBezTo>
                    <a:cubicBezTo>
                      <a:pt x="14403" y="199723"/>
                      <a:pt x="13615" y="212699"/>
                      <a:pt x="22120" y="223936"/>
                    </a:cubicBezTo>
                    <a:cubicBezTo>
                      <a:pt x="24111" y="226566"/>
                      <a:pt x="24446" y="227821"/>
                      <a:pt x="23158" y="227821"/>
                    </a:cubicBezTo>
                    <a:cubicBezTo>
                      <a:pt x="22827" y="227821"/>
                      <a:pt x="21432" y="226593"/>
                      <a:pt x="20057" y="225093"/>
                    </a:cubicBezTo>
                    <a:close/>
                    <a:moveTo>
                      <a:pt x="15819" y="197555"/>
                    </a:moveTo>
                    <a:cubicBezTo>
                      <a:pt x="18588" y="188984"/>
                      <a:pt x="21195" y="182224"/>
                      <a:pt x="30302" y="172796"/>
                    </a:cubicBezTo>
                    <a:cubicBezTo>
                      <a:pt x="33288" y="169705"/>
                      <a:pt x="36973" y="166158"/>
                      <a:pt x="37839" y="164848"/>
                    </a:cubicBezTo>
                    <a:cubicBezTo>
                      <a:pt x="41469" y="159359"/>
                      <a:pt x="42219" y="154113"/>
                      <a:pt x="40882" y="147457"/>
                    </a:cubicBezTo>
                    <a:cubicBezTo>
                      <a:pt x="40470" y="145404"/>
                      <a:pt x="38809" y="138861"/>
                      <a:pt x="36682" y="134029"/>
                    </a:cubicBezTo>
                    <a:lnTo>
                      <a:pt x="33658" y="127160"/>
                    </a:lnTo>
                    <a:lnTo>
                      <a:pt x="33658" y="127160"/>
                    </a:lnTo>
                    <a:cubicBezTo>
                      <a:pt x="33007" y="127387"/>
                      <a:pt x="33656" y="126896"/>
                      <a:pt x="33658" y="127160"/>
                    </a:cubicBezTo>
                    <a:cubicBezTo>
                      <a:pt x="33660" y="127423"/>
                      <a:pt x="35193" y="130933"/>
                      <a:pt x="36586" y="134025"/>
                    </a:cubicBezTo>
                    <a:cubicBezTo>
                      <a:pt x="40969" y="143749"/>
                      <a:pt x="41029" y="146940"/>
                      <a:pt x="41279" y="151675"/>
                    </a:cubicBezTo>
                    <a:cubicBezTo>
                      <a:pt x="41475" y="155380"/>
                      <a:pt x="41391" y="156847"/>
                      <a:pt x="40464" y="159506"/>
                    </a:cubicBezTo>
                    <a:cubicBezTo>
                      <a:pt x="39036" y="163604"/>
                      <a:pt x="35688" y="167060"/>
                      <a:pt x="30302" y="172796"/>
                    </a:cubicBezTo>
                    <a:cubicBezTo>
                      <a:pt x="25141" y="178292"/>
                      <a:pt x="20811" y="185433"/>
                      <a:pt x="18021" y="191325"/>
                    </a:cubicBezTo>
                    <a:cubicBezTo>
                      <a:pt x="16009" y="195571"/>
                      <a:pt x="14563" y="200552"/>
                      <a:pt x="14633" y="202962"/>
                    </a:cubicBezTo>
                    <a:cubicBezTo>
                      <a:pt x="14671" y="204264"/>
                      <a:pt x="14291" y="204087"/>
                      <a:pt x="14590" y="202313"/>
                    </a:cubicBezTo>
                    <a:cubicBezTo>
                      <a:pt x="14773" y="201220"/>
                      <a:pt x="15327" y="199079"/>
                      <a:pt x="15819" y="197555"/>
                    </a:cubicBezTo>
                    <a:close/>
                    <a:moveTo>
                      <a:pt x="47306" y="37111"/>
                    </a:moveTo>
                    <a:cubicBezTo>
                      <a:pt x="47164" y="36401"/>
                      <a:pt x="46511" y="35137"/>
                      <a:pt x="45854" y="34301"/>
                    </a:cubicBezTo>
                    <a:cubicBezTo>
                      <a:pt x="44423" y="32480"/>
                      <a:pt x="43602" y="30920"/>
                      <a:pt x="42445" y="27828"/>
                    </a:cubicBezTo>
                    <a:cubicBezTo>
                      <a:pt x="41420" y="25089"/>
                      <a:pt x="41019" y="24753"/>
                      <a:pt x="39941" y="25728"/>
                    </a:cubicBezTo>
                    <a:cubicBezTo>
                      <a:pt x="39317" y="26292"/>
                      <a:pt x="39135" y="27013"/>
                      <a:pt x="39135" y="28908"/>
                    </a:cubicBezTo>
                    <a:cubicBezTo>
                      <a:pt x="39135" y="32866"/>
                      <a:pt x="41111" y="35792"/>
                      <a:pt x="44963" y="37535"/>
                    </a:cubicBezTo>
                    <a:cubicBezTo>
                      <a:pt x="47439" y="38657"/>
                      <a:pt x="47609" y="38626"/>
                      <a:pt x="47306" y="37111"/>
                    </a:cubicBezTo>
                    <a:close/>
                    <a:moveTo>
                      <a:pt x="13901" y="31229"/>
                    </a:moveTo>
                    <a:cubicBezTo>
                      <a:pt x="17144" y="30260"/>
                      <a:pt x="20350" y="25939"/>
                      <a:pt x="19693" y="23425"/>
                    </a:cubicBezTo>
                    <a:cubicBezTo>
                      <a:pt x="19345" y="22096"/>
                      <a:pt x="18362" y="22422"/>
                      <a:pt x="16011" y="24646"/>
                    </a:cubicBezTo>
                    <a:cubicBezTo>
                      <a:pt x="14810" y="25781"/>
                      <a:pt x="12620" y="27306"/>
                      <a:pt x="11143" y="28034"/>
                    </a:cubicBezTo>
                    <a:cubicBezTo>
                      <a:pt x="8497" y="29339"/>
                      <a:pt x="7232" y="30559"/>
                      <a:pt x="7716" y="31341"/>
                    </a:cubicBezTo>
                    <a:cubicBezTo>
                      <a:pt x="8065" y="31906"/>
                      <a:pt x="11865" y="31837"/>
                      <a:pt x="13901" y="31228"/>
                    </a:cubicBezTo>
                    <a:close/>
                  </a:path>
                </a:pathLst>
              </a:custGeom>
              <a:solidFill>
                <a:srgbClr val="000000"/>
              </a:solidFill>
              <a:ln w="416" cap="flat">
                <a:solidFill>
                  <a:srgbClr val="000000"/>
                </a:solidFill>
                <a:prstDash val="solid"/>
                <a:round/>
              </a:ln>
            </p:spPr>
            <p:txBody>
              <a:bodyPr/>
              <a:lstStyle/>
              <a:p>
                <a:endParaRPr lang="en-US" dirty="0"/>
              </a:p>
            </p:txBody>
          </p:sp>
          <p:sp>
            <p:nvSpPr>
              <p:cNvPr id="533" name="Freeform: Shape 532">
                <a:extLst>
                  <a:ext uri="{FF2B5EF4-FFF2-40B4-BE49-F238E27FC236}">
                    <a16:creationId xmlns:a16="http://schemas.microsoft.com/office/drawing/2014/main" id="{3EC37E17-D9B4-D5F9-DE9A-AEE23FAC3889}"/>
                  </a:ext>
                </a:extLst>
              </p:cNvPr>
              <p:cNvSpPr/>
              <p:nvPr/>
            </p:nvSpPr>
            <p:spPr>
              <a:xfrm rot="-3603021">
                <a:off x="3968381" y="1428458"/>
                <a:ext cx="5562" cy="2344"/>
              </a:xfrm>
              <a:custGeom>
                <a:avLst/>
                <a:gdLst>
                  <a:gd name="csX0" fmla="*/ 304 w 5562"/>
                  <a:gd name="csY0" fmla="*/ 1773 h 2344"/>
                  <a:gd name="csX1" fmla="*/ 928 w 5562"/>
                  <a:gd name="csY1" fmla="*/ 1227 h 2344"/>
                  <a:gd name="csX2" fmla="*/ 1620 w 5562"/>
                  <a:gd name="csY2" fmla="*/ 712 h 2344"/>
                  <a:gd name="csX3" fmla="*/ 2384 w 5562"/>
                  <a:gd name="csY3" fmla="*/ 314 h 2344"/>
                  <a:gd name="csX4" fmla="*/ 3082 w 5562"/>
                  <a:gd name="csY4" fmla="*/ 90 h 2344"/>
                  <a:gd name="csX5" fmla="*/ 3560 w 5562"/>
                  <a:gd name="csY5" fmla="*/ 50 h 2344"/>
                  <a:gd name="csX6" fmla="*/ 4036 w 5562"/>
                  <a:gd name="csY6" fmla="*/ 150 h 2344"/>
                  <a:gd name="csX7" fmla="*/ 4582 w 5562"/>
                  <a:gd name="csY7" fmla="*/ 485 h 2344"/>
                  <a:gd name="csX8" fmla="*/ 5014 w 5562"/>
                  <a:gd name="csY8" fmla="*/ 986 h 2344"/>
                  <a:gd name="csX9" fmla="*/ 5364 w 5562"/>
                  <a:gd name="csY9" fmla="*/ 1573 h 2344"/>
                  <a:gd name="csX10" fmla="*/ 5603 w 5562"/>
                  <a:gd name="csY10" fmla="*/ 2074 h 2344"/>
                  <a:gd name="csX11" fmla="*/ 5569 w 5562"/>
                  <a:gd name="csY11" fmla="*/ 2250 h 2344"/>
                  <a:gd name="csX12" fmla="*/ 5221 w 5562"/>
                  <a:gd name="csY12" fmla="*/ 2392 h 2344"/>
                  <a:gd name="csX13" fmla="*/ 4238 w 5562"/>
                  <a:gd name="csY13" fmla="*/ 2227 h 2344"/>
                  <a:gd name="csX14" fmla="*/ 3122 w 5562"/>
                  <a:gd name="csY14" fmla="*/ 2104 h 2344"/>
                  <a:gd name="csX15" fmla="*/ 1985 w 5562"/>
                  <a:gd name="csY15" fmla="*/ 2226 h 2344"/>
                  <a:gd name="csX16" fmla="*/ 717 w 5562"/>
                  <a:gd name="csY16" fmla="*/ 2389 h 2344"/>
                  <a:gd name="csX17" fmla="*/ 86 w 5562"/>
                  <a:gd name="csY17" fmla="*/ 2197 h 2344"/>
                  <a:gd name="csX18" fmla="*/ 136 w 5562"/>
                  <a:gd name="csY18" fmla="*/ 1942 h 2344"/>
                  <a:gd name="csX19" fmla="*/ 305 w 5562"/>
                  <a:gd name="csY19" fmla="*/ 1773 h 2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562" h="2344">
                    <a:moveTo>
                      <a:pt x="304" y="1773"/>
                    </a:moveTo>
                    <a:cubicBezTo>
                      <a:pt x="435" y="1657"/>
                      <a:pt x="693" y="1425"/>
                      <a:pt x="928" y="1227"/>
                    </a:cubicBezTo>
                    <a:cubicBezTo>
                      <a:pt x="1164" y="1029"/>
                      <a:pt x="1380" y="864"/>
                      <a:pt x="1620" y="712"/>
                    </a:cubicBezTo>
                    <a:cubicBezTo>
                      <a:pt x="1859" y="561"/>
                      <a:pt x="2129" y="420"/>
                      <a:pt x="2384" y="314"/>
                    </a:cubicBezTo>
                    <a:cubicBezTo>
                      <a:pt x="2639" y="207"/>
                      <a:pt x="2890" y="131"/>
                      <a:pt x="3082" y="90"/>
                    </a:cubicBezTo>
                    <a:cubicBezTo>
                      <a:pt x="3274" y="50"/>
                      <a:pt x="3413" y="42"/>
                      <a:pt x="3560" y="50"/>
                    </a:cubicBezTo>
                    <a:cubicBezTo>
                      <a:pt x="3706" y="58"/>
                      <a:pt x="3860" y="80"/>
                      <a:pt x="4036" y="150"/>
                    </a:cubicBezTo>
                    <a:cubicBezTo>
                      <a:pt x="4212" y="221"/>
                      <a:pt x="4415" y="342"/>
                      <a:pt x="4582" y="485"/>
                    </a:cubicBezTo>
                    <a:cubicBezTo>
                      <a:pt x="4749" y="628"/>
                      <a:pt x="4887" y="800"/>
                      <a:pt x="5014" y="986"/>
                    </a:cubicBezTo>
                    <a:cubicBezTo>
                      <a:pt x="5141" y="1171"/>
                      <a:pt x="5258" y="1373"/>
                      <a:pt x="5364" y="1573"/>
                    </a:cubicBezTo>
                    <a:cubicBezTo>
                      <a:pt x="5470" y="1773"/>
                      <a:pt x="5565" y="1969"/>
                      <a:pt x="5603" y="2074"/>
                    </a:cubicBezTo>
                    <a:cubicBezTo>
                      <a:pt x="5641" y="2178"/>
                      <a:pt x="5620" y="2191"/>
                      <a:pt x="5569" y="2250"/>
                    </a:cubicBezTo>
                    <a:cubicBezTo>
                      <a:pt x="5517" y="2308"/>
                      <a:pt x="5453" y="2391"/>
                      <a:pt x="5221" y="2392"/>
                    </a:cubicBezTo>
                    <a:cubicBezTo>
                      <a:pt x="4989" y="2393"/>
                      <a:pt x="4616" y="2300"/>
                      <a:pt x="4238" y="2227"/>
                    </a:cubicBezTo>
                    <a:cubicBezTo>
                      <a:pt x="3859" y="2154"/>
                      <a:pt x="3486" y="2105"/>
                      <a:pt x="3122" y="2104"/>
                    </a:cubicBezTo>
                    <a:cubicBezTo>
                      <a:pt x="2757" y="2104"/>
                      <a:pt x="2408" y="2155"/>
                      <a:pt x="1985" y="2226"/>
                    </a:cubicBezTo>
                    <a:cubicBezTo>
                      <a:pt x="1562" y="2297"/>
                      <a:pt x="1071" y="2389"/>
                      <a:pt x="717" y="2389"/>
                    </a:cubicBezTo>
                    <a:cubicBezTo>
                      <a:pt x="364" y="2389"/>
                      <a:pt x="152" y="2297"/>
                      <a:pt x="86" y="2197"/>
                    </a:cubicBezTo>
                    <a:cubicBezTo>
                      <a:pt x="20" y="2098"/>
                      <a:pt x="98" y="1993"/>
                      <a:pt x="136" y="1942"/>
                    </a:cubicBezTo>
                    <a:cubicBezTo>
                      <a:pt x="175" y="1890"/>
                      <a:pt x="175" y="1890"/>
                      <a:pt x="305" y="1773"/>
                    </a:cubicBezTo>
                    <a:close/>
                  </a:path>
                </a:pathLst>
              </a:custGeom>
              <a:solidFill>
                <a:srgbClr val="FFFFFF"/>
              </a:solidFill>
              <a:ln w="0" cap="flat">
                <a:solidFill>
                  <a:srgbClr val="000000"/>
                </a:solidFill>
                <a:prstDash val="solid"/>
                <a:miter/>
              </a:ln>
            </p:spPr>
            <p:txBody>
              <a:bodyPr/>
              <a:lstStyle/>
              <a:p>
                <a:endParaRPr lang="en-US" dirty="0"/>
              </a:p>
            </p:txBody>
          </p:sp>
        </p:grpSp>
        <p:sp>
          <p:nvSpPr>
            <p:cNvPr id="530" name="Freeform: Shape 529">
              <a:extLst>
                <a:ext uri="{FF2B5EF4-FFF2-40B4-BE49-F238E27FC236}">
                  <a16:creationId xmlns:a16="http://schemas.microsoft.com/office/drawing/2014/main" id="{FFAB2FF1-4813-8899-F3F9-AE4A3864962E}"/>
                </a:ext>
              </a:extLst>
            </p:cNvPr>
            <p:cNvSpPr/>
            <p:nvPr/>
          </p:nvSpPr>
          <p:spPr>
            <a:xfrm rot="-1629052" flipV="1">
              <a:off x="3971221" y="1412588"/>
              <a:ext cx="18948" cy="14684"/>
            </a:xfrm>
            <a:custGeom>
              <a:avLst/>
              <a:gdLst>
                <a:gd name="csX0" fmla="*/ 72 w 18948"/>
                <a:gd name="csY0" fmla="*/ 2356 h 14684"/>
                <a:gd name="csX1" fmla="*/ 1886 w 18948"/>
                <a:gd name="csY1" fmla="*/ 5579 h 14684"/>
                <a:gd name="csX2" fmla="*/ 4306 w 18948"/>
                <a:gd name="csY2" fmla="*/ 9856 h 14684"/>
                <a:gd name="csX3" fmla="*/ 8380 w 18948"/>
                <a:gd name="csY3" fmla="*/ 14137 h 14684"/>
                <a:gd name="csX4" fmla="*/ 9422 w 18948"/>
                <a:gd name="csY4" fmla="*/ 14676 h 14684"/>
                <a:gd name="csX5" fmla="*/ 6898 w 18948"/>
                <a:gd name="csY5" fmla="*/ 12292 h 14684"/>
                <a:gd name="csX6" fmla="*/ 4431 w 18948"/>
                <a:gd name="csY6" fmla="*/ 9337 h 14684"/>
                <a:gd name="csX7" fmla="*/ 963 w 18948"/>
                <a:gd name="csY7" fmla="*/ 2952 h 14684"/>
                <a:gd name="csX8" fmla="*/ 3446 w 18948"/>
                <a:gd name="csY8" fmla="*/ 5901 h 14684"/>
                <a:gd name="csX9" fmla="*/ 7126 w 18948"/>
                <a:gd name="csY9" fmla="*/ 9493 h 14684"/>
                <a:gd name="csX10" fmla="*/ 11873 w 18948"/>
                <a:gd name="csY10" fmla="*/ 12696 h 14684"/>
                <a:gd name="csX11" fmla="*/ 14796 w 18948"/>
                <a:gd name="csY11" fmla="*/ 13753 h 14684"/>
                <a:gd name="csX12" fmla="*/ 11671 w 18948"/>
                <a:gd name="csY12" fmla="*/ 12323 h 14684"/>
                <a:gd name="csX13" fmla="*/ 7644 w 18948"/>
                <a:gd name="csY13" fmla="*/ 9467 h 14684"/>
                <a:gd name="csX14" fmla="*/ 4726 w 18948"/>
                <a:gd name="csY14" fmla="*/ 6476 h 14684"/>
                <a:gd name="csX15" fmla="*/ 1793 w 18948"/>
                <a:gd name="csY15" fmla="*/ 2755 h 14684"/>
                <a:gd name="csX16" fmla="*/ 2529 w 18948"/>
                <a:gd name="csY16" fmla="*/ 2039 h 14684"/>
                <a:gd name="csX17" fmla="*/ 2783 w 18948"/>
                <a:gd name="csY17" fmla="*/ 3112 h 14684"/>
                <a:gd name="csX18" fmla="*/ 6219 w 18948"/>
                <a:gd name="csY18" fmla="*/ 6176 h 14684"/>
                <a:gd name="csX19" fmla="*/ 10567 w 18948"/>
                <a:gd name="csY19" fmla="*/ 9342 h 14684"/>
                <a:gd name="csX20" fmla="*/ 12267 w 18948"/>
                <a:gd name="csY20" fmla="*/ 10275 h 14684"/>
                <a:gd name="csX21" fmla="*/ 14714 w 18948"/>
                <a:gd name="csY21" fmla="*/ 11467 h 14684"/>
                <a:gd name="csX22" fmla="*/ 17543 w 18948"/>
                <a:gd name="csY22" fmla="*/ 12546 h 14684"/>
                <a:gd name="csX23" fmla="*/ 18704 w 18948"/>
                <a:gd name="csY23" fmla="*/ 12794 h 14684"/>
                <a:gd name="csX24" fmla="*/ 16776 w 18948"/>
                <a:gd name="csY24" fmla="*/ 12022 h 14684"/>
                <a:gd name="csX25" fmla="*/ 13278 w 18948"/>
                <a:gd name="csY25" fmla="*/ 10353 h 14684"/>
                <a:gd name="csX26" fmla="*/ 10536 w 18948"/>
                <a:gd name="csY26" fmla="*/ 8700 h 14684"/>
                <a:gd name="csX27" fmla="*/ 6846 w 18948"/>
                <a:gd name="csY27" fmla="*/ 5818 h 14684"/>
                <a:gd name="csX28" fmla="*/ 4851 w 18948"/>
                <a:gd name="csY28" fmla="*/ 4159 h 14684"/>
                <a:gd name="csX29" fmla="*/ 3368 w 18948"/>
                <a:gd name="csY29" fmla="*/ 2573 h 14684"/>
                <a:gd name="csX30" fmla="*/ 3031 w 18948"/>
                <a:gd name="csY30" fmla="*/ 1677 h 14684"/>
                <a:gd name="csX31" fmla="*/ 3653 w 18948"/>
                <a:gd name="csY31" fmla="*/ 1412 h 14684"/>
                <a:gd name="csX32" fmla="*/ 5089 w 18948"/>
                <a:gd name="csY32" fmla="*/ 2962 h 14684"/>
                <a:gd name="csX33" fmla="*/ 6400 w 18948"/>
                <a:gd name="csY33" fmla="*/ 3952 h 14684"/>
                <a:gd name="csX34" fmla="*/ 7686 w 18948"/>
                <a:gd name="csY34" fmla="*/ 4911 h 14684"/>
                <a:gd name="csX35" fmla="*/ 9178 w 18948"/>
                <a:gd name="csY35" fmla="*/ 5875 h 14684"/>
                <a:gd name="csX36" fmla="*/ 11117 w 18948"/>
                <a:gd name="csY36" fmla="*/ 7212 h 14684"/>
                <a:gd name="csX37" fmla="*/ 13190 w 18948"/>
                <a:gd name="csY37" fmla="*/ 8466 h 14684"/>
                <a:gd name="csX38" fmla="*/ 15890 w 18948"/>
                <a:gd name="csY38" fmla="*/ 9627 h 14684"/>
                <a:gd name="csX39" fmla="*/ 19000 w 18948"/>
                <a:gd name="csY39" fmla="*/ 10021 h 14684"/>
                <a:gd name="csX40" fmla="*/ 17098 w 18948"/>
                <a:gd name="csY40" fmla="*/ 9425 h 14684"/>
                <a:gd name="csX41" fmla="*/ 13843 w 18948"/>
                <a:gd name="csY41" fmla="*/ 8135 h 14684"/>
                <a:gd name="csX42" fmla="*/ 11562 w 18948"/>
                <a:gd name="csY42" fmla="*/ 6787 h 14684"/>
                <a:gd name="csX43" fmla="*/ 9396 w 18948"/>
                <a:gd name="csY43" fmla="*/ 5191 h 14684"/>
                <a:gd name="csX44" fmla="*/ 7281 w 18948"/>
                <a:gd name="csY44" fmla="*/ 3796 h 14684"/>
                <a:gd name="csX45" fmla="*/ 5410 w 18948"/>
                <a:gd name="csY45" fmla="*/ 2226 h 14684"/>
                <a:gd name="csX46" fmla="*/ 4099 w 18948"/>
                <a:gd name="csY46" fmla="*/ 91 h 14684"/>
                <a:gd name="csX47" fmla="*/ 1394 w 18948"/>
                <a:gd name="csY47" fmla="*/ 1474 h 14684"/>
                <a:gd name="csX48" fmla="*/ 72 w 18948"/>
                <a:gd name="csY48" fmla="*/ 2356 h 14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948" h="14684">
                  <a:moveTo>
                    <a:pt x="72" y="2356"/>
                  </a:moveTo>
                  <a:cubicBezTo>
                    <a:pt x="155" y="3040"/>
                    <a:pt x="1280" y="4507"/>
                    <a:pt x="1886" y="5579"/>
                  </a:cubicBezTo>
                  <a:cubicBezTo>
                    <a:pt x="2591" y="6829"/>
                    <a:pt x="3316" y="8549"/>
                    <a:pt x="4306" y="9856"/>
                  </a:cubicBezTo>
                  <a:cubicBezTo>
                    <a:pt x="5384" y="11281"/>
                    <a:pt x="7525" y="13333"/>
                    <a:pt x="8380" y="14137"/>
                  </a:cubicBezTo>
                  <a:cubicBezTo>
                    <a:pt x="8665" y="14406"/>
                    <a:pt x="9665" y="14987"/>
                    <a:pt x="9422" y="14676"/>
                  </a:cubicBezTo>
                  <a:cubicBezTo>
                    <a:pt x="9173" y="14370"/>
                    <a:pt x="7691" y="13136"/>
                    <a:pt x="6898" y="12292"/>
                  </a:cubicBezTo>
                  <a:cubicBezTo>
                    <a:pt x="6069" y="11400"/>
                    <a:pt x="5120" y="10415"/>
                    <a:pt x="4431" y="9337"/>
                  </a:cubicBezTo>
                  <a:cubicBezTo>
                    <a:pt x="3441" y="7777"/>
                    <a:pt x="1124" y="3522"/>
                    <a:pt x="963" y="2952"/>
                  </a:cubicBezTo>
                  <a:cubicBezTo>
                    <a:pt x="798" y="2376"/>
                    <a:pt x="2565" y="4963"/>
                    <a:pt x="3446" y="5901"/>
                  </a:cubicBezTo>
                  <a:cubicBezTo>
                    <a:pt x="4477" y="6989"/>
                    <a:pt x="5794" y="8415"/>
                    <a:pt x="7126" y="9493"/>
                  </a:cubicBezTo>
                  <a:cubicBezTo>
                    <a:pt x="8530" y="10628"/>
                    <a:pt x="10598" y="11986"/>
                    <a:pt x="11873" y="12696"/>
                  </a:cubicBezTo>
                  <a:cubicBezTo>
                    <a:pt x="12780" y="13199"/>
                    <a:pt x="14833" y="13815"/>
                    <a:pt x="14796" y="13753"/>
                  </a:cubicBezTo>
                  <a:cubicBezTo>
                    <a:pt x="14765" y="13691"/>
                    <a:pt x="12656" y="12914"/>
                    <a:pt x="11671" y="12323"/>
                  </a:cubicBezTo>
                  <a:cubicBezTo>
                    <a:pt x="10479" y="11607"/>
                    <a:pt x="8805" y="10441"/>
                    <a:pt x="7644" y="9467"/>
                  </a:cubicBezTo>
                  <a:cubicBezTo>
                    <a:pt x="6576" y="8570"/>
                    <a:pt x="5638" y="7528"/>
                    <a:pt x="4726" y="6476"/>
                  </a:cubicBezTo>
                  <a:cubicBezTo>
                    <a:pt x="3752" y="5357"/>
                    <a:pt x="2161" y="3496"/>
                    <a:pt x="1793" y="2755"/>
                  </a:cubicBezTo>
                  <a:cubicBezTo>
                    <a:pt x="1642" y="2449"/>
                    <a:pt x="2363" y="1982"/>
                    <a:pt x="2529" y="2039"/>
                  </a:cubicBezTo>
                  <a:cubicBezTo>
                    <a:pt x="2689" y="2102"/>
                    <a:pt x="2539" y="2838"/>
                    <a:pt x="2783" y="3112"/>
                  </a:cubicBezTo>
                  <a:cubicBezTo>
                    <a:pt x="3399" y="3802"/>
                    <a:pt x="5022" y="5217"/>
                    <a:pt x="6219" y="6176"/>
                  </a:cubicBezTo>
                  <a:cubicBezTo>
                    <a:pt x="7520" y="7212"/>
                    <a:pt x="9562" y="8658"/>
                    <a:pt x="10567" y="9342"/>
                  </a:cubicBezTo>
                  <a:cubicBezTo>
                    <a:pt x="11101" y="9705"/>
                    <a:pt x="11692" y="9980"/>
                    <a:pt x="12267" y="10275"/>
                  </a:cubicBezTo>
                  <a:cubicBezTo>
                    <a:pt x="12957" y="10628"/>
                    <a:pt x="13884" y="11110"/>
                    <a:pt x="14714" y="11467"/>
                  </a:cubicBezTo>
                  <a:cubicBezTo>
                    <a:pt x="15595" y="11851"/>
                    <a:pt x="16880" y="12323"/>
                    <a:pt x="17543" y="12546"/>
                  </a:cubicBezTo>
                  <a:cubicBezTo>
                    <a:pt x="17917" y="12670"/>
                    <a:pt x="18834" y="12882"/>
                    <a:pt x="18704" y="12794"/>
                  </a:cubicBezTo>
                  <a:cubicBezTo>
                    <a:pt x="18575" y="12706"/>
                    <a:pt x="17409" y="12307"/>
                    <a:pt x="16776" y="12022"/>
                  </a:cubicBezTo>
                  <a:cubicBezTo>
                    <a:pt x="15869" y="11618"/>
                    <a:pt x="14320" y="10908"/>
                    <a:pt x="13278" y="10353"/>
                  </a:cubicBezTo>
                  <a:cubicBezTo>
                    <a:pt x="12335" y="9850"/>
                    <a:pt x="11407" y="9311"/>
                    <a:pt x="10536" y="8700"/>
                  </a:cubicBezTo>
                  <a:cubicBezTo>
                    <a:pt x="9463" y="7943"/>
                    <a:pt x="7794" y="6575"/>
                    <a:pt x="6846" y="5818"/>
                  </a:cubicBezTo>
                  <a:cubicBezTo>
                    <a:pt x="6172" y="5274"/>
                    <a:pt x="5431" y="4698"/>
                    <a:pt x="4851" y="4159"/>
                  </a:cubicBezTo>
                  <a:cubicBezTo>
                    <a:pt x="4322" y="3662"/>
                    <a:pt x="3674" y="2993"/>
                    <a:pt x="3368" y="2573"/>
                  </a:cubicBezTo>
                  <a:cubicBezTo>
                    <a:pt x="3182" y="2319"/>
                    <a:pt x="2985" y="1874"/>
                    <a:pt x="3031" y="1677"/>
                  </a:cubicBezTo>
                  <a:cubicBezTo>
                    <a:pt x="3083" y="1485"/>
                    <a:pt x="3462" y="1293"/>
                    <a:pt x="3653" y="1412"/>
                  </a:cubicBezTo>
                  <a:cubicBezTo>
                    <a:pt x="3995" y="1625"/>
                    <a:pt x="4628" y="2537"/>
                    <a:pt x="5089" y="2962"/>
                  </a:cubicBezTo>
                  <a:cubicBezTo>
                    <a:pt x="5493" y="3330"/>
                    <a:pt x="5970" y="3625"/>
                    <a:pt x="6400" y="3952"/>
                  </a:cubicBezTo>
                  <a:cubicBezTo>
                    <a:pt x="6830" y="4268"/>
                    <a:pt x="7245" y="4605"/>
                    <a:pt x="7686" y="4911"/>
                  </a:cubicBezTo>
                  <a:cubicBezTo>
                    <a:pt x="8147" y="5232"/>
                    <a:pt x="8686" y="5543"/>
                    <a:pt x="9178" y="5875"/>
                  </a:cubicBezTo>
                  <a:cubicBezTo>
                    <a:pt x="9748" y="6258"/>
                    <a:pt x="10453" y="6787"/>
                    <a:pt x="11117" y="7212"/>
                  </a:cubicBezTo>
                  <a:cubicBezTo>
                    <a:pt x="11780" y="7642"/>
                    <a:pt x="12469" y="8098"/>
                    <a:pt x="13190" y="8466"/>
                  </a:cubicBezTo>
                  <a:cubicBezTo>
                    <a:pt x="13983" y="8866"/>
                    <a:pt x="14942" y="9374"/>
                    <a:pt x="15890" y="9627"/>
                  </a:cubicBezTo>
                  <a:cubicBezTo>
                    <a:pt x="16859" y="9887"/>
                    <a:pt x="18798" y="10058"/>
                    <a:pt x="19000" y="10021"/>
                  </a:cubicBezTo>
                  <a:cubicBezTo>
                    <a:pt x="19197" y="9990"/>
                    <a:pt x="17720" y="9653"/>
                    <a:pt x="17098" y="9425"/>
                  </a:cubicBezTo>
                  <a:cubicBezTo>
                    <a:pt x="16237" y="9109"/>
                    <a:pt x="14765" y="8575"/>
                    <a:pt x="13843" y="8135"/>
                  </a:cubicBezTo>
                  <a:cubicBezTo>
                    <a:pt x="13045" y="7756"/>
                    <a:pt x="12298" y="7274"/>
                    <a:pt x="11562" y="6787"/>
                  </a:cubicBezTo>
                  <a:cubicBezTo>
                    <a:pt x="10821" y="6295"/>
                    <a:pt x="10111" y="5694"/>
                    <a:pt x="9396" y="5191"/>
                  </a:cubicBezTo>
                  <a:cubicBezTo>
                    <a:pt x="8701" y="4709"/>
                    <a:pt x="7945" y="4294"/>
                    <a:pt x="7281" y="3796"/>
                  </a:cubicBezTo>
                  <a:cubicBezTo>
                    <a:pt x="6628" y="3309"/>
                    <a:pt x="5939" y="2843"/>
                    <a:pt x="5410" y="2226"/>
                  </a:cubicBezTo>
                  <a:cubicBezTo>
                    <a:pt x="4882" y="1604"/>
                    <a:pt x="4768" y="215"/>
                    <a:pt x="4099" y="91"/>
                  </a:cubicBezTo>
                  <a:cubicBezTo>
                    <a:pt x="3431" y="-34"/>
                    <a:pt x="2067" y="1091"/>
                    <a:pt x="1394" y="1474"/>
                  </a:cubicBezTo>
                  <a:cubicBezTo>
                    <a:pt x="932" y="1728"/>
                    <a:pt x="10" y="1827"/>
                    <a:pt x="72" y="2356"/>
                  </a:cubicBezTo>
                </a:path>
              </a:pathLst>
            </a:custGeom>
            <a:solidFill>
              <a:srgbClr val="000000"/>
            </a:solidFill>
            <a:ln w="5172" cap="flat">
              <a:noFill/>
              <a:prstDash val="solid"/>
              <a:round/>
            </a:ln>
          </p:spPr>
          <p:txBody>
            <a:bodyPr/>
            <a:lstStyle/>
            <a:p>
              <a:endParaRPr lang="en-US" dirty="0"/>
            </a:p>
          </p:txBody>
        </p:sp>
        <p:sp>
          <p:nvSpPr>
            <p:cNvPr id="531" name="Freeform: Shape 530">
              <a:extLst>
                <a:ext uri="{FF2B5EF4-FFF2-40B4-BE49-F238E27FC236}">
                  <a16:creationId xmlns:a16="http://schemas.microsoft.com/office/drawing/2014/main" id="{C2786EF0-91CE-7DBB-9E49-A71AF33CE9F4}"/>
                </a:ext>
              </a:extLst>
            </p:cNvPr>
            <p:cNvSpPr/>
            <p:nvPr/>
          </p:nvSpPr>
          <p:spPr>
            <a:xfrm rot="-1629052" flipV="1">
              <a:off x="3956592" y="1436709"/>
              <a:ext cx="18624" cy="12747"/>
            </a:xfrm>
            <a:custGeom>
              <a:avLst/>
              <a:gdLst>
                <a:gd name="csX0" fmla="*/ 18448 w 18624"/>
                <a:gd name="csY0" fmla="*/ 12665 h 12747"/>
                <a:gd name="csX1" fmla="*/ 14747 w 18624"/>
                <a:gd name="csY1" fmla="*/ 12701 h 12747"/>
                <a:gd name="csX2" fmla="*/ 9834 w 18624"/>
                <a:gd name="csY2" fmla="*/ 12748 h 12747"/>
                <a:gd name="csX3" fmla="*/ 4091 w 18624"/>
                <a:gd name="csY3" fmla="*/ 11364 h 12747"/>
                <a:gd name="csX4" fmla="*/ 3101 w 18624"/>
                <a:gd name="csY4" fmla="*/ 10727 h 12747"/>
                <a:gd name="csX5" fmla="*/ 6434 w 18624"/>
                <a:gd name="csY5" fmla="*/ 11717 h 12747"/>
                <a:gd name="csX6" fmla="*/ 10223 w 18624"/>
                <a:gd name="csY6" fmla="*/ 12375 h 12747"/>
                <a:gd name="csX7" fmla="*/ 17489 w 18624"/>
                <a:gd name="csY7" fmla="*/ 12188 h 12747"/>
                <a:gd name="csX8" fmla="*/ 13695 w 18624"/>
                <a:gd name="csY8" fmla="*/ 11509 h 12747"/>
                <a:gd name="csX9" fmla="*/ 8735 w 18624"/>
                <a:gd name="csY9" fmla="*/ 10120 h 12747"/>
                <a:gd name="csX10" fmla="*/ 3589 w 18624"/>
                <a:gd name="csY10" fmla="*/ 7612 h 12747"/>
                <a:gd name="csX11" fmla="*/ 1215 w 18624"/>
                <a:gd name="csY11" fmla="*/ 5606 h 12747"/>
                <a:gd name="csX12" fmla="*/ 4014 w 18624"/>
                <a:gd name="csY12" fmla="*/ 7601 h 12747"/>
                <a:gd name="csX13" fmla="*/ 8502 w 18624"/>
                <a:gd name="csY13" fmla="*/ 9659 h 12747"/>
                <a:gd name="csX14" fmla="*/ 12555 w 18624"/>
                <a:gd name="csY14" fmla="*/ 10696 h 12747"/>
                <a:gd name="csX15" fmla="*/ 17240 w 18624"/>
                <a:gd name="csY15" fmla="*/ 11369 h 12747"/>
                <a:gd name="csX16" fmla="*/ 17489 w 18624"/>
                <a:gd name="csY16" fmla="*/ 10385 h 12747"/>
                <a:gd name="csX17" fmla="*/ 16437 w 18624"/>
                <a:gd name="csY17" fmla="*/ 10696 h 12747"/>
                <a:gd name="csX18" fmla="*/ 12068 w 18624"/>
                <a:gd name="csY18" fmla="*/ 9250 h 12747"/>
                <a:gd name="csX19" fmla="*/ 7149 w 18624"/>
                <a:gd name="csY19" fmla="*/ 7067 h 12747"/>
                <a:gd name="csX20" fmla="*/ 5491 w 18624"/>
                <a:gd name="csY20" fmla="*/ 6062 h 12747"/>
                <a:gd name="csX21" fmla="*/ 3231 w 18624"/>
                <a:gd name="csY21" fmla="*/ 4538 h 12747"/>
                <a:gd name="csX22" fmla="*/ 888 w 18624"/>
                <a:gd name="csY22" fmla="*/ 2626 h 12747"/>
                <a:gd name="csX23" fmla="*/ 90 w 18624"/>
                <a:gd name="csY23" fmla="*/ 1750 h 12747"/>
                <a:gd name="csX24" fmla="*/ 1723 w 18624"/>
                <a:gd name="csY24" fmla="*/ 3030 h 12747"/>
                <a:gd name="csX25" fmla="*/ 4915 w 18624"/>
                <a:gd name="csY25" fmla="*/ 5227 h 12747"/>
                <a:gd name="csX26" fmla="*/ 7725 w 18624"/>
                <a:gd name="csY26" fmla="*/ 6772 h 12747"/>
                <a:gd name="csX27" fmla="*/ 12063 w 18624"/>
                <a:gd name="csY27" fmla="*/ 8529 h 12747"/>
                <a:gd name="csX28" fmla="*/ 14499 w 18624"/>
                <a:gd name="csY28" fmla="*/ 9426 h 12747"/>
                <a:gd name="csX29" fmla="*/ 16608 w 18624"/>
                <a:gd name="csY29" fmla="*/ 9918 h 12747"/>
                <a:gd name="csX30" fmla="*/ 17556 w 18624"/>
                <a:gd name="csY30" fmla="*/ 9757 h 12747"/>
                <a:gd name="csX31" fmla="*/ 17473 w 18624"/>
                <a:gd name="csY31" fmla="*/ 9094 h 12747"/>
                <a:gd name="csX32" fmla="*/ 15416 w 18624"/>
                <a:gd name="csY32" fmla="*/ 8622 h 12747"/>
                <a:gd name="csX33" fmla="*/ 13902 w 18624"/>
                <a:gd name="csY33" fmla="*/ 7980 h 12747"/>
                <a:gd name="csX34" fmla="*/ 12425 w 18624"/>
                <a:gd name="csY34" fmla="*/ 7347 h 12747"/>
                <a:gd name="csX35" fmla="*/ 10845 w 18624"/>
                <a:gd name="csY35" fmla="*/ 6534 h 12747"/>
                <a:gd name="csX36" fmla="*/ 8720 w 18624"/>
                <a:gd name="csY36" fmla="*/ 5528 h 12747"/>
                <a:gd name="csX37" fmla="*/ 6600 w 18624"/>
                <a:gd name="csY37" fmla="*/ 4357 h 12747"/>
                <a:gd name="csX38" fmla="*/ 4242 w 18624"/>
                <a:gd name="csY38" fmla="*/ 2600 h 12747"/>
                <a:gd name="csX39" fmla="*/ 2345 w 18624"/>
                <a:gd name="csY39" fmla="*/ 107 h 12747"/>
                <a:gd name="csX40" fmla="*/ 3811 w 18624"/>
                <a:gd name="csY40" fmla="*/ 1454 h 12747"/>
                <a:gd name="csX41" fmla="*/ 6553 w 18624"/>
                <a:gd name="csY41" fmla="*/ 3626 h 12747"/>
                <a:gd name="csX42" fmla="*/ 8865 w 18624"/>
                <a:gd name="csY42" fmla="*/ 4927 h 12747"/>
                <a:gd name="csX43" fmla="*/ 11327 w 18624"/>
                <a:gd name="csY43" fmla="*/ 6010 h 12747"/>
                <a:gd name="csX44" fmla="*/ 13597 w 18624"/>
                <a:gd name="csY44" fmla="*/ 7145 h 12747"/>
                <a:gd name="csX45" fmla="*/ 15893 w 18624"/>
                <a:gd name="csY45" fmla="*/ 7974 h 12747"/>
                <a:gd name="csX46" fmla="*/ 18396 w 18624"/>
                <a:gd name="csY46" fmla="*/ 8042 h 12747"/>
                <a:gd name="csX47" fmla="*/ 18552 w 18624"/>
                <a:gd name="csY47" fmla="*/ 11074 h 12747"/>
                <a:gd name="csX48" fmla="*/ 18448 w 18624"/>
                <a:gd name="csY48" fmla="*/ 12665 h 12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624" h="12747">
                  <a:moveTo>
                    <a:pt x="18448" y="12665"/>
                  </a:moveTo>
                  <a:cubicBezTo>
                    <a:pt x="17810" y="12935"/>
                    <a:pt x="15981" y="12691"/>
                    <a:pt x="14747" y="12701"/>
                  </a:cubicBezTo>
                  <a:cubicBezTo>
                    <a:pt x="13312" y="12717"/>
                    <a:pt x="11461" y="12955"/>
                    <a:pt x="9834" y="12748"/>
                  </a:cubicBezTo>
                  <a:cubicBezTo>
                    <a:pt x="8061" y="12525"/>
                    <a:pt x="5216" y="11696"/>
                    <a:pt x="4091" y="11364"/>
                  </a:cubicBezTo>
                  <a:cubicBezTo>
                    <a:pt x="3718" y="11250"/>
                    <a:pt x="2713" y="10670"/>
                    <a:pt x="3101" y="10727"/>
                  </a:cubicBezTo>
                  <a:cubicBezTo>
                    <a:pt x="3490" y="10789"/>
                    <a:pt x="5304" y="11458"/>
                    <a:pt x="6434" y="11717"/>
                  </a:cubicBezTo>
                  <a:cubicBezTo>
                    <a:pt x="7621" y="11991"/>
                    <a:pt x="8943" y="12323"/>
                    <a:pt x="10223" y="12375"/>
                  </a:cubicBezTo>
                  <a:cubicBezTo>
                    <a:pt x="12068" y="12453"/>
                    <a:pt x="16909" y="12339"/>
                    <a:pt x="17489" y="12188"/>
                  </a:cubicBezTo>
                  <a:cubicBezTo>
                    <a:pt x="18064" y="12048"/>
                    <a:pt x="14944" y="11805"/>
                    <a:pt x="13695" y="11509"/>
                  </a:cubicBezTo>
                  <a:cubicBezTo>
                    <a:pt x="12234" y="11167"/>
                    <a:pt x="10342" y="10737"/>
                    <a:pt x="8735" y="10120"/>
                  </a:cubicBezTo>
                  <a:cubicBezTo>
                    <a:pt x="7056" y="9472"/>
                    <a:pt x="4843" y="8363"/>
                    <a:pt x="3589" y="7612"/>
                  </a:cubicBezTo>
                  <a:cubicBezTo>
                    <a:pt x="2702" y="7078"/>
                    <a:pt x="1142" y="5611"/>
                    <a:pt x="1215" y="5606"/>
                  </a:cubicBezTo>
                  <a:cubicBezTo>
                    <a:pt x="1282" y="5606"/>
                    <a:pt x="3013" y="7047"/>
                    <a:pt x="4014" y="7601"/>
                  </a:cubicBezTo>
                  <a:cubicBezTo>
                    <a:pt x="5232" y="8275"/>
                    <a:pt x="7082" y="9146"/>
                    <a:pt x="8502" y="9659"/>
                  </a:cubicBezTo>
                  <a:cubicBezTo>
                    <a:pt x="9813" y="10136"/>
                    <a:pt x="11187" y="10426"/>
                    <a:pt x="12555" y="10696"/>
                  </a:cubicBezTo>
                  <a:cubicBezTo>
                    <a:pt x="14011" y="10981"/>
                    <a:pt x="16416" y="11426"/>
                    <a:pt x="17240" y="11369"/>
                  </a:cubicBezTo>
                  <a:cubicBezTo>
                    <a:pt x="17582" y="11354"/>
                    <a:pt x="17624" y="10493"/>
                    <a:pt x="17489" y="10385"/>
                  </a:cubicBezTo>
                  <a:cubicBezTo>
                    <a:pt x="17359" y="10271"/>
                    <a:pt x="16795" y="10768"/>
                    <a:pt x="16437" y="10696"/>
                  </a:cubicBezTo>
                  <a:cubicBezTo>
                    <a:pt x="15530" y="10504"/>
                    <a:pt x="13493" y="9809"/>
                    <a:pt x="12068" y="9250"/>
                  </a:cubicBezTo>
                  <a:cubicBezTo>
                    <a:pt x="10518" y="8648"/>
                    <a:pt x="8243" y="7596"/>
                    <a:pt x="7149" y="7067"/>
                  </a:cubicBezTo>
                  <a:cubicBezTo>
                    <a:pt x="6569" y="6788"/>
                    <a:pt x="6035" y="6409"/>
                    <a:pt x="5491" y="6062"/>
                  </a:cubicBezTo>
                  <a:cubicBezTo>
                    <a:pt x="4843" y="5642"/>
                    <a:pt x="3962" y="5082"/>
                    <a:pt x="3231" y="4538"/>
                  </a:cubicBezTo>
                  <a:cubicBezTo>
                    <a:pt x="2469" y="3968"/>
                    <a:pt x="1412" y="3092"/>
                    <a:pt x="888" y="2626"/>
                  </a:cubicBezTo>
                  <a:cubicBezTo>
                    <a:pt x="593" y="2366"/>
                    <a:pt x="-45" y="1677"/>
                    <a:pt x="90" y="1750"/>
                  </a:cubicBezTo>
                  <a:cubicBezTo>
                    <a:pt x="230" y="1812"/>
                    <a:pt x="1163" y="2626"/>
                    <a:pt x="1723" y="3030"/>
                  </a:cubicBezTo>
                  <a:cubicBezTo>
                    <a:pt x="2526" y="3610"/>
                    <a:pt x="3915" y="4605"/>
                    <a:pt x="4915" y="5227"/>
                  </a:cubicBezTo>
                  <a:cubicBezTo>
                    <a:pt x="5822" y="5792"/>
                    <a:pt x="6755" y="6326"/>
                    <a:pt x="7725" y="6772"/>
                  </a:cubicBezTo>
                  <a:cubicBezTo>
                    <a:pt x="8917" y="7321"/>
                    <a:pt x="10933" y="8083"/>
                    <a:pt x="12063" y="8529"/>
                  </a:cubicBezTo>
                  <a:cubicBezTo>
                    <a:pt x="12866" y="8845"/>
                    <a:pt x="13742" y="9193"/>
                    <a:pt x="14499" y="9426"/>
                  </a:cubicBezTo>
                  <a:cubicBezTo>
                    <a:pt x="15188" y="9638"/>
                    <a:pt x="16095" y="9861"/>
                    <a:pt x="16608" y="9918"/>
                  </a:cubicBezTo>
                  <a:cubicBezTo>
                    <a:pt x="16924" y="9954"/>
                    <a:pt x="17411" y="9897"/>
                    <a:pt x="17556" y="9757"/>
                  </a:cubicBezTo>
                  <a:cubicBezTo>
                    <a:pt x="17696" y="9623"/>
                    <a:pt x="17670" y="9198"/>
                    <a:pt x="17473" y="9094"/>
                  </a:cubicBezTo>
                  <a:cubicBezTo>
                    <a:pt x="17116" y="8902"/>
                    <a:pt x="16012" y="8809"/>
                    <a:pt x="15416" y="8622"/>
                  </a:cubicBezTo>
                  <a:cubicBezTo>
                    <a:pt x="14892" y="8457"/>
                    <a:pt x="14400" y="8192"/>
                    <a:pt x="13902" y="7980"/>
                  </a:cubicBezTo>
                  <a:cubicBezTo>
                    <a:pt x="13410" y="7767"/>
                    <a:pt x="12913" y="7575"/>
                    <a:pt x="12425" y="7347"/>
                  </a:cubicBezTo>
                  <a:cubicBezTo>
                    <a:pt x="11917" y="7109"/>
                    <a:pt x="11378" y="6798"/>
                    <a:pt x="10845" y="6534"/>
                  </a:cubicBezTo>
                  <a:cubicBezTo>
                    <a:pt x="10228" y="6233"/>
                    <a:pt x="9419" y="5886"/>
                    <a:pt x="8720" y="5528"/>
                  </a:cubicBezTo>
                  <a:cubicBezTo>
                    <a:pt x="8015" y="5165"/>
                    <a:pt x="7274" y="4802"/>
                    <a:pt x="6600" y="4357"/>
                  </a:cubicBezTo>
                  <a:cubicBezTo>
                    <a:pt x="5854" y="3869"/>
                    <a:pt x="4936" y="3294"/>
                    <a:pt x="4242" y="2600"/>
                  </a:cubicBezTo>
                  <a:cubicBezTo>
                    <a:pt x="3532" y="1889"/>
                    <a:pt x="2412" y="298"/>
                    <a:pt x="2345" y="107"/>
                  </a:cubicBezTo>
                  <a:cubicBezTo>
                    <a:pt x="2272" y="-85"/>
                    <a:pt x="3304" y="1029"/>
                    <a:pt x="3811" y="1454"/>
                  </a:cubicBezTo>
                  <a:cubicBezTo>
                    <a:pt x="4516" y="2040"/>
                    <a:pt x="5714" y="3051"/>
                    <a:pt x="6553" y="3626"/>
                  </a:cubicBezTo>
                  <a:cubicBezTo>
                    <a:pt x="7284" y="4129"/>
                    <a:pt x="8077" y="4533"/>
                    <a:pt x="8865" y="4927"/>
                  </a:cubicBezTo>
                  <a:cubicBezTo>
                    <a:pt x="9663" y="5321"/>
                    <a:pt x="10539" y="5642"/>
                    <a:pt x="11327" y="6010"/>
                  </a:cubicBezTo>
                  <a:cubicBezTo>
                    <a:pt x="12094" y="6368"/>
                    <a:pt x="12835" y="6813"/>
                    <a:pt x="13597" y="7145"/>
                  </a:cubicBezTo>
                  <a:cubicBezTo>
                    <a:pt x="14343" y="7467"/>
                    <a:pt x="15095" y="7824"/>
                    <a:pt x="15893" y="7974"/>
                  </a:cubicBezTo>
                  <a:cubicBezTo>
                    <a:pt x="16696" y="8125"/>
                    <a:pt x="17950" y="7529"/>
                    <a:pt x="18396" y="8042"/>
                  </a:cubicBezTo>
                  <a:cubicBezTo>
                    <a:pt x="18837" y="8560"/>
                    <a:pt x="18546" y="10307"/>
                    <a:pt x="18552" y="11074"/>
                  </a:cubicBezTo>
                  <a:cubicBezTo>
                    <a:pt x="18557" y="11608"/>
                    <a:pt x="18935" y="12458"/>
                    <a:pt x="18448" y="12665"/>
                  </a:cubicBezTo>
                </a:path>
              </a:pathLst>
            </a:custGeom>
            <a:solidFill>
              <a:srgbClr val="000000"/>
            </a:solidFill>
            <a:ln w="5172" cap="flat">
              <a:noFill/>
              <a:prstDash val="solid"/>
              <a:round/>
            </a:ln>
          </p:spPr>
          <p:txBody>
            <a:bodyPr/>
            <a:lstStyle/>
            <a:p>
              <a:endParaRPr lang="en-US" dirty="0"/>
            </a:p>
          </p:txBody>
        </p:sp>
      </p:grpSp>
      <p:sp>
        <p:nvSpPr>
          <p:cNvPr id="528" name="Freeform: Shape 527">
            <a:extLst>
              <a:ext uri="{FF2B5EF4-FFF2-40B4-BE49-F238E27FC236}">
                <a16:creationId xmlns:a16="http://schemas.microsoft.com/office/drawing/2014/main" id="{9B4F5512-3CA8-7CAC-0A9B-F7FA008430D2}"/>
              </a:ext>
            </a:extLst>
          </p:cNvPr>
          <p:cNvSpPr/>
          <p:nvPr/>
        </p:nvSpPr>
        <p:spPr>
          <a:xfrm>
            <a:off x="4275009" y="3144329"/>
            <a:ext cx="21127" cy="30748"/>
          </a:xfrm>
          <a:custGeom>
            <a:avLst/>
            <a:gdLst>
              <a:gd name="csX0" fmla="*/ 45 w 10358"/>
              <a:gd name="csY0" fmla="*/ 14979 h 15075"/>
              <a:gd name="csX1" fmla="*/ 10403 w 10358"/>
              <a:gd name="csY1" fmla="*/ -96 h 15075"/>
            </a:gdLst>
            <a:ahLst/>
            <a:cxnLst>
              <a:cxn ang="0">
                <a:pos x="csX0" y="csY0"/>
              </a:cxn>
              <a:cxn ang="0">
                <a:pos x="csX1" y="csY1"/>
              </a:cxn>
            </a:cxnLst>
            <a:rect l="l" t="t" r="r" b="b"/>
            <a:pathLst>
              <a:path w="10358" h="15075">
                <a:moveTo>
                  <a:pt x="45" y="14979"/>
                </a:moveTo>
                <a:lnTo>
                  <a:pt x="10403" y="-96"/>
                </a:lnTo>
              </a:path>
            </a:pathLst>
          </a:custGeom>
          <a:solidFill>
            <a:srgbClr val="FFCCAA"/>
          </a:solidFill>
          <a:ln w="12700" cap="rnd">
            <a:solidFill>
              <a:srgbClr val="FFCCAA"/>
            </a:solidFill>
            <a:prstDash val="solid"/>
            <a:bevel/>
          </a:ln>
        </p:spPr>
        <p:txBody>
          <a:bodyPr/>
          <a:lstStyle/>
          <a:p>
            <a:endParaRPr lang="en-US" dirty="0"/>
          </a:p>
        </p:txBody>
      </p:sp>
      <p:sp>
        <p:nvSpPr>
          <p:cNvPr id="87" name="Rectangle 86">
            <a:extLst>
              <a:ext uri="{FF2B5EF4-FFF2-40B4-BE49-F238E27FC236}">
                <a16:creationId xmlns:a16="http://schemas.microsoft.com/office/drawing/2014/main" id="{6D17AF74-863A-769D-6EFE-459652B49E33}"/>
              </a:ext>
            </a:extLst>
          </p:cNvPr>
          <p:cNvSpPr/>
          <p:nvPr/>
        </p:nvSpPr>
        <p:spPr>
          <a:xfrm>
            <a:off x="2584324" y="3475480"/>
            <a:ext cx="114457" cy="324973"/>
          </a:xfrm>
          <a:prstGeom prst="rect">
            <a:avLst/>
          </a:prstGeom>
          <a:solidFill>
            <a:srgbClr val="000000">
              <a:alpha val="2000"/>
            </a:srgbClr>
          </a:solidFill>
          <a:ln w="12700" cap="sq">
            <a:solidFill>
              <a:srgbClr val="000000"/>
            </a:solidFill>
            <a:prstDash val="solid"/>
            <a:miter/>
          </a:ln>
        </p:spPr>
        <p:txBody>
          <a:bodyPr/>
          <a:lstStyle/>
          <a:p>
            <a:endParaRPr lang="en-US" dirty="0"/>
          </a:p>
        </p:txBody>
      </p:sp>
      <p:sp>
        <p:nvSpPr>
          <p:cNvPr id="88" name="Rectangle 87">
            <a:extLst>
              <a:ext uri="{FF2B5EF4-FFF2-40B4-BE49-F238E27FC236}">
                <a16:creationId xmlns:a16="http://schemas.microsoft.com/office/drawing/2014/main" id="{CAD7515F-8A38-5E5A-477E-E5E7ACC728DD}"/>
              </a:ext>
            </a:extLst>
          </p:cNvPr>
          <p:cNvSpPr/>
          <p:nvPr/>
        </p:nvSpPr>
        <p:spPr>
          <a:xfrm>
            <a:off x="2267691" y="2706020"/>
            <a:ext cx="720369" cy="755272"/>
          </a:xfrm>
          <a:prstGeom prst="rect">
            <a:avLst/>
          </a:prstGeom>
          <a:solidFill>
            <a:srgbClr val="FF9953">
              <a:alpha val="16000"/>
            </a:srgbClr>
          </a:solidFill>
          <a:ln w="19050" cap="sq">
            <a:noFill/>
            <a:prstDash val="solid"/>
            <a:miter/>
          </a:ln>
        </p:spPr>
        <p:txBody>
          <a:bodyPr/>
          <a:lstStyle/>
          <a:p>
            <a:endParaRPr lang="en-US" dirty="0"/>
          </a:p>
        </p:txBody>
      </p:sp>
      <p:sp>
        <p:nvSpPr>
          <p:cNvPr id="89" name="Rectangle 88">
            <a:extLst>
              <a:ext uri="{FF2B5EF4-FFF2-40B4-BE49-F238E27FC236}">
                <a16:creationId xmlns:a16="http://schemas.microsoft.com/office/drawing/2014/main" id="{05F653C0-588C-FF8E-667D-AA95F776691E}"/>
              </a:ext>
            </a:extLst>
          </p:cNvPr>
          <p:cNvSpPr/>
          <p:nvPr/>
        </p:nvSpPr>
        <p:spPr>
          <a:xfrm>
            <a:off x="2261928" y="3798865"/>
            <a:ext cx="720369" cy="755272"/>
          </a:xfrm>
          <a:prstGeom prst="rect">
            <a:avLst/>
          </a:prstGeom>
          <a:solidFill>
            <a:srgbClr val="FF9953">
              <a:alpha val="16000"/>
            </a:srgbClr>
          </a:solidFill>
          <a:ln w="19050" cap="sq">
            <a:noFill/>
            <a:prstDash val="solid"/>
            <a:miter/>
          </a:ln>
        </p:spPr>
        <p:txBody>
          <a:bodyPr/>
          <a:lstStyle/>
          <a:p>
            <a:endParaRPr lang="en-US" dirty="0"/>
          </a:p>
        </p:txBody>
      </p:sp>
      <p:sp>
        <p:nvSpPr>
          <p:cNvPr id="90" name="Rectangle 89">
            <a:extLst>
              <a:ext uri="{FF2B5EF4-FFF2-40B4-BE49-F238E27FC236}">
                <a16:creationId xmlns:a16="http://schemas.microsoft.com/office/drawing/2014/main" id="{5235E724-A87C-CA4F-F38A-679F2F1B0069}"/>
              </a:ext>
            </a:extLst>
          </p:cNvPr>
          <p:cNvSpPr/>
          <p:nvPr/>
        </p:nvSpPr>
        <p:spPr>
          <a:xfrm rot="5400000">
            <a:off x="3332190" y="3892499"/>
            <a:ext cx="122290" cy="782569"/>
          </a:xfrm>
          <a:prstGeom prst="rect">
            <a:avLst/>
          </a:prstGeom>
          <a:solidFill>
            <a:srgbClr val="000000">
              <a:alpha val="2000"/>
            </a:srgbClr>
          </a:solidFill>
          <a:ln w="12700" cap="sq">
            <a:solidFill>
              <a:srgbClr val="000000"/>
            </a:solidFill>
            <a:prstDash val="solid"/>
            <a:miter/>
          </a:ln>
        </p:spPr>
        <p:txBody>
          <a:bodyPr/>
          <a:lstStyle/>
          <a:p>
            <a:endParaRPr lang="en-US" dirty="0"/>
          </a:p>
        </p:txBody>
      </p:sp>
      <p:sp>
        <p:nvSpPr>
          <p:cNvPr id="91" name="Rectangle 90">
            <a:extLst>
              <a:ext uri="{FF2B5EF4-FFF2-40B4-BE49-F238E27FC236}">
                <a16:creationId xmlns:a16="http://schemas.microsoft.com/office/drawing/2014/main" id="{DD891A42-1789-AC1C-95CA-C9025F43CBD9}"/>
              </a:ext>
            </a:extLst>
          </p:cNvPr>
          <p:cNvSpPr/>
          <p:nvPr/>
        </p:nvSpPr>
        <p:spPr>
          <a:xfrm>
            <a:off x="2589519" y="3448465"/>
            <a:ext cx="102823" cy="363789"/>
          </a:xfrm>
          <a:prstGeom prst="rect">
            <a:avLst/>
          </a:prstGeom>
          <a:solidFill>
            <a:srgbClr val="FFFFFF"/>
          </a:solidFill>
          <a:ln w="0" cap="sq">
            <a:noFill/>
            <a:prstDash val="solid"/>
            <a:miter/>
          </a:ln>
        </p:spPr>
        <p:txBody>
          <a:bodyPr/>
          <a:lstStyle/>
          <a:p>
            <a:endParaRPr lang="en-US" dirty="0"/>
          </a:p>
        </p:txBody>
      </p:sp>
      <p:sp>
        <p:nvSpPr>
          <p:cNvPr id="92" name="Rectangle 91">
            <a:extLst>
              <a:ext uri="{FF2B5EF4-FFF2-40B4-BE49-F238E27FC236}">
                <a16:creationId xmlns:a16="http://schemas.microsoft.com/office/drawing/2014/main" id="{F8C94C7F-A170-C976-0B30-DC901111FAAD}"/>
              </a:ext>
            </a:extLst>
          </p:cNvPr>
          <p:cNvSpPr/>
          <p:nvPr/>
        </p:nvSpPr>
        <p:spPr>
          <a:xfrm rot="5400000">
            <a:off x="3343596" y="3875256"/>
            <a:ext cx="104414" cy="821494"/>
          </a:xfrm>
          <a:prstGeom prst="rect">
            <a:avLst/>
          </a:prstGeom>
          <a:solidFill>
            <a:srgbClr val="FFFFFF"/>
          </a:solidFill>
          <a:ln w="0" cap="sq">
            <a:solidFill>
              <a:schemeClr val="bg1"/>
            </a:solidFill>
            <a:prstDash val="solid"/>
            <a:miter/>
          </a:ln>
        </p:spPr>
        <p:txBody>
          <a:bodyPr/>
          <a:lstStyle/>
          <a:p>
            <a:endParaRPr lang="en-US" dirty="0"/>
          </a:p>
        </p:txBody>
      </p:sp>
      <p:grpSp>
        <p:nvGrpSpPr>
          <p:cNvPr id="93" name="Graphic 4">
            <a:extLst>
              <a:ext uri="{FF2B5EF4-FFF2-40B4-BE49-F238E27FC236}">
                <a16:creationId xmlns:a16="http://schemas.microsoft.com/office/drawing/2014/main" id="{7CA5E3E4-763D-C52F-FD19-F01FAB6392A8}"/>
              </a:ext>
            </a:extLst>
          </p:cNvPr>
          <p:cNvGrpSpPr/>
          <p:nvPr/>
        </p:nvGrpSpPr>
        <p:grpSpPr>
          <a:xfrm>
            <a:off x="2318092" y="2745786"/>
            <a:ext cx="178150" cy="464611"/>
            <a:chOff x="3095363" y="1285116"/>
            <a:chExt cx="87342" cy="227785"/>
          </a:xfrm>
        </p:grpSpPr>
        <p:grpSp>
          <p:nvGrpSpPr>
            <p:cNvPr id="515" name="Graphic 4">
              <a:extLst>
                <a:ext uri="{FF2B5EF4-FFF2-40B4-BE49-F238E27FC236}">
                  <a16:creationId xmlns:a16="http://schemas.microsoft.com/office/drawing/2014/main" id="{88119C9D-8580-270C-5363-A79D8BEF458F}"/>
                </a:ext>
              </a:extLst>
            </p:cNvPr>
            <p:cNvGrpSpPr/>
            <p:nvPr/>
          </p:nvGrpSpPr>
          <p:grpSpPr>
            <a:xfrm>
              <a:off x="3095363" y="1285116"/>
              <a:ext cx="87342" cy="227785"/>
              <a:chOff x="3095363" y="1285116"/>
              <a:chExt cx="87342" cy="227785"/>
            </a:xfrm>
          </p:grpSpPr>
          <p:grpSp>
            <p:nvGrpSpPr>
              <p:cNvPr id="517" name="Graphic 4">
                <a:extLst>
                  <a:ext uri="{FF2B5EF4-FFF2-40B4-BE49-F238E27FC236}">
                    <a16:creationId xmlns:a16="http://schemas.microsoft.com/office/drawing/2014/main" id="{16D19BF9-25BC-C445-3058-7E3A36947B15}"/>
                  </a:ext>
                </a:extLst>
              </p:cNvPr>
              <p:cNvGrpSpPr/>
              <p:nvPr/>
            </p:nvGrpSpPr>
            <p:grpSpPr>
              <a:xfrm>
                <a:off x="3114308" y="1285116"/>
                <a:ext cx="68397" cy="227785"/>
                <a:chOff x="3114308" y="1285116"/>
                <a:chExt cx="68397" cy="227785"/>
              </a:xfrm>
            </p:grpSpPr>
            <p:sp>
              <p:nvSpPr>
                <p:cNvPr id="520" name="Freeform: Shape 519">
                  <a:extLst>
                    <a:ext uri="{FF2B5EF4-FFF2-40B4-BE49-F238E27FC236}">
                      <a16:creationId xmlns:a16="http://schemas.microsoft.com/office/drawing/2014/main" id="{E0F06EFD-6DA1-8DDF-3656-BD8CA4A4E928}"/>
                    </a:ext>
                  </a:extLst>
                </p:cNvPr>
                <p:cNvSpPr/>
                <p:nvPr/>
              </p:nvSpPr>
              <p:spPr>
                <a:xfrm rot="1328126" flipV="1">
                  <a:off x="3129577" y="1285116"/>
                  <a:ext cx="53128" cy="227785"/>
                </a:xfrm>
                <a:custGeom>
                  <a:avLst/>
                  <a:gdLst>
                    <a:gd name="csX0" fmla="*/ 20005 w 53128"/>
                    <a:gd name="csY0" fmla="*/ 225085 h 227785"/>
                    <a:gd name="csX1" fmla="*/ 12481 w 53128"/>
                    <a:gd name="csY1" fmla="*/ 208595 h 227785"/>
                    <a:gd name="csX2" fmla="*/ 16551 w 53128"/>
                    <a:gd name="csY2" fmla="*/ 189281 h 227785"/>
                    <a:gd name="csX3" fmla="*/ 27842 w 53128"/>
                    <a:gd name="csY3" fmla="*/ 173061 h 227785"/>
                    <a:gd name="csX4" fmla="*/ 38661 w 53128"/>
                    <a:gd name="csY4" fmla="*/ 152328 h 227785"/>
                    <a:gd name="csX5" fmla="*/ 35080 w 53128"/>
                    <a:gd name="csY5" fmla="*/ 139691 h 227785"/>
                    <a:gd name="csX6" fmla="*/ 31755 w 53128"/>
                    <a:gd name="csY6" fmla="*/ 132272 h 227785"/>
                    <a:gd name="csX7" fmla="*/ 29962 w 53128"/>
                    <a:gd name="csY7" fmla="*/ 128109 h 227785"/>
                    <a:gd name="csX8" fmla="*/ 28133 w 53128"/>
                    <a:gd name="csY8" fmla="*/ 127840 h 227785"/>
                    <a:gd name="csX9" fmla="*/ 25013 w 53128"/>
                    <a:gd name="csY9" fmla="*/ 126903 h 227785"/>
                    <a:gd name="csX10" fmla="*/ 23558 w 53128"/>
                    <a:gd name="csY10" fmla="*/ 126235 h 227785"/>
                    <a:gd name="csX11" fmla="*/ 22901 w 53128"/>
                    <a:gd name="csY11" fmla="*/ 127886 h 227785"/>
                    <a:gd name="csX12" fmla="*/ 18668 w 53128"/>
                    <a:gd name="csY12" fmla="*/ 130171 h 227785"/>
                    <a:gd name="csX13" fmla="*/ 19594 w 53128"/>
                    <a:gd name="csY13" fmla="*/ 130646 h 227785"/>
                    <a:gd name="csX14" fmla="*/ 17230 w 53128"/>
                    <a:gd name="csY14" fmla="*/ 129561 h 227785"/>
                    <a:gd name="csX15" fmla="*/ 16195 w 53128"/>
                    <a:gd name="csY15" fmla="*/ 128994 h 227785"/>
                    <a:gd name="csX16" fmla="*/ 12244 w 53128"/>
                    <a:gd name="csY16" fmla="*/ 123834 h 227785"/>
                    <a:gd name="csX17" fmla="*/ 10405 w 53128"/>
                    <a:gd name="csY17" fmla="*/ 122015 h 227785"/>
                    <a:gd name="csX18" fmla="*/ 7845 w 53128"/>
                    <a:gd name="csY18" fmla="*/ 118893 h 227785"/>
                    <a:gd name="csX19" fmla="*/ 4859 w 53128"/>
                    <a:gd name="csY19" fmla="*/ 113628 h 227785"/>
                    <a:gd name="csX20" fmla="*/ 965 w 53128"/>
                    <a:gd name="csY20" fmla="*/ 85763 h 227785"/>
                    <a:gd name="csX21" fmla="*/ 2868 w 53128"/>
                    <a:gd name="csY21" fmla="*/ 59395 h 227785"/>
                    <a:gd name="csX22" fmla="*/ 7126 w 53128"/>
                    <a:gd name="csY22" fmla="*/ 35706 h 227785"/>
                    <a:gd name="csX23" fmla="*/ 7906 w 53128"/>
                    <a:gd name="csY23" fmla="*/ 33068 h 227785"/>
                    <a:gd name="csX24" fmla="*/ 7006 w 53128"/>
                    <a:gd name="csY24" fmla="*/ 32110 h 227785"/>
                    <a:gd name="csX25" fmla="*/ 10598 w 53128"/>
                    <a:gd name="csY25" fmla="*/ 26827 h 227785"/>
                    <a:gd name="csX26" fmla="*/ 17789 w 53128"/>
                    <a:gd name="csY26" fmla="*/ 17788 h 227785"/>
                    <a:gd name="csX27" fmla="*/ 25115 w 53128"/>
                    <a:gd name="csY27" fmla="*/ 8177 h 227785"/>
                    <a:gd name="csX28" fmla="*/ 29181 w 53128"/>
                    <a:gd name="csY28" fmla="*/ 3933 h 227785"/>
                    <a:gd name="csX29" fmla="*/ 30945 w 53128"/>
                    <a:gd name="csY29" fmla="*/ 1817 h 227785"/>
                    <a:gd name="csX30" fmla="*/ 32486 w 53128"/>
                    <a:gd name="csY30" fmla="*/ 633 h 227785"/>
                    <a:gd name="csX31" fmla="*/ 36377 w 53128"/>
                    <a:gd name="csY31" fmla="*/ 1713 h 227785"/>
                    <a:gd name="csX32" fmla="*/ 37026 w 53128"/>
                    <a:gd name="csY32" fmla="*/ 3311 h 227785"/>
                    <a:gd name="csX33" fmla="*/ 37448 w 53128"/>
                    <a:gd name="csY33" fmla="*/ 4920 h 227785"/>
                    <a:gd name="csX34" fmla="*/ 38405 w 53128"/>
                    <a:gd name="csY34" fmla="*/ 6853 h 227785"/>
                    <a:gd name="csX35" fmla="*/ 38863 w 53128"/>
                    <a:gd name="csY35" fmla="*/ 8141 h 227785"/>
                    <a:gd name="csX36" fmla="*/ 41738 w 53128"/>
                    <a:gd name="csY36" fmla="*/ 13071 h 227785"/>
                    <a:gd name="csX37" fmla="*/ 45012 w 53128"/>
                    <a:gd name="csY37" fmla="*/ 26487 h 227785"/>
                    <a:gd name="csX38" fmla="*/ 46007 w 53128"/>
                    <a:gd name="csY38" fmla="*/ 32395 h 227785"/>
                    <a:gd name="csX39" fmla="*/ 47646 w 53128"/>
                    <a:gd name="csY39" fmla="*/ 35978 h 227785"/>
                    <a:gd name="csX40" fmla="*/ 47361 w 53128"/>
                    <a:gd name="csY40" fmla="*/ 38916 h 227785"/>
                    <a:gd name="csX41" fmla="*/ 45643 w 53128"/>
                    <a:gd name="csY41" fmla="*/ 39645 h 227785"/>
                    <a:gd name="csX42" fmla="*/ 45169 w 53128"/>
                    <a:gd name="csY42" fmla="*/ 44744 h 227785"/>
                    <a:gd name="csX43" fmla="*/ 45113 w 53128"/>
                    <a:gd name="csY43" fmla="*/ 62450 h 227785"/>
                    <a:gd name="csX44" fmla="*/ 45311 w 53128"/>
                    <a:gd name="csY44" fmla="*/ 70127 h 227785"/>
                    <a:gd name="csX45" fmla="*/ 51237 w 53128"/>
                    <a:gd name="csY45" fmla="*/ 89729 h 227785"/>
                    <a:gd name="csX46" fmla="*/ 49926 w 53128"/>
                    <a:gd name="csY46" fmla="*/ 111044 h 227785"/>
                    <a:gd name="csX47" fmla="*/ 43563 w 53128"/>
                    <a:gd name="csY47" fmla="*/ 119586 h 227785"/>
                    <a:gd name="csX48" fmla="*/ 37727 w 53128"/>
                    <a:gd name="csY48" fmla="*/ 125203 h 227785"/>
                    <a:gd name="csX49" fmla="*/ 36164 w 53128"/>
                    <a:gd name="csY49" fmla="*/ 126444 h 227785"/>
                    <a:gd name="csX50" fmla="*/ 39058 w 53128"/>
                    <a:gd name="csY50" fmla="*/ 132539 h 227785"/>
                    <a:gd name="csX51" fmla="*/ 45326 w 53128"/>
                    <a:gd name="csY51" fmla="*/ 151936 h 227785"/>
                    <a:gd name="csX52" fmla="*/ 40193 w 53128"/>
                    <a:gd name="csY52" fmla="*/ 167866 h 227785"/>
                    <a:gd name="csX53" fmla="*/ 32860 w 53128"/>
                    <a:gd name="csY53" fmla="*/ 176009 h 227785"/>
                    <a:gd name="csX54" fmla="*/ 24392 w 53128"/>
                    <a:gd name="csY54" fmla="*/ 185653 h 227785"/>
                    <a:gd name="csX55" fmla="*/ 22067 w 53128"/>
                    <a:gd name="csY55" fmla="*/ 223929 h 227785"/>
                    <a:gd name="csX56" fmla="*/ 23105 w 53128"/>
                    <a:gd name="csY56" fmla="*/ 227814 h 227785"/>
                    <a:gd name="csX57" fmla="*/ 20005 w 53128"/>
                    <a:gd name="csY57" fmla="*/ 225086 h 227785"/>
                    <a:gd name="csX58" fmla="*/ 15766 w 53128"/>
                    <a:gd name="csY58" fmla="*/ 197549 h 227785"/>
                    <a:gd name="csX59" fmla="*/ 30250 w 53128"/>
                    <a:gd name="csY59" fmla="*/ 172789 h 227785"/>
                    <a:gd name="csX60" fmla="*/ 37786 w 53128"/>
                    <a:gd name="csY60" fmla="*/ 164841 h 227785"/>
                    <a:gd name="csX61" fmla="*/ 40830 w 53128"/>
                    <a:gd name="csY61" fmla="*/ 147450 h 227785"/>
                    <a:gd name="csX62" fmla="*/ 36629 w 53128"/>
                    <a:gd name="csY62" fmla="*/ 134022 h 227785"/>
                    <a:gd name="csX63" fmla="*/ 33606 w 53128"/>
                    <a:gd name="csY63" fmla="*/ 127153 h 227785"/>
                    <a:gd name="csX64" fmla="*/ 33606 w 53128"/>
                    <a:gd name="csY64" fmla="*/ 127153 h 227785"/>
                    <a:gd name="csX65" fmla="*/ 33606 w 53128"/>
                    <a:gd name="csY65" fmla="*/ 127153 h 227785"/>
                    <a:gd name="csX66" fmla="*/ 36533 w 53128"/>
                    <a:gd name="csY66" fmla="*/ 134018 h 227785"/>
                    <a:gd name="csX67" fmla="*/ 41227 w 53128"/>
                    <a:gd name="csY67" fmla="*/ 151668 h 227785"/>
                    <a:gd name="csX68" fmla="*/ 40412 w 53128"/>
                    <a:gd name="csY68" fmla="*/ 159499 h 227785"/>
                    <a:gd name="csX69" fmla="*/ 30250 w 53128"/>
                    <a:gd name="csY69" fmla="*/ 172789 h 227785"/>
                    <a:gd name="csX70" fmla="*/ 17968 w 53128"/>
                    <a:gd name="csY70" fmla="*/ 191318 h 227785"/>
                    <a:gd name="csX71" fmla="*/ 14581 w 53128"/>
                    <a:gd name="csY71" fmla="*/ 202955 h 227785"/>
                    <a:gd name="csX72" fmla="*/ 14537 w 53128"/>
                    <a:gd name="csY72" fmla="*/ 202306 h 227785"/>
                    <a:gd name="csX73" fmla="*/ 15766 w 53128"/>
                    <a:gd name="csY73" fmla="*/ 197549 h 227785"/>
                    <a:gd name="csX74" fmla="*/ 47254 w 53128"/>
                    <a:gd name="csY74" fmla="*/ 37105 h 227785"/>
                    <a:gd name="csX75" fmla="*/ 45802 w 53128"/>
                    <a:gd name="csY75" fmla="*/ 34294 h 227785"/>
                    <a:gd name="csX76" fmla="*/ 42392 w 53128"/>
                    <a:gd name="csY76" fmla="*/ 27821 h 227785"/>
                    <a:gd name="csX77" fmla="*/ 39888 w 53128"/>
                    <a:gd name="csY77" fmla="*/ 25721 h 227785"/>
                    <a:gd name="csX78" fmla="*/ 39082 w 53128"/>
                    <a:gd name="csY78" fmla="*/ 28901 h 227785"/>
                    <a:gd name="csX79" fmla="*/ 44910 w 53128"/>
                    <a:gd name="csY79" fmla="*/ 37529 h 227785"/>
                    <a:gd name="csX80" fmla="*/ 47254 w 53128"/>
                    <a:gd name="csY80" fmla="*/ 37105 h 227785"/>
                    <a:gd name="csX81" fmla="*/ 13849 w 53128"/>
                    <a:gd name="csY81" fmla="*/ 31222 h 227785"/>
                    <a:gd name="csX82" fmla="*/ 19640 w 53128"/>
                    <a:gd name="csY82" fmla="*/ 23418 h 227785"/>
                    <a:gd name="csX83" fmla="*/ 15958 w 53128"/>
                    <a:gd name="csY83" fmla="*/ 24639 h 227785"/>
                    <a:gd name="csX84" fmla="*/ 11090 w 53128"/>
                    <a:gd name="csY84" fmla="*/ 28027 h 227785"/>
                    <a:gd name="csX85" fmla="*/ 7663 w 53128"/>
                    <a:gd name="csY85" fmla="*/ 31335 h 227785"/>
                    <a:gd name="csX86" fmla="*/ 13849 w 53128"/>
                    <a:gd name="csY86" fmla="*/ 31221 h 227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53128" h="227785">
                      <a:moveTo>
                        <a:pt x="20005" y="225085"/>
                      </a:moveTo>
                      <a:cubicBezTo>
                        <a:pt x="15948" y="220658"/>
                        <a:pt x="13118" y="214454"/>
                        <a:pt x="12481" y="208595"/>
                      </a:cubicBezTo>
                      <a:cubicBezTo>
                        <a:pt x="11809" y="202405"/>
                        <a:pt x="13101" y="196274"/>
                        <a:pt x="16551" y="189281"/>
                      </a:cubicBezTo>
                      <a:cubicBezTo>
                        <a:pt x="19367" y="183572"/>
                        <a:pt x="22701" y="178783"/>
                        <a:pt x="27842" y="173061"/>
                      </a:cubicBezTo>
                      <a:cubicBezTo>
                        <a:pt x="36855" y="163030"/>
                        <a:pt x="38650" y="159590"/>
                        <a:pt x="38661" y="152328"/>
                      </a:cubicBezTo>
                      <a:cubicBezTo>
                        <a:pt x="38666" y="148687"/>
                        <a:pt x="37692" y="145248"/>
                        <a:pt x="35080" y="139691"/>
                      </a:cubicBezTo>
                      <a:cubicBezTo>
                        <a:pt x="34238" y="137900"/>
                        <a:pt x="32742" y="134561"/>
                        <a:pt x="31755" y="132272"/>
                      </a:cubicBezTo>
                      <a:lnTo>
                        <a:pt x="29962" y="128109"/>
                      </a:lnTo>
                      <a:lnTo>
                        <a:pt x="28133" y="127840"/>
                      </a:lnTo>
                      <a:cubicBezTo>
                        <a:pt x="27127" y="127692"/>
                        <a:pt x="25723" y="127271"/>
                        <a:pt x="25013" y="126903"/>
                      </a:cubicBezTo>
                      <a:cubicBezTo>
                        <a:pt x="24302" y="126536"/>
                        <a:pt x="23648" y="126235"/>
                        <a:pt x="23558" y="126235"/>
                      </a:cubicBezTo>
                      <a:cubicBezTo>
                        <a:pt x="23468" y="126235"/>
                        <a:pt x="23173" y="126978"/>
                        <a:pt x="22901" y="127886"/>
                      </a:cubicBezTo>
                      <a:cubicBezTo>
                        <a:pt x="22147" y="130401"/>
                        <a:pt x="19877" y="131627"/>
                        <a:pt x="18668" y="130171"/>
                      </a:cubicBezTo>
                      <a:cubicBezTo>
                        <a:pt x="18375" y="129818"/>
                        <a:pt x="19913" y="130524"/>
                        <a:pt x="19594" y="130646"/>
                      </a:cubicBezTo>
                      <a:cubicBezTo>
                        <a:pt x="19276" y="130768"/>
                        <a:pt x="17090" y="129787"/>
                        <a:pt x="17230" y="129561"/>
                      </a:cubicBezTo>
                      <a:cubicBezTo>
                        <a:pt x="17230" y="129561"/>
                        <a:pt x="16512" y="129167"/>
                        <a:pt x="16195" y="128994"/>
                      </a:cubicBezTo>
                      <a:cubicBezTo>
                        <a:pt x="15710" y="128931"/>
                        <a:pt x="12598" y="124868"/>
                        <a:pt x="12244" y="123834"/>
                      </a:cubicBezTo>
                      <a:cubicBezTo>
                        <a:pt x="12108" y="123438"/>
                        <a:pt x="11280" y="122619"/>
                        <a:pt x="10405" y="122015"/>
                      </a:cubicBezTo>
                      <a:cubicBezTo>
                        <a:pt x="9445" y="121352"/>
                        <a:pt x="8428" y="120113"/>
                        <a:pt x="7845" y="118893"/>
                      </a:cubicBezTo>
                      <a:cubicBezTo>
                        <a:pt x="7312" y="117779"/>
                        <a:pt x="5969" y="115411"/>
                        <a:pt x="4859" y="113628"/>
                      </a:cubicBezTo>
                      <a:cubicBezTo>
                        <a:pt x="-97" y="105667"/>
                        <a:pt x="-965" y="99461"/>
                        <a:pt x="965" y="85763"/>
                      </a:cubicBezTo>
                      <a:cubicBezTo>
                        <a:pt x="2305" y="76249"/>
                        <a:pt x="2865" y="68490"/>
                        <a:pt x="2868" y="59395"/>
                      </a:cubicBezTo>
                      <a:cubicBezTo>
                        <a:pt x="2871" y="48515"/>
                        <a:pt x="4093" y="41722"/>
                        <a:pt x="7126" y="35706"/>
                      </a:cubicBezTo>
                      <a:cubicBezTo>
                        <a:pt x="7925" y="34121"/>
                        <a:pt x="8207" y="33168"/>
                        <a:pt x="7906" y="33068"/>
                      </a:cubicBezTo>
                      <a:cubicBezTo>
                        <a:pt x="7647" y="32982"/>
                        <a:pt x="7242" y="32550"/>
                        <a:pt x="7006" y="32110"/>
                      </a:cubicBezTo>
                      <a:cubicBezTo>
                        <a:pt x="6431" y="31034"/>
                        <a:pt x="8590" y="27858"/>
                        <a:pt x="10598" y="26827"/>
                      </a:cubicBezTo>
                      <a:cubicBezTo>
                        <a:pt x="12381" y="25913"/>
                        <a:pt x="16172" y="21147"/>
                        <a:pt x="17789" y="17788"/>
                      </a:cubicBezTo>
                      <a:cubicBezTo>
                        <a:pt x="19443" y="14352"/>
                        <a:pt x="22292" y="10614"/>
                        <a:pt x="25115" y="8177"/>
                      </a:cubicBezTo>
                      <a:cubicBezTo>
                        <a:pt x="26418" y="7052"/>
                        <a:pt x="28203" y="5106"/>
                        <a:pt x="29181" y="3933"/>
                      </a:cubicBezTo>
                      <a:lnTo>
                        <a:pt x="30945" y="1817"/>
                      </a:lnTo>
                      <a:cubicBezTo>
                        <a:pt x="31981" y="961"/>
                        <a:pt x="31892" y="1012"/>
                        <a:pt x="32486" y="633"/>
                      </a:cubicBezTo>
                      <a:cubicBezTo>
                        <a:pt x="34602" y="-461"/>
                        <a:pt x="35479" y="-53"/>
                        <a:pt x="36377" y="1713"/>
                      </a:cubicBezTo>
                      <a:cubicBezTo>
                        <a:pt x="36814" y="2572"/>
                        <a:pt x="36735" y="2635"/>
                        <a:pt x="37026" y="3311"/>
                      </a:cubicBezTo>
                      <a:cubicBezTo>
                        <a:pt x="37279" y="4174"/>
                        <a:pt x="37272" y="4308"/>
                        <a:pt x="37448" y="4920"/>
                      </a:cubicBezTo>
                      <a:cubicBezTo>
                        <a:pt x="38067" y="6281"/>
                        <a:pt x="37744" y="5517"/>
                        <a:pt x="38405" y="6853"/>
                      </a:cubicBezTo>
                      <a:lnTo>
                        <a:pt x="38863" y="8141"/>
                      </a:lnTo>
                      <a:cubicBezTo>
                        <a:pt x="39091" y="8951"/>
                        <a:pt x="39963" y="10602"/>
                        <a:pt x="41738" y="13071"/>
                      </a:cubicBezTo>
                      <a:cubicBezTo>
                        <a:pt x="43895" y="16072"/>
                        <a:pt x="45077" y="20913"/>
                        <a:pt x="45012" y="26487"/>
                      </a:cubicBezTo>
                      <a:cubicBezTo>
                        <a:pt x="44962" y="30732"/>
                        <a:pt x="45026" y="31109"/>
                        <a:pt x="46007" y="32395"/>
                      </a:cubicBezTo>
                      <a:cubicBezTo>
                        <a:pt x="46583" y="33151"/>
                        <a:pt x="47321" y="34763"/>
                        <a:pt x="47646" y="35978"/>
                      </a:cubicBezTo>
                      <a:cubicBezTo>
                        <a:pt x="48212" y="38090"/>
                        <a:pt x="48200" y="38220"/>
                        <a:pt x="47361" y="38916"/>
                      </a:cubicBezTo>
                      <a:cubicBezTo>
                        <a:pt x="46878" y="39317"/>
                        <a:pt x="46105" y="39645"/>
                        <a:pt x="45643" y="39645"/>
                      </a:cubicBezTo>
                      <a:cubicBezTo>
                        <a:pt x="44826" y="39645"/>
                        <a:pt x="44813" y="39787"/>
                        <a:pt x="45169" y="44744"/>
                      </a:cubicBezTo>
                      <a:cubicBezTo>
                        <a:pt x="45578" y="50451"/>
                        <a:pt x="45564" y="54922"/>
                        <a:pt x="45113" y="62450"/>
                      </a:cubicBezTo>
                      <a:cubicBezTo>
                        <a:pt x="44903" y="65946"/>
                        <a:pt x="44966" y="68372"/>
                        <a:pt x="45311" y="70127"/>
                      </a:cubicBezTo>
                      <a:cubicBezTo>
                        <a:pt x="45837" y="72801"/>
                        <a:pt x="48408" y="81304"/>
                        <a:pt x="51237" y="89729"/>
                      </a:cubicBezTo>
                      <a:cubicBezTo>
                        <a:pt x="54104" y="98266"/>
                        <a:pt x="53792" y="103339"/>
                        <a:pt x="49926" y="111044"/>
                      </a:cubicBezTo>
                      <a:cubicBezTo>
                        <a:pt x="48138" y="114609"/>
                        <a:pt x="47219" y="115843"/>
                        <a:pt x="43563" y="119586"/>
                      </a:cubicBezTo>
                      <a:cubicBezTo>
                        <a:pt x="41213" y="121993"/>
                        <a:pt x="38587" y="124520"/>
                        <a:pt x="37727" y="125203"/>
                      </a:cubicBezTo>
                      <a:lnTo>
                        <a:pt x="36164" y="126444"/>
                      </a:lnTo>
                      <a:lnTo>
                        <a:pt x="39058" y="132539"/>
                      </a:lnTo>
                      <a:cubicBezTo>
                        <a:pt x="44344" y="143671"/>
                        <a:pt x="45326" y="146710"/>
                        <a:pt x="45326" y="151936"/>
                      </a:cubicBezTo>
                      <a:cubicBezTo>
                        <a:pt x="45326" y="157427"/>
                        <a:pt x="43554" y="162927"/>
                        <a:pt x="40193" y="167866"/>
                      </a:cubicBezTo>
                      <a:cubicBezTo>
                        <a:pt x="39492" y="168897"/>
                        <a:pt x="36192" y="172561"/>
                        <a:pt x="32860" y="176009"/>
                      </a:cubicBezTo>
                      <a:cubicBezTo>
                        <a:pt x="29528" y="179457"/>
                        <a:pt x="25717" y="183797"/>
                        <a:pt x="24392" y="185653"/>
                      </a:cubicBezTo>
                      <a:cubicBezTo>
                        <a:pt x="14351" y="199716"/>
                        <a:pt x="13563" y="212692"/>
                        <a:pt x="22067" y="223929"/>
                      </a:cubicBezTo>
                      <a:cubicBezTo>
                        <a:pt x="24058" y="226559"/>
                        <a:pt x="24393" y="227814"/>
                        <a:pt x="23105" y="227814"/>
                      </a:cubicBezTo>
                      <a:cubicBezTo>
                        <a:pt x="22775" y="227814"/>
                        <a:pt x="21380" y="226586"/>
                        <a:pt x="20005" y="225086"/>
                      </a:cubicBezTo>
                      <a:close/>
                      <a:moveTo>
                        <a:pt x="15766" y="197549"/>
                      </a:moveTo>
                      <a:cubicBezTo>
                        <a:pt x="18535" y="188977"/>
                        <a:pt x="21142" y="182218"/>
                        <a:pt x="30250" y="172789"/>
                      </a:cubicBezTo>
                      <a:cubicBezTo>
                        <a:pt x="33235" y="169698"/>
                        <a:pt x="36920" y="166151"/>
                        <a:pt x="37786" y="164841"/>
                      </a:cubicBezTo>
                      <a:cubicBezTo>
                        <a:pt x="41416" y="159352"/>
                        <a:pt x="42166" y="154106"/>
                        <a:pt x="40830" y="147450"/>
                      </a:cubicBezTo>
                      <a:cubicBezTo>
                        <a:pt x="40418" y="145397"/>
                        <a:pt x="38756" y="138854"/>
                        <a:pt x="36629" y="134022"/>
                      </a:cubicBezTo>
                      <a:lnTo>
                        <a:pt x="33606" y="127153"/>
                      </a:lnTo>
                      <a:lnTo>
                        <a:pt x="33606" y="127153"/>
                      </a:lnTo>
                      <a:cubicBezTo>
                        <a:pt x="32954" y="127380"/>
                        <a:pt x="33604" y="126889"/>
                        <a:pt x="33606" y="127153"/>
                      </a:cubicBezTo>
                      <a:cubicBezTo>
                        <a:pt x="33608" y="127417"/>
                        <a:pt x="35140" y="130927"/>
                        <a:pt x="36533" y="134018"/>
                      </a:cubicBezTo>
                      <a:cubicBezTo>
                        <a:pt x="40917" y="143742"/>
                        <a:pt x="40977" y="146934"/>
                        <a:pt x="41227" y="151668"/>
                      </a:cubicBezTo>
                      <a:cubicBezTo>
                        <a:pt x="41423" y="155374"/>
                        <a:pt x="41338" y="156840"/>
                        <a:pt x="40412" y="159499"/>
                      </a:cubicBezTo>
                      <a:cubicBezTo>
                        <a:pt x="38984" y="163598"/>
                        <a:pt x="35635" y="167054"/>
                        <a:pt x="30250" y="172789"/>
                      </a:cubicBezTo>
                      <a:cubicBezTo>
                        <a:pt x="25088" y="178286"/>
                        <a:pt x="20759" y="185426"/>
                        <a:pt x="17968" y="191318"/>
                      </a:cubicBezTo>
                      <a:cubicBezTo>
                        <a:pt x="15957" y="195564"/>
                        <a:pt x="14510" y="200546"/>
                        <a:pt x="14581" y="202955"/>
                      </a:cubicBezTo>
                      <a:cubicBezTo>
                        <a:pt x="14619" y="204257"/>
                        <a:pt x="14238" y="204081"/>
                        <a:pt x="14537" y="202306"/>
                      </a:cubicBezTo>
                      <a:cubicBezTo>
                        <a:pt x="14721" y="201214"/>
                        <a:pt x="15274" y="199073"/>
                        <a:pt x="15766" y="197549"/>
                      </a:cubicBezTo>
                      <a:close/>
                      <a:moveTo>
                        <a:pt x="47254" y="37105"/>
                      </a:moveTo>
                      <a:cubicBezTo>
                        <a:pt x="47112" y="36395"/>
                        <a:pt x="46458" y="35130"/>
                        <a:pt x="45802" y="34294"/>
                      </a:cubicBezTo>
                      <a:cubicBezTo>
                        <a:pt x="44371" y="32473"/>
                        <a:pt x="43549" y="30913"/>
                        <a:pt x="42392" y="27821"/>
                      </a:cubicBezTo>
                      <a:cubicBezTo>
                        <a:pt x="41368" y="25083"/>
                        <a:pt x="40966" y="24746"/>
                        <a:pt x="39888" y="25721"/>
                      </a:cubicBezTo>
                      <a:cubicBezTo>
                        <a:pt x="39265" y="26286"/>
                        <a:pt x="39082" y="27006"/>
                        <a:pt x="39082" y="28901"/>
                      </a:cubicBezTo>
                      <a:cubicBezTo>
                        <a:pt x="39082" y="32859"/>
                        <a:pt x="41059" y="35785"/>
                        <a:pt x="44910" y="37529"/>
                      </a:cubicBezTo>
                      <a:cubicBezTo>
                        <a:pt x="47387" y="38650"/>
                        <a:pt x="47557" y="38619"/>
                        <a:pt x="47254" y="37105"/>
                      </a:cubicBezTo>
                      <a:close/>
                      <a:moveTo>
                        <a:pt x="13849" y="31222"/>
                      </a:moveTo>
                      <a:cubicBezTo>
                        <a:pt x="17091" y="30253"/>
                        <a:pt x="20297" y="25933"/>
                        <a:pt x="19640" y="23418"/>
                      </a:cubicBezTo>
                      <a:cubicBezTo>
                        <a:pt x="19292" y="22089"/>
                        <a:pt x="18310" y="22415"/>
                        <a:pt x="15958" y="24639"/>
                      </a:cubicBezTo>
                      <a:cubicBezTo>
                        <a:pt x="14758" y="25774"/>
                        <a:pt x="12567" y="27299"/>
                        <a:pt x="11090" y="28027"/>
                      </a:cubicBezTo>
                      <a:cubicBezTo>
                        <a:pt x="8444" y="29332"/>
                        <a:pt x="7180" y="30552"/>
                        <a:pt x="7663" y="31335"/>
                      </a:cubicBezTo>
                      <a:cubicBezTo>
                        <a:pt x="8012" y="31900"/>
                        <a:pt x="11812" y="31830"/>
                        <a:pt x="13849" y="31221"/>
                      </a:cubicBezTo>
                      <a:close/>
                    </a:path>
                  </a:pathLst>
                </a:custGeom>
                <a:solidFill>
                  <a:srgbClr val="000000"/>
                </a:solidFill>
                <a:ln w="416" cap="flat">
                  <a:solidFill>
                    <a:srgbClr val="000000"/>
                  </a:solidFill>
                  <a:prstDash val="solid"/>
                  <a:round/>
                </a:ln>
              </p:spPr>
              <p:txBody>
                <a:bodyPr/>
                <a:lstStyle/>
                <a:p>
                  <a:endParaRPr lang="en-US" dirty="0"/>
                </a:p>
              </p:txBody>
            </p:sp>
            <p:sp>
              <p:nvSpPr>
                <p:cNvPr id="521" name="Freeform: Shape 520">
                  <a:extLst>
                    <a:ext uri="{FF2B5EF4-FFF2-40B4-BE49-F238E27FC236}">
                      <a16:creationId xmlns:a16="http://schemas.microsoft.com/office/drawing/2014/main" id="{97F91C84-DA4E-D334-2313-165DB66BE4FB}"/>
                    </a:ext>
                  </a:extLst>
                </p:cNvPr>
                <p:cNvSpPr/>
                <p:nvPr/>
              </p:nvSpPr>
              <p:spPr>
                <a:xfrm rot="1328126" flipV="1">
                  <a:off x="3114308" y="1481557"/>
                  <a:ext cx="5562" cy="2344"/>
                </a:xfrm>
                <a:custGeom>
                  <a:avLst/>
                  <a:gdLst>
                    <a:gd name="csX0" fmla="*/ 255 w 5562"/>
                    <a:gd name="csY0" fmla="*/ 1777 h 2344"/>
                    <a:gd name="csX1" fmla="*/ 879 w 5562"/>
                    <a:gd name="csY1" fmla="*/ 1230 h 2344"/>
                    <a:gd name="csX2" fmla="*/ 1570 w 5562"/>
                    <a:gd name="csY2" fmla="*/ 715 h 2344"/>
                    <a:gd name="csX3" fmla="*/ 2335 w 5562"/>
                    <a:gd name="csY3" fmla="*/ 317 h 2344"/>
                    <a:gd name="csX4" fmla="*/ 3033 w 5562"/>
                    <a:gd name="csY4" fmla="*/ 93 h 2344"/>
                    <a:gd name="csX5" fmla="*/ 3510 w 5562"/>
                    <a:gd name="csY5" fmla="*/ 53 h 2344"/>
                    <a:gd name="csX6" fmla="*/ 3987 w 5562"/>
                    <a:gd name="csY6" fmla="*/ 153 h 2344"/>
                    <a:gd name="csX7" fmla="*/ 4533 w 5562"/>
                    <a:gd name="csY7" fmla="*/ 488 h 2344"/>
                    <a:gd name="csX8" fmla="*/ 4964 w 5562"/>
                    <a:gd name="csY8" fmla="*/ 989 h 2344"/>
                    <a:gd name="csX9" fmla="*/ 5315 w 5562"/>
                    <a:gd name="csY9" fmla="*/ 1576 h 2344"/>
                    <a:gd name="csX10" fmla="*/ 5554 w 5562"/>
                    <a:gd name="csY10" fmla="*/ 2077 h 2344"/>
                    <a:gd name="csX11" fmla="*/ 5519 w 5562"/>
                    <a:gd name="csY11" fmla="*/ 2253 h 2344"/>
                    <a:gd name="csX12" fmla="*/ 5171 w 5562"/>
                    <a:gd name="csY12" fmla="*/ 2395 h 2344"/>
                    <a:gd name="csX13" fmla="*/ 4188 w 5562"/>
                    <a:gd name="csY13" fmla="*/ 2230 h 2344"/>
                    <a:gd name="csX14" fmla="*/ 3072 w 5562"/>
                    <a:gd name="csY14" fmla="*/ 2107 h 2344"/>
                    <a:gd name="csX15" fmla="*/ 1936 w 5562"/>
                    <a:gd name="csY15" fmla="*/ 2229 h 2344"/>
                    <a:gd name="csX16" fmla="*/ 668 w 5562"/>
                    <a:gd name="csY16" fmla="*/ 2392 h 2344"/>
                    <a:gd name="csX17" fmla="*/ 37 w 5562"/>
                    <a:gd name="csY17" fmla="*/ 2201 h 2344"/>
                    <a:gd name="csX18" fmla="*/ 87 w 5562"/>
                    <a:gd name="csY18" fmla="*/ 1945 h 2344"/>
                    <a:gd name="csX19" fmla="*/ 256 w 5562"/>
                    <a:gd name="csY19" fmla="*/ 1776 h 2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562" h="2344">
                      <a:moveTo>
                        <a:pt x="255" y="1777"/>
                      </a:moveTo>
                      <a:cubicBezTo>
                        <a:pt x="385" y="1660"/>
                        <a:pt x="643" y="1428"/>
                        <a:pt x="879" y="1230"/>
                      </a:cubicBezTo>
                      <a:cubicBezTo>
                        <a:pt x="1115" y="1033"/>
                        <a:pt x="1331" y="867"/>
                        <a:pt x="1570" y="715"/>
                      </a:cubicBezTo>
                      <a:cubicBezTo>
                        <a:pt x="1810" y="564"/>
                        <a:pt x="2080" y="423"/>
                        <a:pt x="2335" y="317"/>
                      </a:cubicBezTo>
                      <a:cubicBezTo>
                        <a:pt x="2590" y="210"/>
                        <a:pt x="2841" y="134"/>
                        <a:pt x="3033" y="93"/>
                      </a:cubicBezTo>
                      <a:cubicBezTo>
                        <a:pt x="3225" y="53"/>
                        <a:pt x="3364" y="45"/>
                        <a:pt x="3510" y="53"/>
                      </a:cubicBezTo>
                      <a:cubicBezTo>
                        <a:pt x="3656" y="61"/>
                        <a:pt x="3811" y="83"/>
                        <a:pt x="3987" y="153"/>
                      </a:cubicBezTo>
                      <a:cubicBezTo>
                        <a:pt x="4163" y="224"/>
                        <a:pt x="4366" y="345"/>
                        <a:pt x="4533" y="488"/>
                      </a:cubicBezTo>
                      <a:cubicBezTo>
                        <a:pt x="4700" y="631"/>
                        <a:pt x="4838" y="803"/>
                        <a:pt x="4964" y="989"/>
                      </a:cubicBezTo>
                      <a:cubicBezTo>
                        <a:pt x="5091" y="1175"/>
                        <a:pt x="5209" y="1376"/>
                        <a:pt x="5315" y="1576"/>
                      </a:cubicBezTo>
                      <a:cubicBezTo>
                        <a:pt x="5421" y="1776"/>
                        <a:pt x="5515" y="1972"/>
                        <a:pt x="5554" y="2077"/>
                      </a:cubicBezTo>
                      <a:cubicBezTo>
                        <a:pt x="5592" y="2181"/>
                        <a:pt x="5571" y="2194"/>
                        <a:pt x="5519" y="2253"/>
                      </a:cubicBezTo>
                      <a:cubicBezTo>
                        <a:pt x="5468" y="2311"/>
                        <a:pt x="5404" y="2394"/>
                        <a:pt x="5171" y="2395"/>
                      </a:cubicBezTo>
                      <a:cubicBezTo>
                        <a:pt x="4939" y="2396"/>
                        <a:pt x="4567" y="2303"/>
                        <a:pt x="4188" y="2230"/>
                      </a:cubicBezTo>
                      <a:cubicBezTo>
                        <a:pt x="3810" y="2158"/>
                        <a:pt x="3437" y="2108"/>
                        <a:pt x="3072" y="2107"/>
                      </a:cubicBezTo>
                      <a:cubicBezTo>
                        <a:pt x="2708" y="2107"/>
                        <a:pt x="2359" y="2158"/>
                        <a:pt x="1936" y="2229"/>
                      </a:cubicBezTo>
                      <a:cubicBezTo>
                        <a:pt x="1513" y="2300"/>
                        <a:pt x="1022" y="2392"/>
                        <a:pt x="668" y="2392"/>
                      </a:cubicBezTo>
                      <a:cubicBezTo>
                        <a:pt x="314" y="2392"/>
                        <a:pt x="103" y="2300"/>
                        <a:pt x="37" y="2201"/>
                      </a:cubicBezTo>
                      <a:cubicBezTo>
                        <a:pt x="-30" y="2101"/>
                        <a:pt x="49" y="1996"/>
                        <a:pt x="87" y="1945"/>
                      </a:cubicBezTo>
                      <a:cubicBezTo>
                        <a:pt x="125" y="1893"/>
                        <a:pt x="125" y="1893"/>
                        <a:pt x="256" y="1776"/>
                      </a:cubicBezTo>
                      <a:close/>
                    </a:path>
                  </a:pathLst>
                </a:custGeom>
                <a:solidFill>
                  <a:srgbClr val="FFFFFF"/>
                </a:solidFill>
                <a:ln w="0" cap="flat">
                  <a:solidFill>
                    <a:srgbClr val="000000"/>
                  </a:solidFill>
                  <a:prstDash val="solid"/>
                  <a:miter/>
                </a:ln>
              </p:spPr>
              <p:txBody>
                <a:bodyPr/>
                <a:lstStyle/>
                <a:p>
                  <a:endParaRPr lang="en-US" dirty="0"/>
                </a:p>
              </p:txBody>
            </p:sp>
          </p:grpSp>
          <p:sp>
            <p:nvSpPr>
              <p:cNvPr id="518" name="Freeform: Shape 517">
                <a:extLst>
                  <a:ext uri="{FF2B5EF4-FFF2-40B4-BE49-F238E27FC236}">
                    <a16:creationId xmlns:a16="http://schemas.microsoft.com/office/drawing/2014/main" id="{F5FCDD7E-40C4-6FAC-CD50-49F6C8607573}"/>
                  </a:ext>
                </a:extLst>
              </p:cNvPr>
              <p:cNvSpPr/>
              <p:nvPr/>
            </p:nvSpPr>
            <p:spPr>
              <a:xfrm rot="-645842">
                <a:off x="3121097" y="1477182"/>
                <a:ext cx="18948" cy="14684"/>
              </a:xfrm>
              <a:custGeom>
                <a:avLst/>
                <a:gdLst>
                  <a:gd name="csX0" fmla="*/ 23 w 18948"/>
                  <a:gd name="csY0" fmla="*/ 2359 h 14684"/>
                  <a:gd name="csX1" fmla="*/ 1837 w 18948"/>
                  <a:gd name="csY1" fmla="*/ 5583 h 14684"/>
                  <a:gd name="csX2" fmla="*/ 4257 w 18948"/>
                  <a:gd name="csY2" fmla="*/ 9859 h 14684"/>
                  <a:gd name="csX3" fmla="*/ 8331 w 18948"/>
                  <a:gd name="csY3" fmla="*/ 14141 h 14684"/>
                  <a:gd name="csX4" fmla="*/ 9373 w 18948"/>
                  <a:gd name="csY4" fmla="*/ 14680 h 14684"/>
                  <a:gd name="csX5" fmla="*/ 6849 w 18948"/>
                  <a:gd name="csY5" fmla="*/ 12295 h 14684"/>
                  <a:gd name="csX6" fmla="*/ 4382 w 18948"/>
                  <a:gd name="csY6" fmla="*/ 9341 h 14684"/>
                  <a:gd name="csX7" fmla="*/ 914 w 18948"/>
                  <a:gd name="csY7" fmla="*/ 2955 h 14684"/>
                  <a:gd name="csX8" fmla="*/ 3397 w 18948"/>
                  <a:gd name="csY8" fmla="*/ 5905 h 14684"/>
                  <a:gd name="csX9" fmla="*/ 7077 w 18948"/>
                  <a:gd name="csY9" fmla="*/ 9496 h 14684"/>
                  <a:gd name="csX10" fmla="*/ 11824 w 18948"/>
                  <a:gd name="csY10" fmla="*/ 12700 h 14684"/>
                  <a:gd name="csX11" fmla="*/ 14747 w 18948"/>
                  <a:gd name="csY11" fmla="*/ 13757 h 14684"/>
                  <a:gd name="csX12" fmla="*/ 11622 w 18948"/>
                  <a:gd name="csY12" fmla="*/ 12326 h 14684"/>
                  <a:gd name="csX13" fmla="*/ 7595 w 18948"/>
                  <a:gd name="csY13" fmla="*/ 9471 h 14684"/>
                  <a:gd name="csX14" fmla="*/ 4677 w 18948"/>
                  <a:gd name="csY14" fmla="*/ 6480 h 14684"/>
                  <a:gd name="csX15" fmla="*/ 1744 w 18948"/>
                  <a:gd name="csY15" fmla="*/ 2758 h 14684"/>
                  <a:gd name="csX16" fmla="*/ 2480 w 18948"/>
                  <a:gd name="csY16" fmla="*/ 2043 h 14684"/>
                  <a:gd name="csX17" fmla="*/ 2734 w 18948"/>
                  <a:gd name="csY17" fmla="*/ 3116 h 14684"/>
                  <a:gd name="csX18" fmla="*/ 6170 w 18948"/>
                  <a:gd name="csY18" fmla="*/ 6179 h 14684"/>
                  <a:gd name="csX19" fmla="*/ 10518 w 18948"/>
                  <a:gd name="csY19" fmla="*/ 9346 h 14684"/>
                  <a:gd name="csX20" fmla="*/ 12218 w 18948"/>
                  <a:gd name="csY20" fmla="*/ 10279 h 14684"/>
                  <a:gd name="csX21" fmla="*/ 14664 w 18948"/>
                  <a:gd name="csY21" fmla="*/ 11471 h 14684"/>
                  <a:gd name="csX22" fmla="*/ 17494 w 18948"/>
                  <a:gd name="csY22" fmla="*/ 12549 h 14684"/>
                  <a:gd name="csX23" fmla="*/ 18655 w 18948"/>
                  <a:gd name="csY23" fmla="*/ 12798 h 14684"/>
                  <a:gd name="csX24" fmla="*/ 16727 w 18948"/>
                  <a:gd name="csY24" fmla="*/ 12026 h 14684"/>
                  <a:gd name="csX25" fmla="*/ 13229 w 18948"/>
                  <a:gd name="csY25" fmla="*/ 10357 h 14684"/>
                  <a:gd name="csX26" fmla="*/ 10487 w 18948"/>
                  <a:gd name="csY26" fmla="*/ 8703 h 14684"/>
                  <a:gd name="csX27" fmla="*/ 6797 w 18948"/>
                  <a:gd name="csY27" fmla="*/ 5822 h 14684"/>
                  <a:gd name="csX28" fmla="*/ 4802 w 18948"/>
                  <a:gd name="csY28" fmla="*/ 4163 h 14684"/>
                  <a:gd name="csX29" fmla="*/ 3319 w 18948"/>
                  <a:gd name="csY29" fmla="*/ 2577 h 14684"/>
                  <a:gd name="csX30" fmla="*/ 2982 w 18948"/>
                  <a:gd name="csY30" fmla="*/ 1680 h 14684"/>
                  <a:gd name="csX31" fmla="*/ 3604 w 18948"/>
                  <a:gd name="csY31" fmla="*/ 1416 h 14684"/>
                  <a:gd name="csX32" fmla="*/ 5040 w 18948"/>
                  <a:gd name="csY32" fmla="*/ 2966 h 14684"/>
                  <a:gd name="csX33" fmla="*/ 6351 w 18948"/>
                  <a:gd name="csY33" fmla="*/ 3956 h 14684"/>
                  <a:gd name="csX34" fmla="*/ 7637 w 18948"/>
                  <a:gd name="csY34" fmla="*/ 4915 h 14684"/>
                  <a:gd name="csX35" fmla="*/ 9129 w 18948"/>
                  <a:gd name="csY35" fmla="*/ 5879 h 14684"/>
                  <a:gd name="csX36" fmla="*/ 11068 w 18948"/>
                  <a:gd name="csY36" fmla="*/ 7216 h 14684"/>
                  <a:gd name="csX37" fmla="*/ 13141 w 18948"/>
                  <a:gd name="csY37" fmla="*/ 8470 h 14684"/>
                  <a:gd name="csX38" fmla="*/ 15841 w 18948"/>
                  <a:gd name="csY38" fmla="*/ 9631 h 14684"/>
                  <a:gd name="csX39" fmla="*/ 18951 w 18948"/>
                  <a:gd name="csY39" fmla="*/ 10025 h 14684"/>
                  <a:gd name="csX40" fmla="*/ 17049 w 18948"/>
                  <a:gd name="csY40" fmla="*/ 9429 h 14684"/>
                  <a:gd name="csX41" fmla="*/ 13794 w 18948"/>
                  <a:gd name="csY41" fmla="*/ 8138 h 14684"/>
                  <a:gd name="csX42" fmla="*/ 11513 w 18948"/>
                  <a:gd name="csY42" fmla="*/ 6791 h 14684"/>
                  <a:gd name="csX43" fmla="*/ 9347 w 18948"/>
                  <a:gd name="csY43" fmla="*/ 5194 h 14684"/>
                  <a:gd name="csX44" fmla="*/ 7232 w 18948"/>
                  <a:gd name="csY44" fmla="*/ 3800 h 14684"/>
                  <a:gd name="csX45" fmla="*/ 5361 w 18948"/>
                  <a:gd name="csY45" fmla="*/ 2230 h 14684"/>
                  <a:gd name="csX46" fmla="*/ 4050 w 18948"/>
                  <a:gd name="csY46" fmla="*/ 94 h 14684"/>
                  <a:gd name="csX47" fmla="*/ 1345 w 18948"/>
                  <a:gd name="csY47" fmla="*/ 1478 h 14684"/>
                  <a:gd name="csX48" fmla="*/ 23 w 18948"/>
                  <a:gd name="csY48" fmla="*/ 2359 h 14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948" h="14684">
                    <a:moveTo>
                      <a:pt x="23" y="2359"/>
                    </a:moveTo>
                    <a:cubicBezTo>
                      <a:pt x="106" y="3043"/>
                      <a:pt x="1231" y="4510"/>
                      <a:pt x="1837" y="5583"/>
                    </a:cubicBezTo>
                    <a:cubicBezTo>
                      <a:pt x="2542" y="6832"/>
                      <a:pt x="3267" y="8553"/>
                      <a:pt x="4257" y="9859"/>
                    </a:cubicBezTo>
                    <a:cubicBezTo>
                      <a:pt x="5335" y="11285"/>
                      <a:pt x="7476" y="13337"/>
                      <a:pt x="8331" y="14141"/>
                    </a:cubicBezTo>
                    <a:cubicBezTo>
                      <a:pt x="8616" y="14410"/>
                      <a:pt x="9616" y="14991"/>
                      <a:pt x="9373" y="14680"/>
                    </a:cubicBezTo>
                    <a:cubicBezTo>
                      <a:pt x="9124" y="14374"/>
                      <a:pt x="7642" y="13140"/>
                      <a:pt x="6849" y="12295"/>
                    </a:cubicBezTo>
                    <a:cubicBezTo>
                      <a:pt x="6019" y="11404"/>
                      <a:pt x="5071" y="10419"/>
                      <a:pt x="4382" y="9341"/>
                    </a:cubicBezTo>
                    <a:cubicBezTo>
                      <a:pt x="3392" y="7781"/>
                      <a:pt x="1075" y="3526"/>
                      <a:pt x="914" y="2955"/>
                    </a:cubicBezTo>
                    <a:cubicBezTo>
                      <a:pt x="749" y="2380"/>
                      <a:pt x="2516" y="4966"/>
                      <a:pt x="3397" y="5905"/>
                    </a:cubicBezTo>
                    <a:cubicBezTo>
                      <a:pt x="4428" y="6993"/>
                      <a:pt x="5745" y="8418"/>
                      <a:pt x="7077" y="9496"/>
                    </a:cubicBezTo>
                    <a:cubicBezTo>
                      <a:pt x="8481" y="10632"/>
                      <a:pt x="10549" y="11990"/>
                      <a:pt x="11824" y="12700"/>
                    </a:cubicBezTo>
                    <a:cubicBezTo>
                      <a:pt x="12731" y="13202"/>
                      <a:pt x="14784" y="13819"/>
                      <a:pt x="14747" y="13757"/>
                    </a:cubicBezTo>
                    <a:cubicBezTo>
                      <a:pt x="14716" y="13695"/>
                      <a:pt x="12607" y="12917"/>
                      <a:pt x="11622" y="12326"/>
                    </a:cubicBezTo>
                    <a:cubicBezTo>
                      <a:pt x="10430" y="11611"/>
                      <a:pt x="8756" y="10445"/>
                      <a:pt x="7595" y="9471"/>
                    </a:cubicBezTo>
                    <a:cubicBezTo>
                      <a:pt x="6527" y="8574"/>
                      <a:pt x="5589" y="7532"/>
                      <a:pt x="4677" y="6480"/>
                    </a:cubicBezTo>
                    <a:cubicBezTo>
                      <a:pt x="3703" y="5360"/>
                      <a:pt x="2112" y="3500"/>
                      <a:pt x="1744" y="2758"/>
                    </a:cubicBezTo>
                    <a:cubicBezTo>
                      <a:pt x="1593" y="2453"/>
                      <a:pt x="2314" y="1986"/>
                      <a:pt x="2480" y="2043"/>
                    </a:cubicBezTo>
                    <a:cubicBezTo>
                      <a:pt x="2640" y="2105"/>
                      <a:pt x="2490" y="2841"/>
                      <a:pt x="2734" y="3116"/>
                    </a:cubicBezTo>
                    <a:cubicBezTo>
                      <a:pt x="3350" y="3805"/>
                      <a:pt x="4973" y="5220"/>
                      <a:pt x="6170" y="6179"/>
                    </a:cubicBezTo>
                    <a:cubicBezTo>
                      <a:pt x="7471" y="7216"/>
                      <a:pt x="9513" y="8662"/>
                      <a:pt x="10518" y="9346"/>
                    </a:cubicBezTo>
                    <a:cubicBezTo>
                      <a:pt x="11052" y="9709"/>
                      <a:pt x="11643" y="9984"/>
                      <a:pt x="12218" y="10279"/>
                    </a:cubicBezTo>
                    <a:cubicBezTo>
                      <a:pt x="12907" y="10632"/>
                      <a:pt x="13835" y="11114"/>
                      <a:pt x="14664" y="11471"/>
                    </a:cubicBezTo>
                    <a:cubicBezTo>
                      <a:pt x="15546" y="11855"/>
                      <a:pt x="16831" y="12326"/>
                      <a:pt x="17494" y="12549"/>
                    </a:cubicBezTo>
                    <a:cubicBezTo>
                      <a:pt x="17867" y="12674"/>
                      <a:pt x="18785" y="12886"/>
                      <a:pt x="18655" y="12798"/>
                    </a:cubicBezTo>
                    <a:cubicBezTo>
                      <a:pt x="18526" y="12710"/>
                      <a:pt x="17360" y="12311"/>
                      <a:pt x="16727" y="12026"/>
                    </a:cubicBezTo>
                    <a:cubicBezTo>
                      <a:pt x="15820" y="11622"/>
                      <a:pt x="14271" y="10911"/>
                      <a:pt x="13229" y="10357"/>
                    </a:cubicBezTo>
                    <a:cubicBezTo>
                      <a:pt x="12286" y="9854"/>
                      <a:pt x="11358" y="9315"/>
                      <a:pt x="10487" y="8703"/>
                    </a:cubicBezTo>
                    <a:cubicBezTo>
                      <a:pt x="9414" y="7947"/>
                      <a:pt x="7745" y="6578"/>
                      <a:pt x="6797" y="5822"/>
                    </a:cubicBezTo>
                    <a:cubicBezTo>
                      <a:pt x="6123" y="5277"/>
                      <a:pt x="5382" y="4702"/>
                      <a:pt x="4802" y="4163"/>
                    </a:cubicBezTo>
                    <a:cubicBezTo>
                      <a:pt x="4273" y="3665"/>
                      <a:pt x="3625" y="2997"/>
                      <a:pt x="3319" y="2577"/>
                    </a:cubicBezTo>
                    <a:cubicBezTo>
                      <a:pt x="3133" y="2323"/>
                      <a:pt x="2936" y="1877"/>
                      <a:pt x="2982" y="1680"/>
                    </a:cubicBezTo>
                    <a:cubicBezTo>
                      <a:pt x="3034" y="1489"/>
                      <a:pt x="3413" y="1297"/>
                      <a:pt x="3604" y="1416"/>
                    </a:cubicBezTo>
                    <a:cubicBezTo>
                      <a:pt x="3946" y="1628"/>
                      <a:pt x="4579" y="2541"/>
                      <a:pt x="5040" y="2966"/>
                    </a:cubicBezTo>
                    <a:cubicBezTo>
                      <a:pt x="5444" y="3334"/>
                      <a:pt x="5921" y="3629"/>
                      <a:pt x="6351" y="3956"/>
                    </a:cubicBezTo>
                    <a:cubicBezTo>
                      <a:pt x="6781" y="4272"/>
                      <a:pt x="7196" y="4609"/>
                      <a:pt x="7637" y="4915"/>
                    </a:cubicBezTo>
                    <a:cubicBezTo>
                      <a:pt x="8098" y="5236"/>
                      <a:pt x="8637" y="5547"/>
                      <a:pt x="9129" y="5879"/>
                    </a:cubicBezTo>
                    <a:cubicBezTo>
                      <a:pt x="9699" y="6262"/>
                      <a:pt x="10404" y="6791"/>
                      <a:pt x="11068" y="7216"/>
                    </a:cubicBezTo>
                    <a:cubicBezTo>
                      <a:pt x="11731" y="7646"/>
                      <a:pt x="12420" y="8102"/>
                      <a:pt x="13141" y="8470"/>
                    </a:cubicBezTo>
                    <a:cubicBezTo>
                      <a:pt x="13934" y="8869"/>
                      <a:pt x="14893" y="9377"/>
                      <a:pt x="15841" y="9631"/>
                    </a:cubicBezTo>
                    <a:cubicBezTo>
                      <a:pt x="16810" y="9890"/>
                      <a:pt x="18749" y="10061"/>
                      <a:pt x="18951" y="10025"/>
                    </a:cubicBezTo>
                    <a:cubicBezTo>
                      <a:pt x="19148" y="9994"/>
                      <a:pt x="17671" y="9657"/>
                      <a:pt x="17049" y="9429"/>
                    </a:cubicBezTo>
                    <a:cubicBezTo>
                      <a:pt x="16188" y="9113"/>
                      <a:pt x="14716" y="8579"/>
                      <a:pt x="13794" y="8138"/>
                    </a:cubicBezTo>
                    <a:cubicBezTo>
                      <a:pt x="12996" y="7760"/>
                      <a:pt x="12249" y="7278"/>
                      <a:pt x="11513" y="6791"/>
                    </a:cubicBezTo>
                    <a:cubicBezTo>
                      <a:pt x="10772" y="6298"/>
                      <a:pt x="10062" y="5697"/>
                      <a:pt x="9347" y="5194"/>
                    </a:cubicBezTo>
                    <a:cubicBezTo>
                      <a:pt x="8652" y="4712"/>
                      <a:pt x="7896" y="4298"/>
                      <a:pt x="7232" y="3800"/>
                    </a:cubicBezTo>
                    <a:cubicBezTo>
                      <a:pt x="6579" y="3313"/>
                      <a:pt x="5890" y="2847"/>
                      <a:pt x="5361" y="2230"/>
                    </a:cubicBezTo>
                    <a:cubicBezTo>
                      <a:pt x="4833" y="1608"/>
                      <a:pt x="4719" y="219"/>
                      <a:pt x="4050" y="94"/>
                    </a:cubicBezTo>
                    <a:cubicBezTo>
                      <a:pt x="3381" y="-30"/>
                      <a:pt x="2018" y="1095"/>
                      <a:pt x="1345" y="1478"/>
                    </a:cubicBezTo>
                    <a:cubicBezTo>
                      <a:pt x="883" y="1732"/>
                      <a:pt x="-39" y="1831"/>
                      <a:pt x="23" y="2359"/>
                    </a:cubicBezTo>
                  </a:path>
                </a:pathLst>
              </a:custGeom>
              <a:solidFill>
                <a:srgbClr val="000000"/>
              </a:solidFill>
              <a:ln w="5172" cap="flat">
                <a:noFill/>
                <a:prstDash val="solid"/>
                <a:round/>
              </a:ln>
            </p:spPr>
            <p:txBody>
              <a:bodyPr/>
              <a:lstStyle/>
              <a:p>
                <a:endParaRPr lang="en-US" dirty="0"/>
              </a:p>
            </p:txBody>
          </p:sp>
          <p:sp>
            <p:nvSpPr>
              <p:cNvPr id="519" name="Freeform: Shape 518">
                <a:extLst>
                  <a:ext uri="{FF2B5EF4-FFF2-40B4-BE49-F238E27FC236}">
                    <a16:creationId xmlns:a16="http://schemas.microsoft.com/office/drawing/2014/main" id="{C9B66D80-6ECD-5EFD-8716-B61F689B04E1}"/>
                  </a:ext>
                </a:extLst>
              </p:cNvPr>
              <p:cNvSpPr/>
              <p:nvPr/>
            </p:nvSpPr>
            <p:spPr>
              <a:xfrm rot="-645842">
                <a:off x="3095363" y="1468973"/>
                <a:ext cx="18624" cy="12747"/>
              </a:xfrm>
              <a:custGeom>
                <a:avLst/>
                <a:gdLst>
                  <a:gd name="csX0" fmla="*/ 18398 w 18624"/>
                  <a:gd name="csY0" fmla="*/ 12667 h 12747"/>
                  <a:gd name="csX1" fmla="*/ 14698 w 18624"/>
                  <a:gd name="csY1" fmla="*/ 12703 h 12747"/>
                  <a:gd name="csX2" fmla="*/ 9784 w 18624"/>
                  <a:gd name="csY2" fmla="*/ 12750 h 12747"/>
                  <a:gd name="csX3" fmla="*/ 4042 w 18624"/>
                  <a:gd name="csY3" fmla="*/ 11366 h 12747"/>
                  <a:gd name="csX4" fmla="*/ 3052 w 18624"/>
                  <a:gd name="csY4" fmla="*/ 10729 h 12747"/>
                  <a:gd name="csX5" fmla="*/ 6384 w 18624"/>
                  <a:gd name="csY5" fmla="*/ 11719 h 12747"/>
                  <a:gd name="csX6" fmla="*/ 10173 w 18624"/>
                  <a:gd name="csY6" fmla="*/ 12377 h 12747"/>
                  <a:gd name="csX7" fmla="*/ 17439 w 18624"/>
                  <a:gd name="csY7" fmla="*/ 12190 h 12747"/>
                  <a:gd name="csX8" fmla="*/ 13645 w 18624"/>
                  <a:gd name="csY8" fmla="*/ 11511 h 12747"/>
                  <a:gd name="csX9" fmla="*/ 8685 w 18624"/>
                  <a:gd name="csY9" fmla="*/ 10122 h 12747"/>
                  <a:gd name="csX10" fmla="*/ 3539 w 18624"/>
                  <a:gd name="csY10" fmla="*/ 7614 h 12747"/>
                  <a:gd name="csX11" fmla="*/ 1165 w 18624"/>
                  <a:gd name="csY11" fmla="*/ 5608 h 12747"/>
                  <a:gd name="csX12" fmla="*/ 3964 w 18624"/>
                  <a:gd name="csY12" fmla="*/ 7603 h 12747"/>
                  <a:gd name="csX13" fmla="*/ 8452 w 18624"/>
                  <a:gd name="csY13" fmla="*/ 9661 h 12747"/>
                  <a:gd name="csX14" fmla="*/ 12505 w 18624"/>
                  <a:gd name="csY14" fmla="*/ 10697 h 12747"/>
                  <a:gd name="csX15" fmla="*/ 17191 w 18624"/>
                  <a:gd name="csY15" fmla="*/ 11371 h 12747"/>
                  <a:gd name="csX16" fmla="*/ 17439 w 18624"/>
                  <a:gd name="csY16" fmla="*/ 10386 h 12747"/>
                  <a:gd name="csX17" fmla="*/ 16387 w 18624"/>
                  <a:gd name="csY17" fmla="*/ 10697 h 12747"/>
                  <a:gd name="csX18" fmla="*/ 12018 w 18624"/>
                  <a:gd name="csY18" fmla="*/ 9251 h 12747"/>
                  <a:gd name="csX19" fmla="*/ 7100 w 18624"/>
                  <a:gd name="csY19" fmla="*/ 7069 h 12747"/>
                  <a:gd name="csX20" fmla="*/ 5441 w 18624"/>
                  <a:gd name="csY20" fmla="*/ 6064 h 12747"/>
                  <a:gd name="csX21" fmla="*/ 3181 w 18624"/>
                  <a:gd name="csY21" fmla="*/ 4540 h 12747"/>
                  <a:gd name="csX22" fmla="*/ 839 w 18624"/>
                  <a:gd name="csY22" fmla="*/ 2627 h 12747"/>
                  <a:gd name="csX23" fmla="*/ 40 w 18624"/>
                  <a:gd name="csY23" fmla="*/ 1751 h 12747"/>
                  <a:gd name="csX24" fmla="*/ 1673 w 18624"/>
                  <a:gd name="csY24" fmla="*/ 3032 h 12747"/>
                  <a:gd name="csX25" fmla="*/ 4866 w 18624"/>
                  <a:gd name="csY25" fmla="*/ 5229 h 12747"/>
                  <a:gd name="csX26" fmla="*/ 7675 w 18624"/>
                  <a:gd name="csY26" fmla="*/ 6774 h 12747"/>
                  <a:gd name="csX27" fmla="*/ 12013 w 18624"/>
                  <a:gd name="csY27" fmla="*/ 8531 h 12747"/>
                  <a:gd name="csX28" fmla="*/ 14449 w 18624"/>
                  <a:gd name="csY28" fmla="*/ 9428 h 12747"/>
                  <a:gd name="csX29" fmla="*/ 16558 w 18624"/>
                  <a:gd name="csY29" fmla="*/ 9920 h 12747"/>
                  <a:gd name="csX30" fmla="*/ 17507 w 18624"/>
                  <a:gd name="csY30" fmla="*/ 9759 h 12747"/>
                  <a:gd name="csX31" fmla="*/ 17424 w 18624"/>
                  <a:gd name="csY31" fmla="*/ 9096 h 12747"/>
                  <a:gd name="csX32" fmla="*/ 15366 w 18624"/>
                  <a:gd name="csY32" fmla="*/ 8624 h 12747"/>
                  <a:gd name="csX33" fmla="*/ 13853 w 18624"/>
                  <a:gd name="csY33" fmla="*/ 7982 h 12747"/>
                  <a:gd name="csX34" fmla="*/ 12376 w 18624"/>
                  <a:gd name="csY34" fmla="*/ 7349 h 12747"/>
                  <a:gd name="csX35" fmla="*/ 10795 w 18624"/>
                  <a:gd name="csY35" fmla="*/ 6535 h 12747"/>
                  <a:gd name="csX36" fmla="*/ 8670 w 18624"/>
                  <a:gd name="csY36" fmla="*/ 5530 h 12747"/>
                  <a:gd name="csX37" fmla="*/ 6550 w 18624"/>
                  <a:gd name="csY37" fmla="*/ 4359 h 12747"/>
                  <a:gd name="csX38" fmla="*/ 4192 w 18624"/>
                  <a:gd name="csY38" fmla="*/ 2601 h 12747"/>
                  <a:gd name="csX39" fmla="*/ 2295 w 18624"/>
                  <a:gd name="csY39" fmla="*/ 108 h 12747"/>
                  <a:gd name="csX40" fmla="*/ 3762 w 18624"/>
                  <a:gd name="csY40" fmla="*/ 1456 h 12747"/>
                  <a:gd name="csX41" fmla="*/ 6503 w 18624"/>
                  <a:gd name="csY41" fmla="*/ 3628 h 12747"/>
                  <a:gd name="csX42" fmla="*/ 8815 w 18624"/>
                  <a:gd name="csY42" fmla="*/ 4929 h 12747"/>
                  <a:gd name="csX43" fmla="*/ 11277 w 18624"/>
                  <a:gd name="csY43" fmla="*/ 6012 h 12747"/>
                  <a:gd name="csX44" fmla="*/ 13547 w 18624"/>
                  <a:gd name="csY44" fmla="*/ 7147 h 12747"/>
                  <a:gd name="csX45" fmla="*/ 15843 w 18624"/>
                  <a:gd name="csY45" fmla="*/ 7976 h 12747"/>
                  <a:gd name="csX46" fmla="*/ 18346 w 18624"/>
                  <a:gd name="csY46" fmla="*/ 8044 h 12747"/>
                  <a:gd name="csX47" fmla="*/ 18502 w 18624"/>
                  <a:gd name="csY47" fmla="*/ 11076 h 12747"/>
                  <a:gd name="csX48" fmla="*/ 18398 w 18624"/>
                  <a:gd name="csY48" fmla="*/ 12667 h 12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624" h="12747">
                    <a:moveTo>
                      <a:pt x="18398" y="12667"/>
                    </a:moveTo>
                    <a:cubicBezTo>
                      <a:pt x="17761" y="12937"/>
                      <a:pt x="15931" y="12693"/>
                      <a:pt x="14698" y="12703"/>
                    </a:cubicBezTo>
                    <a:cubicBezTo>
                      <a:pt x="13262" y="12719"/>
                      <a:pt x="11412" y="12957"/>
                      <a:pt x="9784" y="12750"/>
                    </a:cubicBezTo>
                    <a:cubicBezTo>
                      <a:pt x="8012" y="12527"/>
                      <a:pt x="5166" y="11698"/>
                      <a:pt x="4042" y="11366"/>
                    </a:cubicBezTo>
                    <a:cubicBezTo>
                      <a:pt x="3668" y="11252"/>
                      <a:pt x="2663" y="10672"/>
                      <a:pt x="3052" y="10729"/>
                    </a:cubicBezTo>
                    <a:cubicBezTo>
                      <a:pt x="3440" y="10791"/>
                      <a:pt x="5254" y="11459"/>
                      <a:pt x="6384" y="11719"/>
                    </a:cubicBezTo>
                    <a:cubicBezTo>
                      <a:pt x="7571" y="11993"/>
                      <a:pt x="8893" y="12325"/>
                      <a:pt x="10173" y="12377"/>
                    </a:cubicBezTo>
                    <a:cubicBezTo>
                      <a:pt x="12018" y="12455"/>
                      <a:pt x="16859" y="12341"/>
                      <a:pt x="17439" y="12190"/>
                    </a:cubicBezTo>
                    <a:cubicBezTo>
                      <a:pt x="18015" y="12050"/>
                      <a:pt x="14895" y="11807"/>
                      <a:pt x="13645" y="11511"/>
                    </a:cubicBezTo>
                    <a:cubicBezTo>
                      <a:pt x="12184" y="11169"/>
                      <a:pt x="10292" y="10739"/>
                      <a:pt x="8685" y="10122"/>
                    </a:cubicBezTo>
                    <a:cubicBezTo>
                      <a:pt x="7006" y="9474"/>
                      <a:pt x="4793" y="8365"/>
                      <a:pt x="3539" y="7614"/>
                    </a:cubicBezTo>
                    <a:cubicBezTo>
                      <a:pt x="2653" y="7080"/>
                      <a:pt x="1093" y="5613"/>
                      <a:pt x="1165" y="5608"/>
                    </a:cubicBezTo>
                    <a:cubicBezTo>
                      <a:pt x="1233" y="5608"/>
                      <a:pt x="2964" y="7049"/>
                      <a:pt x="3964" y="7603"/>
                    </a:cubicBezTo>
                    <a:cubicBezTo>
                      <a:pt x="5182" y="8277"/>
                      <a:pt x="7032" y="9148"/>
                      <a:pt x="8452" y="9661"/>
                    </a:cubicBezTo>
                    <a:cubicBezTo>
                      <a:pt x="9763" y="10138"/>
                      <a:pt x="11137" y="10428"/>
                      <a:pt x="12505" y="10697"/>
                    </a:cubicBezTo>
                    <a:cubicBezTo>
                      <a:pt x="13962" y="10983"/>
                      <a:pt x="16366" y="11428"/>
                      <a:pt x="17191" y="11371"/>
                    </a:cubicBezTo>
                    <a:cubicBezTo>
                      <a:pt x="17533" y="11356"/>
                      <a:pt x="17574" y="10495"/>
                      <a:pt x="17439" y="10386"/>
                    </a:cubicBezTo>
                    <a:cubicBezTo>
                      <a:pt x="17310" y="10272"/>
                      <a:pt x="16745" y="10770"/>
                      <a:pt x="16387" y="10697"/>
                    </a:cubicBezTo>
                    <a:cubicBezTo>
                      <a:pt x="15480" y="10506"/>
                      <a:pt x="13443" y="9811"/>
                      <a:pt x="12018" y="9251"/>
                    </a:cubicBezTo>
                    <a:cubicBezTo>
                      <a:pt x="10468" y="8650"/>
                      <a:pt x="8193" y="7598"/>
                      <a:pt x="7100" y="7069"/>
                    </a:cubicBezTo>
                    <a:cubicBezTo>
                      <a:pt x="6519" y="6789"/>
                      <a:pt x="5985" y="6411"/>
                      <a:pt x="5441" y="6064"/>
                    </a:cubicBezTo>
                    <a:cubicBezTo>
                      <a:pt x="4793" y="5644"/>
                      <a:pt x="3912" y="5084"/>
                      <a:pt x="3181" y="4540"/>
                    </a:cubicBezTo>
                    <a:cubicBezTo>
                      <a:pt x="2419" y="3970"/>
                      <a:pt x="1362" y="3094"/>
                      <a:pt x="839" y="2627"/>
                    </a:cubicBezTo>
                    <a:cubicBezTo>
                      <a:pt x="543" y="2368"/>
                      <a:pt x="-94" y="1679"/>
                      <a:pt x="40" y="1751"/>
                    </a:cubicBezTo>
                    <a:cubicBezTo>
                      <a:pt x="180" y="1814"/>
                      <a:pt x="1113" y="2627"/>
                      <a:pt x="1673" y="3032"/>
                    </a:cubicBezTo>
                    <a:cubicBezTo>
                      <a:pt x="2476" y="3612"/>
                      <a:pt x="3865" y="4607"/>
                      <a:pt x="4866" y="5229"/>
                    </a:cubicBezTo>
                    <a:cubicBezTo>
                      <a:pt x="5773" y="5794"/>
                      <a:pt x="6706" y="6328"/>
                      <a:pt x="7675" y="6774"/>
                    </a:cubicBezTo>
                    <a:cubicBezTo>
                      <a:pt x="8867" y="7323"/>
                      <a:pt x="10883" y="8085"/>
                      <a:pt x="12013" y="8531"/>
                    </a:cubicBezTo>
                    <a:cubicBezTo>
                      <a:pt x="12816" y="8847"/>
                      <a:pt x="13692" y="9194"/>
                      <a:pt x="14449" y="9428"/>
                    </a:cubicBezTo>
                    <a:cubicBezTo>
                      <a:pt x="15138" y="9640"/>
                      <a:pt x="16045" y="9863"/>
                      <a:pt x="16558" y="9920"/>
                    </a:cubicBezTo>
                    <a:cubicBezTo>
                      <a:pt x="16874" y="9956"/>
                      <a:pt x="17362" y="9899"/>
                      <a:pt x="17507" y="9759"/>
                    </a:cubicBezTo>
                    <a:cubicBezTo>
                      <a:pt x="17647" y="9625"/>
                      <a:pt x="17621" y="9200"/>
                      <a:pt x="17424" y="9096"/>
                    </a:cubicBezTo>
                    <a:cubicBezTo>
                      <a:pt x="17066" y="8904"/>
                      <a:pt x="15962" y="8811"/>
                      <a:pt x="15366" y="8624"/>
                    </a:cubicBezTo>
                    <a:cubicBezTo>
                      <a:pt x="14843" y="8458"/>
                      <a:pt x="14350" y="8194"/>
                      <a:pt x="13853" y="7982"/>
                    </a:cubicBezTo>
                    <a:cubicBezTo>
                      <a:pt x="13360" y="7769"/>
                      <a:pt x="12863" y="7577"/>
                      <a:pt x="12376" y="7349"/>
                    </a:cubicBezTo>
                    <a:cubicBezTo>
                      <a:pt x="11868" y="7111"/>
                      <a:pt x="11329" y="6800"/>
                      <a:pt x="10795" y="6535"/>
                    </a:cubicBezTo>
                    <a:cubicBezTo>
                      <a:pt x="10178" y="6235"/>
                      <a:pt x="9370" y="5888"/>
                      <a:pt x="8670" y="5530"/>
                    </a:cubicBezTo>
                    <a:cubicBezTo>
                      <a:pt x="7965" y="5167"/>
                      <a:pt x="7224" y="4804"/>
                      <a:pt x="6550" y="4359"/>
                    </a:cubicBezTo>
                    <a:cubicBezTo>
                      <a:pt x="5804" y="3871"/>
                      <a:pt x="4886" y="3296"/>
                      <a:pt x="4192" y="2601"/>
                    </a:cubicBezTo>
                    <a:cubicBezTo>
                      <a:pt x="3482" y="1891"/>
                      <a:pt x="2362" y="300"/>
                      <a:pt x="2295" y="108"/>
                    </a:cubicBezTo>
                    <a:cubicBezTo>
                      <a:pt x="2222" y="-83"/>
                      <a:pt x="3254" y="1031"/>
                      <a:pt x="3762" y="1456"/>
                    </a:cubicBezTo>
                    <a:cubicBezTo>
                      <a:pt x="4467" y="2042"/>
                      <a:pt x="5664" y="3052"/>
                      <a:pt x="6503" y="3628"/>
                    </a:cubicBezTo>
                    <a:cubicBezTo>
                      <a:pt x="7234" y="4130"/>
                      <a:pt x="8027" y="4535"/>
                      <a:pt x="8815" y="4929"/>
                    </a:cubicBezTo>
                    <a:cubicBezTo>
                      <a:pt x="9613" y="5323"/>
                      <a:pt x="10489" y="5644"/>
                      <a:pt x="11277" y="6012"/>
                    </a:cubicBezTo>
                    <a:cubicBezTo>
                      <a:pt x="12044" y="6370"/>
                      <a:pt x="12785" y="6815"/>
                      <a:pt x="13547" y="7147"/>
                    </a:cubicBezTo>
                    <a:cubicBezTo>
                      <a:pt x="14293" y="7468"/>
                      <a:pt x="15045" y="7826"/>
                      <a:pt x="15843" y="7976"/>
                    </a:cubicBezTo>
                    <a:cubicBezTo>
                      <a:pt x="16646" y="8127"/>
                      <a:pt x="17901" y="7531"/>
                      <a:pt x="18346" y="8044"/>
                    </a:cubicBezTo>
                    <a:cubicBezTo>
                      <a:pt x="18787" y="8562"/>
                      <a:pt x="18497" y="10309"/>
                      <a:pt x="18502" y="11076"/>
                    </a:cubicBezTo>
                    <a:cubicBezTo>
                      <a:pt x="18507" y="11610"/>
                      <a:pt x="18885" y="12460"/>
                      <a:pt x="18398" y="12667"/>
                    </a:cubicBezTo>
                  </a:path>
                </a:pathLst>
              </a:custGeom>
              <a:solidFill>
                <a:srgbClr val="000000"/>
              </a:solidFill>
              <a:ln w="5172" cap="flat">
                <a:noFill/>
                <a:prstDash val="solid"/>
                <a:round/>
              </a:ln>
            </p:spPr>
            <p:txBody>
              <a:bodyPr/>
              <a:lstStyle/>
              <a:p>
                <a:endParaRPr lang="en-US" dirty="0"/>
              </a:p>
            </p:txBody>
          </p:sp>
        </p:grpSp>
        <p:sp>
          <p:nvSpPr>
            <p:cNvPr id="516" name="Freeform: Shape 515">
              <a:extLst>
                <a:ext uri="{FF2B5EF4-FFF2-40B4-BE49-F238E27FC236}">
                  <a16:creationId xmlns:a16="http://schemas.microsoft.com/office/drawing/2014/main" id="{1A59E415-6A1E-7CB9-7D4A-2A28960A1926}"/>
                </a:ext>
              </a:extLst>
            </p:cNvPr>
            <p:cNvSpPr/>
            <p:nvPr/>
          </p:nvSpPr>
          <p:spPr>
            <a:xfrm rot="1328126" flipV="1">
              <a:off x="3146770" y="1389206"/>
              <a:ext cx="18290" cy="17318"/>
            </a:xfrm>
            <a:custGeom>
              <a:avLst/>
              <a:gdLst>
                <a:gd name="csX0" fmla="*/ -154 w 18290"/>
                <a:gd name="csY0" fmla="*/ 123 h 17318"/>
                <a:gd name="csX1" fmla="*/ 18137 w 18290"/>
                <a:gd name="csY1" fmla="*/ 123 h 17318"/>
              </a:gdLst>
              <a:ahLst/>
              <a:cxnLst>
                <a:cxn ang="0">
                  <a:pos x="csX0" y="csY0"/>
                </a:cxn>
                <a:cxn ang="0">
                  <a:pos x="csX1" y="csY1"/>
                </a:cxn>
              </a:cxnLst>
              <a:rect l="l" t="t" r="r" b="b"/>
              <a:pathLst>
                <a:path w="18290" h="17318">
                  <a:moveTo>
                    <a:pt x="-154" y="123"/>
                  </a:moveTo>
                  <a:lnTo>
                    <a:pt x="18137" y="123"/>
                  </a:lnTo>
                </a:path>
              </a:pathLst>
            </a:custGeom>
            <a:solidFill>
              <a:srgbClr val="AAEEFF"/>
            </a:solidFill>
            <a:ln w="12700" cap="rnd">
              <a:solidFill>
                <a:srgbClr val="FF8080"/>
              </a:solidFill>
              <a:prstDash val="solid"/>
              <a:bevel/>
            </a:ln>
          </p:spPr>
          <p:txBody>
            <a:bodyPr/>
            <a:lstStyle/>
            <a:p>
              <a:endParaRPr lang="en-US" dirty="0"/>
            </a:p>
          </p:txBody>
        </p:sp>
      </p:grpSp>
      <p:grpSp>
        <p:nvGrpSpPr>
          <p:cNvPr id="94" name="Graphic 4">
            <a:extLst>
              <a:ext uri="{FF2B5EF4-FFF2-40B4-BE49-F238E27FC236}">
                <a16:creationId xmlns:a16="http://schemas.microsoft.com/office/drawing/2014/main" id="{C94C25E6-7C76-6F5F-A9E5-2700C94E9488}"/>
              </a:ext>
            </a:extLst>
          </p:cNvPr>
          <p:cNvGrpSpPr/>
          <p:nvPr/>
        </p:nvGrpSpPr>
        <p:grpSpPr>
          <a:xfrm>
            <a:off x="2493081" y="2805061"/>
            <a:ext cx="478323" cy="332918"/>
            <a:chOff x="3181155" y="1314177"/>
            <a:chExt cx="234508" cy="163220"/>
          </a:xfrm>
        </p:grpSpPr>
        <p:grpSp>
          <p:nvGrpSpPr>
            <p:cNvPr id="124" name="Graphic 4">
              <a:extLst>
                <a:ext uri="{FF2B5EF4-FFF2-40B4-BE49-F238E27FC236}">
                  <a16:creationId xmlns:a16="http://schemas.microsoft.com/office/drawing/2014/main" id="{BD7801F4-9AA1-414E-75CA-C3E9EDFB1B01}"/>
                </a:ext>
              </a:extLst>
            </p:cNvPr>
            <p:cNvGrpSpPr/>
            <p:nvPr/>
          </p:nvGrpSpPr>
          <p:grpSpPr>
            <a:xfrm>
              <a:off x="3181155" y="1314177"/>
              <a:ext cx="234508" cy="163220"/>
              <a:chOff x="3181155" y="1314177"/>
              <a:chExt cx="234508" cy="163220"/>
            </a:xfrm>
          </p:grpSpPr>
          <p:grpSp>
            <p:nvGrpSpPr>
              <p:cNvPr id="126" name="Graphic 4">
                <a:extLst>
                  <a:ext uri="{FF2B5EF4-FFF2-40B4-BE49-F238E27FC236}">
                    <a16:creationId xmlns:a16="http://schemas.microsoft.com/office/drawing/2014/main" id="{6B134173-7935-A0FF-A9C4-345E6E0D6DE5}"/>
                  </a:ext>
                </a:extLst>
              </p:cNvPr>
              <p:cNvGrpSpPr/>
              <p:nvPr/>
            </p:nvGrpSpPr>
            <p:grpSpPr>
              <a:xfrm>
                <a:off x="3181155" y="1317499"/>
                <a:ext cx="225678" cy="154941"/>
                <a:chOff x="3181155" y="1317499"/>
                <a:chExt cx="225678" cy="154941"/>
              </a:xfrm>
            </p:grpSpPr>
            <p:sp>
              <p:nvSpPr>
                <p:cNvPr id="513" name="Freeform: Shape 512">
                  <a:extLst>
                    <a:ext uri="{FF2B5EF4-FFF2-40B4-BE49-F238E27FC236}">
                      <a16:creationId xmlns:a16="http://schemas.microsoft.com/office/drawing/2014/main" id="{009B3FF7-396D-3DE8-FBB4-15C7DFC59C7E}"/>
                    </a:ext>
                  </a:extLst>
                </p:cNvPr>
                <p:cNvSpPr/>
                <p:nvPr/>
              </p:nvSpPr>
              <p:spPr>
                <a:xfrm rot="3698667">
                  <a:off x="3267429" y="1281077"/>
                  <a:ext cx="53128" cy="227785"/>
                </a:xfrm>
                <a:custGeom>
                  <a:avLst/>
                  <a:gdLst>
                    <a:gd name="csX0" fmla="*/ 20013 w 53128"/>
                    <a:gd name="csY0" fmla="*/ 225087 h 227785"/>
                    <a:gd name="csX1" fmla="*/ 12490 w 53128"/>
                    <a:gd name="csY1" fmla="*/ 208597 h 227785"/>
                    <a:gd name="csX2" fmla="*/ 16559 w 53128"/>
                    <a:gd name="csY2" fmla="*/ 189282 h 227785"/>
                    <a:gd name="csX3" fmla="*/ 27850 w 53128"/>
                    <a:gd name="csY3" fmla="*/ 173062 h 227785"/>
                    <a:gd name="csX4" fmla="*/ 38669 w 53128"/>
                    <a:gd name="csY4" fmla="*/ 152329 h 227785"/>
                    <a:gd name="csX5" fmla="*/ 35088 w 53128"/>
                    <a:gd name="csY5" fmla="*/ 139692 h 227785"/>
                    <a:gd name="csX6" fmla="*/ 31764 w 53128"/>
                    <a:gd name="csY6" fmla="*/ 132273 h 227785"/>
                    <a:gd name="csX7" fmla="*/ 29970 w 53128"/>
                    <a:gd name="csY7" fmla="*/ 128110 h 227785"/>
                    <a:gd name="csX8" fmla="*/ 28141 w 53128"/>
                    <a:gd name="csY8" fmla="*/ 127841 h 227785"/>
                    <a:gd name="csX9" fmla="*/ 25021 w 53128"/>
                    <a:gd name="csY9" fmla="*/ 126904 h 227785"/>
                    <a:gd name="csX10" fmla="*/ 23566 w 53128"/>
                    <a:gd name="csY10" fmla="*/ 126236 h 227785"/>
                    <a:gd name="csX11" fmla="*/ 22909 w 53128"/>
                    <a:gd name="csY11" fmla="*/ 127887 h 227785"/>
                    <a:gd name="csX12" fmla="*/ 18677 w 53128"/>
                    <a:gd name="csY12" fmla="*/ 130172 h 227785"/>
                    <a:gd name="csX13" fmla="*/ 19603 w 53128"/>
                    <a:gd name="csY13" fmla="*/ 130647 h 227785"/>
                    <a:gd name="csX14" fmla="*/ 17238 w 53128"/>
                    <a:gd name="csY14" fmla="*/ 129562 h 227785"/>
                    <a:gd name="csX15" fmla="*/ 16203 w 53128"/>
                    <a:gd name="csY15" fmla="*/ 128995 h 227785"/>
                    <a:gd name="csX16" fmla="*/ 12252 w 53128"/>
                    <a:gd name="csY16" fmla="*/ 123835 h 227785"/>
                    <a:gd name="csX17" fmla="*/ 10413 w 53128"/>
                    <a:gd name="csY17" fmla="*/ 122016 h 227785"/>
                    <a:gd name="csX18" fmla="*/ 7853 w 53128"/>
                    <a:gd name="csY18" fmla="*/ 118894 h 227785"/>
                    <a:gd name="csX19" fmla="*/ 4868 w 53128"/>
                    <a:gd name="csY19" fmla="*/ 113630 h 227785"/>
                    <a:gd name="csX20" fmla="*/ 973 w 53128"/>
                    <a:gd name="csY20" fmla="*/ 85764 h 227785"/>
                    <a:gd name="csX21" fmla="*/ 2876 w 53128"/>
                    <a:gd name="csY21" fmla="*/ 59396 h 227785"/>
                    <a:gd name="csX22" fmla="*/ 7134 w 53128"/>
                    <a:gd name="csY22" fmla="*/ 35707 h 227785"/>
                    <a:gd name="csX23" fmla="*/ 7914 w 53128"/>
                    <a:gd name="csY23" fmla="*/ 33069 h 227785"/>
                    <a:gd name="csX24" fmla="*/ 7015 w 53128"/>
                    <a:gd name="csY24" fmla="*/ 32111 h 227785"/>
                    <a:gd name="csX25" fmla="*/ 10606 w 53128"/>
                    <a:gd name="csY25" fmla="*/ 26829 h 227785"/>
                    <a:gd name="csX26" fmla="*/ 17797 w 53128"/>
                    <a:gd name="csY26" fmla="*/ 17789 h 227785"/>
                    <a:gd name="csX27" fmla="*/ 25123 w 53128"/>
                    <a:gd name="csY27" fmla="*/ 8178 h 227785"/>
                    <a:gd name="csX28" fmla="*/ 29189 w 53128"/>
                    <a:gd name="csY28" fmla="*/ 3934 h 227785"/>
                    <a:gd name="csX29" fmla="*/ 30953 w 53128"/>
                    <a:gd name="csY29" fmla="*/ 1818 h 227785"/>
                    <a:gd name="csX30" fmla="*/ 32494 w 53128"/>
                    <a:gd name="csY30" fmla="*/ 634 h 227785"/>
                    <a:gd name="csX31" fmla="*/ 36385 w 53128"/>
                    <a:gd name="csY31" fmla="*/ 1714 h 227785"/>
                    <a:gd name="csX32" fmla="*/ 37034 w 53128"/>
                    <a:gd name="csY32" fmla="*/ 3312 h 227785"/>
                    <a:gd name="csX33" fmla="*/ 37456 w 53128"/>
                    <a:gd name="csY33" fmla="*/ 4921 h 227785"/>
                    <a:gd name="csX34" fmla="*/ 38414 w 53128"/>
                    <a:gd name="csY34" fmla="*/ 6854 h 227785"/>
                    <a:gd name="csX35" fmla="*/ 38871 w 53128"/>
                    <a:gd name="csY35" fmla="*/ 8142 h 227785"/>
                    <a:gd name="csX36" fmla="*/ 41746 w 53128"/>
                    <a:gd name="csY36" fmla="*/ 13072 h 227785"/>
                    <a:gd name="csX37" fmla="*/ 45020 w 53128"/>
                    <a:gd name="csY37" fmla="*/ 26488 h 227785"/>
                    <a:gd name="csX38" fmla="*/ 46015 w 53128"/>
                    <a:gd name="csY38" fmla="*/ 32397 h 227785"/>
                    <a:gd name="csX39" fmla="*/ 47654 w 53128"/>
                    <a:gd name="csY39" fmla="*/ 35979 h 227785"/>
                    <a:gd name="csX40" fmla="*/ 47369 w 53128"/>
                    <a:gd name="csY40" fmla="*/ 38917 h 227785"/>
                    <a:gd name="csX41" fmla="*/ 45651 w 53128"/>
                    <a:gd name="csY41" fmla="*/ 39646 h 227785"/>
                    <a:gd name="csX42" fmla="*/ 45177 w 53128"/>
                    <a:gd name="csY42" fmla="*/ 44745 h 227785"/>
                    <a:gd name="csX43" fmla="*/ 45121 w 53128"/>
                    <a:gd name="csY43" fmla="*/ 62451 h 227785"/>
                    <a:gd name="csX44" fmla="*/ 45319 w 53128"/>
                    <a:gd name="csY44" fmla="*/ 70128 h 227785"/>
                    <a:gd name="csX45" fmla="*/ 51245 w 53128"/>
                    <a:gd name="csY45" fmla="*/ 89730 h 227785"/>
                    <a:gd name="csX46" fmla="*/ 49934 w 53128"/>
                    <a:gd name="csY46" fmla="*/ 111045 h 227785"/>
                    <a:gd name="csX47" fmla="*/ 43571 w 53128"/>
                    <a:gd name="csY47" fmla="*/ 119587 h 227785"/>
                    <a:gd name="csX48" fmla="*/ 37735 w 53128"/>
                    <a:gd name="csY48" fmla="*/ 125204 h 227785"/>
                    <a:gd name="csX49" fmla="*/ 36172 w 53128"/>
                    <a:gd name="csY49" fmla="*/ 126445 h 227785"/>
                    <a:gd name="csX50" fmla="*/ 39066 w 53128"/>
                    <a:gd name="csY50" fmla="*/ 132540 h 227785"/>
                    <a:gd name="csX51" fmla="*/ 45334 w 53128"/>
                    <a:gd name="csY51" fmla="*/ 151937 h 227785"/>
                    <a:gd name="csX52" fmla="*/ 40201 w 53128"/>
                    <a:gd name="csY52" fmla="*/ 167867 h 227785"/>
                    <a:gd name="csX53" fmla="*/ 32868 w 53128"/>
                    <a:gd name="csY53" fmla="*/ 176010 h 227785"/>
                    <a:gd name="csX54" fmla="*/ 24400 w 53128"/>
                    <a:gd name="csY54" fmla="*/ 185654 h 227785"/>
                    <a:gd name="csX55" fmla="*/ 22076 w 53128"/>
                    <a:gd name="csY55" fmla="*/ 223930 h 227785"/>
                    <a:gd name="csX56" fmla="*/ 23113 w 53128"/>
                    <a:gd name="csY56" fmla="*/ 227815 h 227785"/>
                    <a:gd name="csX57" fmla="*/ 20013 w 53128"/>
                    <a:gd name="csY57" fmla="*/ 225087 h 227785"/>
                    <a:gd name="csX58" fmla="*/ 15774 w 53128"/>
                    <a:gd name="csY58" fmla="*/ 197550 h 227785"/>
                    <a:gd name="csX59" fmla="*/ 30258 w 53128"/>
                    <a:gd name="csY59" fmla="*/ 172790 h 227785"/>
                    <a:gd name="csX60" fmla="*/ 37795 w 53128"/>
                    <a:gd name="csY60" fmla="*/ 164842 h 227785"/>
                    <a:gd name="csX61" fmla="*/ 40838 w 53128"/>
                    <a:gd name="csY61" fmla="*/ 147451 h 227785"/>
                    <a:gd name="csX62" fmla="*/ 36637 w 53128"/>
                    <a:gd name="csY62" fmla="*/ 134023 h 227785"/>
                    <a:gd name="csX63" fmla="*/ 33614 w 53128"/>
                    <a:gd name="csY63" fmla="*/ 127154 h 227785"/>
                    <a:gd name="csX64" fmla="*/ 33614 w 53128"/>
                    <a:gd name="csY64" fmla="*/ 127154 h 227785"/>
                    <a:gd name="csX65" fmla="*/ 33614 w 53128"/>
                    <a:gd name="csY65" fmla="*/ 127154 h 227785"/>
                    <a:gd name="csX66" fmla="*/ 36541 w 53128"/>
                    <a:gd name="csY66" fmla="*/ 134019 h 227785"/>
                    <a:gd name="csX67" fmla="*/ 41235 w 53128"/>
                    <a:gd name="csY67" fmla="*/ 151669 h 227785"/>
                    <a:gd name="csX68" fmla="*/ 40420 w 53128"/>
                    <a:gd name="csY68" fmla="*/ 159500 h 227785"/>
                    <a:gd name="csX69" fmla="*/ 30258 w 53128"/>
                    <a:gd name="csY69" fmla="*/ 172790 h 227785"/>
                    <a:gd name="csX70" fmla="*/ 17976 w 53128"/>
                    <a:gd name="csY70" fmla="*/ 191319 h 227785"/>
                    <a:gd name="csX71" fmla="*/ 14589 w 53128"/>
                    <a:gd name="csY71" fmla="*/ 202957 h 227785"/>
                    <a:gd name="csX72" fmla="*/ 14545 w 53128"/>
                    <a:gd name="csY72" fmla="*/ 202307 h 227785"/>
                    <a:gd name="csX73" fmla="*/ 15774 w 53128"/>
                    <a:gd name="csY73" fmla="*/ 197550 h 227785"/>
                    <a:gd name="csX74" fmla="*/ 47262 w 53128"/>
                    <a:gd name="csY74" fmla="*/ 37106 h 227785"/>
                    <a:gd name="csX75" fmla="*/ 45810 w 53128"/>
                    <a:gd name="csY75" fmla="*/ 34296 h 227785"/>
                    <a:gd name="csX76" fmla="*/ 42400 w 53128"/>
                    <a:gd name="csY76" fmla="*/ 27822 h 227785"/>
                    <a:gd name="csX77" fmla="*/ 39896 w 53128"/>
                    <a:gd name="csY77" fmla="*/ 25723 h 227785"/>
                    <a:gd name="csX78" fmla="*/ 39090 w 53128"/>
                    <a:gd name="csY78" fmla="*/ 28902 h 227785"/>
                    <a:gd name="csX79" fmla="*/ 44918 w 53128"/>
                    <a:gd name="csY79" fmla="*/ 37530 h 227785"/>
                    <a:gd name="csX80" fmla="*/ 47262 w 53128"/>
                    <a:gd name="csY80" fmla="*/ 37106 h 227785"/>
                    <a:gd name="csX81" fmla="*/ 13857 w 53128"/>
                    <a:gd name="csY81" fmla="*/ 31223 h 227785"/>
                    <a:gd name="csX82" fmla="*/ 19648 w 53128"/>
                    <a:gd name="csY82" fmla="*/ 23419 h 227785"/>
                    <a:gd name="csX83" fmla="*/ 15966 w 53128"/>
                    <a:gd name="csY83" fmla="*/ 24640 h 227785"/>
                    <a:gd name="csX84" fmla="*/ 11099 w 53128"/>
                    <a:gd name="csY84" fmla="*/ 28029 h 227785"/>
                    <a:gd name="csX85" fmla="*/ 7671 w 53128"/>
                    <a:gd name="csY85" fmla="*/ 31336 h 227785"/>
                    <a:gd name="csX86" fmla="*/ 13857 w 53128"/>
                    <a:gd name="csY86" fmla="*/ 31223 h 227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53128" h="227785">
                      <a:moveTo>
                        <a:pt x="20013" y="225087"/>
                      </a:moveTo>
                      <a:cubicBezTo>
                        <a:pt x="15956" y="220659"/>
                        <a:pt x="13126" y="214455"/>
                        <a:pt x="12490" y="208597"/>
                      </a:cubicBezTo>
                      <a:cubicBezTo>
                        <a:pt x="11817" y="202406"/>
                        <a:pt x="13109" y="196275"/>
                        <a:pt x="16559" y="189282"/>
                      </a:cubicBezTo>
                      <a:cubicBezTo>
                        <a:pt x="19375" y="183573"/>
                        <a:pt x="22709" y="178784"/>
                        <a:pt x="27850" y="173062"/>
                      </a:cubicBezTo>
                      <a:cubicBezTo>
                        <a:pt x="36863" y="163031"/>
                        <a:pt x="38658" y="159592"/>
                        <a:pt x="38669" y="152329"/>
                      </a:cubicBezTo>
                      <a:cubicBezTo>
                        <a:pt x="38674" y="148688"/>
                        <a:pt x="37700" y="145249"/>
                        <a:pt x="35088" y="139692"/>
                      </a:cubicBezTo>
                      <a:cubicBezTo>
                        <a:pt x="34246" y="137901"/>
                        <a:pt x="32750" y="134562"/>
                        <a:pt x="31764" y="132273"/>
                      </a:cubicBezTo>
                      <a:lnTo>
                        <a:pt x="29970" y="128110"/>
                      </a:lnTo>
                      <a:lnTo>
                        <a:pt x="28141" y="127841"/>
                      </a:lnTo>
                      <a:cubicBezTo>
                        <a:pt x="27136" y="127693"/>
                        <a:pt x="25731" y="127272"/>
                        <a:pt x="25021" y="126904"/>
                      </a:cubicBezTo>
                      <a:cubicBezTo>
                        <a:pt x="24310" y="126537"/>
                        <a:pt x="23656" y="126236"/>
                        <a:pt x="23566" y="126236"/>
                      </a:cubicBezTo>
                      <a:cubicBezTo>
                        <a:pt x="23476" y="126236"/>
                        <a:pt x="23181" y="126979"/>
                        <a:pt x="22909" y="127887"/>
                      </a:cubicBezTo>
                      <a:cubicBezTo>
                        <a:pt x="22155" y="130402"/>
                        <a:pt x="19885" y="131628"/>
                        <a:pt x="18677" y="130172"/>
                      </a:cubicBezTo>
                      <a:cubicBezTo>
                        <a:pt x="18383" y="129819"/>
                        <a:pt x="19921" y="130525"/>
                        <a:pt x="19603" y="130647"/>
                      </a:cubicBezTo>
                      <a:cubicBezTo>
                        <a:pt x="19284" y="130770"/>
                        <a:pt x="17098" y="129788"/>
                        <a:pt x="17238" y="129562"/>
                      </a:cubicBezTo>
                      <a:cubicBezTo>
                        <a:pt x="17238" y="129562"/>
                        <a:pt x="16520" y="129168"/>
                        <a:pt x="16203" y="128995"/>
                      </a:cubicBezTo>
                      <a:cubicBezTo>
                        <a:pt x="15718" y="128932"/>
                        <a:pt x="12607" y="124869"/>
                        <a:pt x="12252" y="123835"/>
                      </a:cubicBezTo>
                      <a:cubicBezTo>
                        <a:pt x="12116" y="123439"/>
                        <a:pt x="11289" y="122620"/>
                        <a:pt x="10413" y="122016"/>
                      </a:cubicBezTo>
                      <a:cubicBezTo>
                        <a:pt x="9453" y="121354"/>
                        <a:pt x="8436" y="120114"/>
                        <a:pt x="7853" y="118894"/>
                      </a:cubicBezTo>
                      <a:cubicBezTo>
                        <a:pt x="7320" y="117781"/>
                        <a:pt x="5977" y="115412"/>
                        <a:pt x="4868" y="113630"/>
                      </a:cubicBezTo>
                      <a:cubicBezTo>
                        <a:pt x="-89" y="105668"/>
                        <a:pt x="-957" y="99462"/>
                        <a:pt x="973" y="85764"/>
                      </a:cubicBezTo>
                      <a:cubicBezTo>
                        <a:pt x="2313" y="76250"/>
                        <a:pt x="2873" y="68491"/>
                        <a:pt x="2876" y="59396"/>
                      </a:cubicBezTo>
                      <a:cubicBezTo>
                        <a:pt x="2879" y="48516"/>
                        <a:pt x="4101" y="41723"/>
                        <a:pt x="7134" y="35707"/>
                      </a:cubicBezTo>
                      <a:cubicBezTo>
                        <a:pt x="7933" y="34123"/>
                        <a:pt x="8215" y="33169"/>
                        <a:pt x="7914" y="33069"/>
                      </a:cubicBezTo>
                      <a:cubicBezTo>
                        <a:pt x="7655" y="32983"/>
                        <a:pt x="7250" y="32552"/>
                        <a:pt x="7015" y="32111"/>
                      </a:cubicBezTo>
                      <a:cubicBezTo>
                        <a:pt x="6439" y="31035"/>
                        <a:pt x="8599" y="27859"/>
                        <a:pt x="10606" y="26829"/>
                      </a:cubicBezTo>
                      <a:cubicBezTo>
                        <a:pt x="12389" y="25914"/>
                        <a:pt x="16180" y="21149"/>
                        <a:pt x="17797" y="17789"/>
                      </a:cubicBezTo>
                      <a:cubicBezTo>
                        <a:pt x="19451" y="14353"/>
                        <a:pt x="22300" y="10615"/>
                        <a:pt x="25123" y="8178"/>
                      </a:cubicBezTo>
                      <a:cubicBezTo>
                        <a:pt x="26426" y="7053"/>
                        <a:pt x="28211" y="5107"/>
                        <a:pt x="29189" y="3934"/>
                      </a:cubicBezTo>
                      <a:lnTo>
                        <a:pt x="30953" y="1818"/>
                      </a:lnTo>
                      <a:cubicBezTo>
                        <a:pt x="31989" y="962"/>
                        <a:pt x="31900" y="1013"/>
                        <a:pt x="32494" y="634"/>
                      </a:cubicBezTo>
                      <a:cubicBezTo>
                        <a:pt x="34610" y="-460"/>
                        <a:pt x="35487" y="-52"/>
                        <a:pt x="36385" y="1714"/>
                      </a:cubicBezTo>
                      <a:cubicBezTo>
                        <a:pt x="36822" y="2573"/>
                        <a:pt x="36743" y="2636"/>
                        <a:pt x="37034" y="3312"/>
                      </a:cubicBezTo>
                      <a:cubicBezTo>
                        <a:pt x="37287" y="4176"/>
                        <a:pt x="37280" y="4309"/>
                        <a:pt x="37456" y="4921"/>
                      </a:cubicBezTo>
                      <a:cubicBezTo>
                        <a:pt x="38075" y="6282"/>
                        <a:pt x="37752" y="5518"/>
                        <a:pt x="38414" y="6854"/>
                      </a:cubicBezTo>
                      <a:lnTo>
                        <a:pt x="38871" y="8142"/>
                      </a:lnTo>
                      <a:cubicBezTo>
                        <a:pt x="39099" y="8952"/>
                        <a:pt x="39971" y="10603"/>
                        <a:pt x="41746" y="13072"/>
                      </a:cubicBezTo>
                      <a:cubicBezTo>
                        <a:pt x="43904" y="16073"/>
                        <a:pt x="45085" y="20915"/>
                        <a:pt x="45020" y="26488"/>
                      </a:cubicBezTo>
                      <a:cubicBezTo>
                        <a:pt x="44971" y="30734"/>
                        <a:pt x="45034" y="31110"/>
                        <a:pt x="46015" y="32397"/>
                      </a:cubicBezTo>
                      <a:cubicBezTo>
                        <a:pt x="46591" y="33152"/>
                        <a:pt x="47329" y="34764"/>
                        <a:pt x="47654" y="35979"/>
                      </a:cubicBezTo>
                      <a:cubicBezTo>
                        <a:pt x="48220" y="38091"/>
                        <a:pt x="48208" y="38221"/>
                        <a:pt x="47369" y="38917"/>
                      </a:cubicBezTo>
                      <a:cubicBezTo>
                        <a:pt x="46886" y="39318"/>
                        <a:pt x="46113" y="39646"/>
                        <a:pt x="45651" y="39646"/>
                      </a:cubicBezTo>
                      <a:cubicBezTo>
                        <a:pt x="44834" y="39646"/>
                        <a:pt x="44821" y="39788"/>
                        <a:pt x="45177" y="44745"/>
                      </a:cubicBezTo>
                      <a:cubicBezTo>
                        <a:pt x="45586" y="50452"/>
                        <a:pt x="45572" y="54923"/>
                        <a:pt x="45121" y="62451"/>
                      </a:cubicBezTo>
                      <a:cubicBezTo>
                        <a:pt x="44911" y="65947"/>
                        <a:pt x="44974" y="68373"/>
                        <a:pt x="45319" y="70128"/>
                      </a:cubicBezTo>
                      <a:cubicBezTo>
                        <a:pt x="45845" y="72802"/>
                        <a:pt x="48416" y="81305"/>
                        <a:pt x="51245" y="89730"/>
                      </a:cubicBezTo>
                      <a:cubicBezTo>
                        <a:pt x="54112" y="98267"/>
                        <a:pt x="53800" y="103340"/>
                        <a:pt x="49934" y="111045"/>
                      </a:cubicBezTo>
                      <a:cubicBezTo>
                        <a:pt x="48146" y="114610"/>
                        <a:pt x="47227" y="115844"/>
                        <a:pt x="43571" y="119587"/>
                      </a:cubicBezTo>
                      <a:cubicBezTo>
                        <a:pt x="41221" y="121994"/>
                        <a:pt x="38595" y="124521"/>
                        <a:pt x="37735" y="125204"/>
                      </a:cubicBezTo>
                      <a:lnTo>
                        <a:pt x="36172" y="126445"/>
                      </a:lnTo>
                      <a:lnTo>
                        <a:pt x="39066" y="132540"/>
                      </a:lnTo>
                      <a:cubicBezTo>
                        <a:pt x="44352" y="143673"/>
                        <a:pt x="45334" y="146711"/>
                        <a:pt x="45334" y="151937"/>
                      </a:cubicBezTo>
                      <a:cubicBezTo>
                        <a:pt x="45334" y="157428"/>
                        <a:pt x="43562" y="162928"/>
                        <a:pt x="40201" y="167867"/>
                      </a:cubicBezTo>
                      <a:cubicBezTo>
                        <a:pt x="39500" y="168898"/>
                        <a:pt x="36200" y="172562"/>
                        <a:pt x="32868" y="176010"/>
                      </a:cubicBezTo>
                      <a:cubicBezTo>
                        <a:pt x="29536" y="179458"/>
                        <a:pt x="25725" y="183798"/>
                        <a:pt x="24400" y="185654"/>
                      </a:cubicBezTo>
                      <a:cubicBezTo>
                        <a:pt x="14359" y="199718"/>
                        <a:pt x="13571" y="212693"/>
                        <a:pt x="22076" y="223930"/>
                      </a:cubicBezTo>
                      <a:cubicBezTo>
                        <a:pt x="24066" y="226560"/>
                        <a:pt x="24401" y="227815"/>
                        <a:pt x="23113" y="227815"/>
                      </a:cubicBezTo>
                      <a:cubicBezTo>
                        <a:pt x="22783" y="227815"/>
                        <a:pt x="21388" y="226588"/>
                        <a:pt x="20013" y="225087"/>
                      </a:cubicBezTo>
                      <a:close/>
                      <a:moveTo>
                        <a:pt x="15774" y="197550"/>
                      </a:moveTo>
                      <a:cubicBezTo>
                        <a:pt x="18543" y="188979"/>
                        <a:pt x="21150" y="182219"/>
                        <a:pt x="30258" y="172790"/>
                      </a:cubicBezTo>
                      <a:cubicBezTo>
                        <a:pt x="33244" y="169699"/>
                        <a:pt x="36929" y="166152"/>
                        <a:pt x="37795" y="164842"/>
                      </a:cubicBezTo>
                      <a:cubicBezTo>
                        <a:pt x="41424" y="159353"/>
                        <a:pt x="42174" y="154107"/>
                        <a:pt x="40838" y="147451"/>
                      </a:cubicBezTo>
                      <a:cubicBezTo>
                        <a:pt x="40426" y="145399"/>
                        <a:pt x="38764" y="138855"/>
                        <a:pt x="36637" y="134023"/>
                      </a:cubicBezTo>
                      <a:lnTo>
                        <a:pt x="33614" y="127154"/>
                      </a:lnTo>
                      <a:lnTo>
                        <a:pt x="33614" y="127154"/>
                      </a:lnTo>
                      <a:cubicBezTo>
                        <a:pt x="32963" y="127381"/>
                        <a:pt x="33612" y="126890"/>
                        <a:pt x="33614" y="127154"/>
                      </a:cubicBezTo>
                      <a:cubicBezTo>
                        <a:pt x="33616" y="127418"/>
                        <a:pt x="35148" y="130928"/>
                        <a:pt x="36541" y="134019"/>
                      </a:cubicBezTo>
                      <a:cubicBezTo>
                        <a:pt x="40925" y="143743"/>
                        <a:pt x="40985" y="146935"/>
                        <a:pt x="41235" y="151669"/>
                      </a:cubicBezTo>
                      <a:cubicBezTo>
                        <a:pt x="41431" y="155375"/>
                        <a:pt x="41346" y="156841"/>
                        <a:pt x="40420" y="159500"/>
                      </a:cubicBezTo>
                      <a:cubicBezTo>
                        <a:pt x="38992" y="163599"/>
                        <a:pt x="35643" y="167055"/>
                        <a:pt x="30258" y="172790"/>
                      </a:cubicBezTo>
                      <a:cubicBezTo>
                        <a:pt x="25096" y="178287"/>
                        <a:pt x="20767" y="185427"/>
                        <a:pt x="17976" y="191319"/>
                      </a:cubicBezTo>
                      <a:cubicBezTo>
                        <a:pt x="15965" y="195565"/>
                        <a:pt x="14518" y="200547"/>
                        <a:pt x="14589" y="202957"/>
                      </a:cubicBezTo>
                      <a:cubicBezTo>
                        <a:pt x="14627" y="204258"/>
                        <a:pt x="14247" y="204082"/>
                        <a:pt x="14545" y="202307"/>
                      </a:cubicBezTo>
                      <a:cubicBezTo>
                        <a:pt x="14729" y="201215"/>
                        <a:pt x="15282" y="199074"/>
                        <a:pt x="15774" y="197550"/>
                      </a:cubicBezTo>
                      <a:close/>
                      <a:moveTo>
                        <a:pt x="47262" y="37106"/>
                      </a:moveTo>
                      <a:cubicBezTo>
                        <a:pt x="47120" y="36396"/>
                        <a:pt x="46466" y="35131"/>
                        <a:pt x="45810" y="34296"/>
                      </a:cubicBezTo>
                      <a:cubicBezTo>
                        <a:pt x="44379" y="32474"/>
                        <a:pt x="43557" y="30914"/>
                        <a:pt x="42400" y="27822"/>
                      </a:cubicBezTo>
                      <a:cubicBezTo>
                        <a:pt x="41376" y="25084"/>
                        <a:pt x="40974" y="24747"/>
                        <a:pt x="39896" y="25723"/>
                      </a:cubicBezTo>
                      <a:cubicBezTo>
                        <a:pt x="39273" y="26287"/>
                        <a:pt x="39090" y="27008"/>
                        <a:pt x="39090" y="28902"/>
                      </a:cubicBezTo>
                      <a:cubicBezTo>
                        <a:pt x="39090" y="32860"/>
                        <a:pt x="41067" y="35786"/>
                        <a:pt x="44918" y="37530"/>
                      </a:cubicBezTo>
                      <a:cubicBezTo>
                        <a:pt x="47395" y="38651"/>
                        <a:pt x="47565" y="38620"/>
                        <a:pt x="47262" y="37106"/>
                      </a:cubicBezTo>
                      <a:close/>
                      <a:moveTo>
                        <a:pt x="13857" y="31223"/>
                      </a:moveTo>
                      <a:cubicBezTo>
                        <a:pt x="17099" y="30254"/>
                        <a:pt x="20306" y="25934"/>
                        <a:pt x="19648" y="23419"/>
                      </a:cubicBezTo>
                      <a:cubicBezTo>
                        <a:pt x="19301" y="22090"/>
                        <a:pt x="18318" y="22416"/>
                        <a:pt x="15966" y="24640"/>
                      </a:cubicBezTo>
                      <a:cubicBezTo>
                        <a:pt x="14766" y="25776"/>
                        <a:pt x="12575" y="27300"/>
                        <a:pt x="11099" y="28029"/>
                      </a:cubicBezTo>
                      <a:cubicBezTo>
                        <a:pt x="8452" y="29334"/>
                        <a:pt x="7188" y="30554"/>
                        <a:pt x="7671" y="31336"/>
                      </a:cubicBezTo>
                      <a:cubicBezTo>
                        <a:pt x="8020" y="31901"/>
                        <a:pt x="11821" y="31832"/>
                        <a:pt x="13857" y="31223"/>
                      </a:cubicBezTo>
                      <a:close/>
                    </a:path>
                  </a:pathLst>
                </a:custGeom>
                <a:solidFill>
                  <a:srgbClr val="000000"/>
                </a:solidFill>
                <a:ln w="416" cap="flat">
                  <a:solidFill>
                    <a:srgbClr val="000000"/>
                  </a:solidFill>
                  <a:prstDash val="solid"/>
                  <a:round/>
                </a:ln>
              </p:spPr>
              <p:txBody>
                <a:bodyPr/>
                <a:lstStyle/>
                <a:p>
                  <a:endParaRPr lang="en-US" dirty="0"/>
                </a:p>
              </p:txBody>
            </p:sp>
            <p:sp>
              <p:nvSpPr>
                <p:cNvPr id="514" name="Freeform: Shape 513">
                  <a:extLst>
                    <a:ext uri="{FF2B5EF4-FFF2-40B4-BE49-F238E27FC236}">
                      <a16:creationId xmlns:a16="http://schemas.microsoft.com/office/drawing/2014/main" id="{FBCB143A-DAA5-C7A1-AE09-A99A306D5584}"/>
                    </a:ext>
                  </a:extLst>
                </p:cNvPr>
                <p:cNvSpPr/>
                <p:nvPr/>
              </p:nvSpPr>
              <p:spPr>
                <a:xfrm rot="3698667">
                  <a:off x="3393698" y="1346541"/>
                  <a:ext cx="5562" cy="2344"/>
                </a:xfrm>
                <a:custGeom>
                  <a:avLst/>
                  <a:gdLst>
                    <a:gd name="csX0" fmla="*/ 271 w 5562"/>
                    <a:gd name="csY0" fmla="*/ 1769 h 2344"/>
                    <a:gd name="csX1" fmla="*/ 895 w 5562"/>
                    <a:gd name="csY1" fmla="*/ 1222 h 2344"/>
                    <a:gd name="csX2" fmla="*/ 1586 w 5562"/>
                    <a:gd name="csY2" fmla="*/ 708 h 2344"/>
                    <a:gd name="csX3" fmla="*/ 2351 w 5562"/>
                    <a:gd name="csY3" fmla="*/ 309 h 2344"/>
                    <a:gd name="csX4" fmla="*/ 3049 w 5562"/>
                    <a:gd name="csY4" fmla="*/ 86 h 2344"/>
                    <a:gd name="csX5" fmla="*/ 3526 w 5562"/>
                    <a:gd name="csY5" fmla="*/ 45 h 2344"/>
                    <a:gd name="csX6" fmla="*/ 4003 w 5562"/>
                    <a:gd name="csY6" fmla="*/ 146 h 2344"/>
                    <a:gd name="csX7" fmla="*/ 4549 w 5562"/>
                    <a:gd name="csY7" fmla="*/ 480 h 2344"/>
                    <a:gd name="csX8" fmla="*/ 4981 w 5562"/>
                    <a:gd name="csY8" fmla="*/ 981 h 2344"/>
                    <a:gd name="csX9" fmla="*/ 5331 w 5562"/>
                    <a:gd name="csY9" fmla="*/ 1568 h 2344"/>
                    <a:gd name="csX10" fmla="*/ 5570 w 5562"/>
                    <a:gd name="csY10" fmla="*/ 2069 h 2344"/>
                    <a:gd name="csX11" fmla="*/ 5536 w 5562"/>
                    <a:gd name="csY11" fmla="*/ 2245 h 2344"/>
                    <a:gd name="csX12" fmla="*/ 5188 w 5562"/>
                    <a:gd name="csY12" fmla="*/ 2387 h 2344"/>
                    <a:gd name="csX13" fmla="*/ 4205 w 5562"/>
                    <a:gd name="csY13" fmla="*/ 2222 h 2344"/>
                    <a:gd name="csX14" fmla="*/ 3089 w 5562"/>
                    <a:gd name="csY14" fmla="*/ 2100 h 2344"/>
                    <a:gd name="csX15" fmla="*/ 1952 w 5562"/>
                    <a:gd name="csY15" fmla="*/ 2221 h 2344"/>
                    <a:gd name="csX16" fmla="*/ 684 w 5562"/>
                    <a:gd name="csY16" fmla="*/ 2384 h 2344"/>
                    <a:gd name="csX17" fmla="*/ 53 w 5562"/>
                    <a:gd name="csY17" fmla="*/ 2193 h 2344"/>
                    <a:gd name="csX18" fmla="*/ 103 w 5562"/>
                    <a:gd name="csY18" fmla="*/ 1937 h 2344"/>
                    <a:gd name="csX19" fmla="*/ 272 w 5562"/>
                    <a:gd name="csY19" fmla="*/ 1769 h 2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562" h="2344">
                      <a:moveTo>
                        <a:pt x="271" y="1769"/>
                      </a:moveTo>
                      <a:cubicBezTo>
                        <a:pt x="401" y="1652"/>
                        <a:pt x="660" y="1420"/>
                        <a:pt x="895" y="1222"/>
                      </a:cubicBezTo>
                      <a:cubicBezTo>
                        <a:pt x="1131" y="1025"/>
                        <a:pt x="1347" y="859"/>
                        <a:pt x="1586" y="708"/>
                      </a:cubicBezTo>
                      <a:cubicBezTo>
                        <a:pt x="1826" y="556"/>
                        <a:pt x="2096" y="415"/>
                        <a:pt x="2351" y="309"/>
                      </a:cubicBezTo>
                      <a:cubicBezTo>
                        <a:pt x="2606" y="203"/>
                        <a:pt x="2857" y="126"/>
                        <a:pt x="3049" y="86"/>
                      </a:cubicBezTo>
                      <a:cubicBezTo>
                        <a:pt x="3241" y="45"/>
                        <a:pt x="3380" y="37"/>
                        <a:pt x="3526" y="45"/>
                      </a:cubicBezTo>
                      <a:cubicBezTo>
                        <a:pt x="3673" y="53"/>
                        <a:pt x="3827" y="75"/>
                        <a:pt x="4003" y="146"/>
                      </a:cubicBezTo>
                      <a:cubicBezTo>
                        <a:pt x="4179" y="216"/>
                        <a:pt x="4382" y="337"/>
                        <a:pt x="4549" y="480"/>
                      </a:cubicBezTo>
                      <a:cubicBezTo>
                        <a:pt x="4716" y="624"/>
                        <a:pt x="4854" y="795"/>
                        <a:pt x="4981" y="981"/>
                      </a:cubicBezTo>
                      <a:cubicBezTo>
                        <a:pt x="5107" y="1167"/>
                        <a:pt x="5225" y="1368"/>
                        <a:pt x="5331" y="1568"/>
                      </a:cubicBezTo>
                      <a:cubicBezTo>
                        <a:pt x="5437" y="1768"/>
                        <a:pt x="5531" y="1964"/>
                        <a:pt x="5570" y="2069"/>
                      </a:cubicBezTo>
                      <a:cubicBezTo>
                        <a:pt x="5608" y="2173"/>
                        <a:pt x="5587" y="2186"/>
                        <a:pt x="5536" y="2245"/>
                      </a:cubicBezTo>
                      <a:cubicBezTo>
                        <a:pt x="5484" y="2304"/>
                        <a:pt x="5420" y="2386"/>
                        <a:pt x="5188" y="2387"/>
                      </a:cubicBezTo>
                      <a:cubicBezTo>
                        <a:pt x="4955" y="2388"/>
                        <a:pt x="4583" y="2295"/>
                        <a:pt x="4205" y="2222"/>
                      </a:cubicBezTo>
                      <a:cubicBezTo>
                        <a:pt x="3826" y="2150"/>
                        <a:pt x="3453" y="2100"/>
                        <a:pt x="3089" y="2100"/>
                      </a:cubicBezTo>
                      <a:cubicBezTo>
                        <a:pt x="2724" y="2099"/>
                        <a:pt x="2375" y="2150"/>
                        <a:pt x="1952" y="2221"/>
                      </a:cubicBezTo>
                      <a:cubicBezTo>
                        <a:pt x="1529" y="2292"/>
                        <a:pt x="1038" y="2384"/>
                        <a:pt x="684" y="2384"/>
                      </a:cubicBezTo>
                      <a:cubicBezTo>
                        <a:pt x="330" y="2385"/>
                        <a:pt x="119" y="2293"/>
                        <a:pt x="53" y="2193"/>
                      </a:cubicBezTo>
                      <a:cubicBezTo>
                        <a:pt x="-13" y="2093"/>
                        <a:pt x="65" y="1989"/>
                        <a:pt x="103" y="1937"/>
                      </a:cubicBezTo>
                      <a:cubicBezTo>
                        <a:pt x="141" y="1886"/>
                        <a:pt x="142" y="1886"/>
                        <a:pt x="272" y="1769"/>
                      </a:cubicBezTo>
                      <a:close/>
                    </a:path>
                  </a:pathLst>
                </a:custGeom>
                <a:solidFill>
                  <a:srgbClr val="FFFFFF"/>
                </a:solidFill>
                <a:ln w="0" cap="flat">
                  <a:solidFill>
                    <a:srgbClr val="000000"/>
                  </a:solidFill>
                  <a:prstDash val="solid"/>
                  <a:miter/>
                </a:ln>
              </p:spPr>
              <p:txBody>
                <a:bodyPr/>
                <a:lstStyle/>
                <a:p>
                  <a:endParaRPr lang="en-US" dirty="0"/>
                </a:p>
              </p:txBody>
            </p:sp>
          </p:grpSp>
          <p:sp>
            <p:nvSpPr>
              <p:cNvPr id="127" name="Freeform: Shape 126">
                <a:extLst>
                  <a:ext uri="{FF2B5EF4-FFF2-40B4-BE49-F238E27FC236}">
                    <a16:creationId xmlns:a16="http://schemas.microsoft.com/office/drawing/2014/main" id="{663ABB05-1316-A493-6F1C-4BC58168EEFF}"/>
                  </a:ext>
                </a:extLst>
              </p:cNvPr>
              <p:cNvSpPr/>
              <p:nvPr/>
            </p:nvSpPr>
            <p:spPr>
              <a:xfrm rot="5672636" flipV="1">
                <a:off x="3390249" y="1353580"/>
                <a:ext cx="18948" cy="14684"/>
              </a:xfrm>
              <a:custGeom>
                <a:avLst/>
                <a:gdLst>
                  <a:gd name="csX0" fmla="*/ 38 w 18948"/>
                  <a:gd name="csY0" fmla="*/ 2352 h 14684"/>
                  <a:gd name="csX1" fmla="*/ 1852 w 18948"/>
                  <a:gd name="csY1" fmla="*/ 5576 h 14684"/>
                  <a:gd name="csX2" fmla="*/ 4273 w 18948"/>
                  <a:gd name="csY2" fmla="*/ 9852 h 14684"/>
                  <a:gd name="csX3" fmla="*/ 8347 w 18948"/>
                  <a:gd name="csY3" fmla="*/ 14133 h 14684"/>
                  <a:gd name="csX4" fmla="*/ 9388 w 18948"/>
                  <a:gd name="csY4" fmla="*/ 14672 h 14684"/>
                  <a:gd name="csX5" fmla="*/ 6864 w 18948"/>
                  <a:gd name="csY5" fmla="*/ 12288 h 14684"/>
                  <a:gd name="csX6" fmla="*/ 4397 w 18948"/>
                  <a:gd name="csY6" fmla="*/ 9334 h 14684"/>
                  <a:gd name="csX7" fmla="*/ 930 w 18948"/>
                  <a:gd name="csY7" fmla="*/ 2948 h 14684"/>
                  <a:gd name="csX8" fmla="*/ 3413 w 18948"/>
                  <a:gd name="csY8" fmla="*/ 5897 h 14684"/>
                  <a:gd name="csX9" fmla="*/ 7092 w 18948"/>
                  <a:gd name="csY9" fmla="*/ 9489 h 14684"/>
                  <a:gd name="csX10" fmla="*/ 11840 w 18948"/>
                  <a:gd name="csY10" fmla="*/ 12692 h 14684"/>
                  <a:gd name="csX11" fmla="*/ 14763 w 18948"/>
                  <a:gd name="csY11" fmla="*/ 13750 h 14684"/>
                  <a:gd name="csX12" fmla="*/ 11638 w 18948"/>
                  <a:gd name="csY12" fmla="*/ 12319 h 14684"/>
                  <a:gd name="csX13" fmla="*/ 7611 w 18948"/>
                  <a:gd name="csY13" fmla="*/ 9463 h 14684"/>
                  <a:gd name="csX14" fmla="*/ 4693 w 18948"/>
                  <a:gd name="csY14" fmla="*/ 6473 h 14684"/>
                  <a:gd name="csX15" fmla="*/ 1759 w 18948"/>
                  <a:gd name="csY15" fmla="*/ 2751 h 14684"/>
                  <a:gd name="csX16" fmla="*/ 2495 w 18948"/>
                  <a:gd name="csY16" fmla="*/ 2036 h 14684"/>
                  <a:gd name="csX17" fmla="*/ 2749 w 18948"/>
                  <a:gd name="csY17" fmla="*/ 3109 h 14684"/>
                  <a:gd name="csX18" fmla="*/ 6185 w 18948"/>
                  <a:gd name="csY18" fmla="*/ 6172 h 14684"/>
                  <a:gd name="csX19" fmla="*/ 10534 w 18948"/>
                  <a:gd name="csY19" fmla="*/ 9339 h 14684"/>
                  <a:gd name="csX20" fmla="*/ 12234 w 18948"/>
                  <a:gd name="csY20" fmla="*/ 10272 h 14684"/>
                  <a:gd name="csX21" fmla="*/ 14680 w 18948"/>
                  <a:gd name="csY21" fmla="*/ 11464 h 14684"/>
                  <a:gd name="csX22" fmla="*/ 17510 w 18948"/>
                  <a:gd name="csY22" fmla="*/ 12542 h 14684"/>
                  <a:gd name="csX23" fmla="*/ 18671 w 18948"/>
                  <a:gd name="csY23" fmla="*/ 12791 h 14684"/>
                  <a:gd name="csX24" fmla="*/ 16743 w 18948"/>
                  <a:gd name="csY24" fmla="*/ 12019 h 14684"/>
                  <a:gd name="csX25" fmla="*/ 13244 w 18948"/>
                  <a:gd name="csY25" fmla="*/ 10350 h 14684"/>
                  <a:gd name="csX26" fmla="*/ 10503 w 18948"/>
                  <a:gd name="csY26" fmla="*/ 8696 h 14684"/>
                  <a:gd name="csX27" fmla="*/ 6812 w 18948"/>
                  <a:gd name="csY27" fmla="*/ 5814 h 14684"/>
                  <a:gd name="csX28" fmla="*/ 4817 w 18948"/>
                  <a:gd name="csY28" fmla="*/ 4156 h 14684"/>
                  <a:gd name="csX29" fmla="*/ 3335 w 18948"/>
                  <a:gd name="csY29" fmla="*/ 2570 h 14684"/>
                  <a:gd name="csX30" fmla="*/ 2998 w 18948"/>
                  <a:gd name="csY30" fmla="*/ 1673 h 14684"/>
                  <a:gd name="csX31" fmla="*/ 3620 w 18948"/>
                  <a:gd name="csY31" fmla="*/ 1409 h 14684"/>
                  <a:gd name="csX32" fmla="*/ 5055 w 18948"/>
                  <a:gd name="csY32" fmla="*/ 2959 h 14684"/>
                  <a:gd name="csX33" fmla="*/ 6367 w 18948"/>
                  <a:gd name="csY33" fmla="*/ 3949 h 14684"/>
                  <a:gd name="csX34" fmla="*/ 7652 w 18948"/>
                  <a:gd name="csY34" fmla="*/ 4907 h 14684"/>
                  <a:gd name="csX35" fmla="*/ 9145 w 18948"/>
                  <a:gd name="csY35" fmla="*/ 5872 h 14684"/>
                  <a:gd name="csX36" fmla="*/ 11083 w 18948"/>
                  <a:gd name="csY36" fmla="*/ 7209 h 14684"/>
                  <a:gd name="csX37" fmla="*/ 13156 w 18948"/>
                  <a:gd name="csY37" fmla="*/ 8463 h 14684"/>
                  <a:gd name="csX38" fmla="*/ 15857 w 18948"/>
                  <a:gd name="csY38" fmla="*/ 9624 h 14684"/>
                  <a:gd name="csX39" fmla="*/ 18966 w 18948"/>
                  <a:gd name="csY39" fmla="*/ 10018 h 14684"/>
                  <a:gd name="csX40" fmla="*/ 17064 w 18948"/>
                  <a:gd name="csY40" fmla="*/ 9422 h 14684"/>
                  <a:gd name="csX41" fmla="*/ 13809 w 18948"/>
                  <a:gd name="csY41" fmla="*/ 8131 h 14684"/>
                  <a:gd name="csX42" fmla="*/ 11529 w 18948"/>
                  <a:gd name="csY42" fmla="*/ 6784 h 14684"/>
                  <a:gd name="csX43" fmla="*/ 9362 w 18948"/>
                  <a:gd name="csY43" fmla="*/ 5187 h 14684"/>
                  <a:gd name="csX44" fmla="*/ 7248 w 18948"/>
                  <a:gd name="csY44" fmla="*/ 3793 h 14684"/>
                  <a:gd name="csX45" fmla="*/ 5377 w 18948"/>
                  <a:gd name="csY45" fmla="*/ 2223 h 14684"/>
                  <a:gd name="csX46" fmla="*/ 4066 w 18948"/>
                  <a:gd name="csY46" fmla="*/ 87 h 14684"/>
                  <a:gd name="csX47" fmla="*/ 1360 w 18948"/>
                  <a:gd name="csY47" fmla="*/ 1471 h 14684"/>
                  <a:gd name="csX48" fmla="*/ 38 w 18948"/>
                  <a:gd name="csY48" fmla="*/ 2352 h 14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948" h="14684">
                    <a:moveTo>
                      <a:pt x="38" y="2352"/>
                    </a:moveTo>
                    <a:cubicBezTo>
                      <a:pt x="121" y="3036"/>
                      <a:pt x="1246" y="4503"/>
                      <a:pt x="1852" y="5576"/>
                    </a:cubicBezTo>
                    <a:cubicBezTo>
                      <a:pt x="2557" y="6825"/>
                      <a:pt x="3283" y="8546"/>
                      <a:pt x="4273" y="9852"/>
                    </a:cubicBezTo>
                    <a:cubicBezTo>
                      <a:pt x="5351" y="11277"/>
                      <a:pt x="7491" y="13330"/>
                      <a:pt x="8347" y="14133"/>
                    </a:cubicBezTo>
                    <a:cubicBezTo>
                      <a:pt x="8632" y="14403"/>
                      <a:pt x="9632" y="14983"/>
                      <a:pt x="9388" y="14672"/>
                    </a:cubicBezTo>
                    <a:cubicBezTo>
                      <a:pt x="9140" y="14367"/>
                      <a:pt x="7657" y="13133"/>
                      <a:pt x="6864" y="12288"/>
                    </a:cubicBezTo>
                    <a:cubicBezTo>
                      <a:pt x="6035" y="11397"/>
                      <a:pt x="5087" y="10412"/>
                      <a:pt x="4397" y="9334"/>
                    </a:cubicBezTo>
                    <a:cubicBezTo>
                      <a:pt x="3407" y="7774"/>
                      <a:pt x="1091" y="3518"/>
                      <a:pt x="930" y="2948"/>
                    </a:cubicBezTo>
                    <a:cubicBezTo>
                      <a:pt x="764" y="2373"/>
                      <a:pt x="2531" y="4959"/>
                      <a:pt x="3413" y="5897"/>
                    </a:cubicBezTo>
                    <a:cubicBezTo>
                      <a:pt x="4444" y="6986"/>
                      <a:pt x="5760" y="8411"/>
                      <a:pt x="7092" y="9489"/>
                    </a:cubicBezTo>
                    <a:cubicBezTo>
                      <a:pt x="8497" y="10624"/>
                      <a:pt x="10565" y="11982"/>
                      <a:pt x="11840" y="12692"/>
                    </a:cubicBezTo>
                    <a:cubicBezTo>
                      <a:pt x="12747" y="13195"/>
                      <a:pt x="14799" y="13812"/>
                      <a:pt x="14763" y="13750"/>
                    </a:cubicBezTo>
                    <a:cubicBezTo>
                      <a:pt x="14732" y="13688"/>
                      <a:pt x="12622" y="12910"/>
                      <a:pt x="11638" y="12319"/>
                    </a:cubicBezTo>
                    <a:cubicBezTo>
                      <a:pt x="10446" y="11604"/>
                      <a:pt x="8772" y="10438"/>
                      <a:pt x="7611" y="9463"/>
                    </a:cubicBezTo>
                    <a:cubicBezTo>
                      <a:pt x="6543" y="8567"/>
                      <a:pt x="5605" y="7525"/>
                      <a:pt x="4693" y="6473"/>
                    </a:cubicBezTo>
                    <a:cubicBezTo>
                      <a:pt x="3718" y="5353"/>
                      <a:pt x="2127" y="3492"/>
                      <a:pt x="1759" y="2751"/>
                    </a:cubicBezTo>
                    <a:cubicBezTo>
                      <a:pt x="1609" y="2445"/>
                      <a:pt x="2329" y="1979"/>
                      <a:pt x="2495" y="2036"/>
                    </a:cubicBezTo>
                    <a:cubicBezTo>
                      <a:pt x="2656" y="2098"/>
                      <a:pt x="2506" y="2834"/>
                      <a:pt x="2749" y="3109"/>
                    </a:cubicBezTo>
                    <a:cubicBezTo>
                      <a:pt x="3366" y="3798"/>
                      <a:pt x="4988" y="5213"/>
                      <a:pt x="6185" y="6172"/>
                    </a:cubicBezTo>
                    <a:cubicBezTo>
                      <a:pt x="7486" y="7209"/>
                      <a:pt x="9528" y="8655"/>
                      <a:pt x="10534" y="9339"/>
                    </a:cubicBezTo>
                    <a:cubicBezTo>
                      <a:pt x="11068" y="9702"/>
                      <a:pt x="11658" y="9977"/>
                      <a:pt x="12234" y="10272"/>
                    </a:cubicBezTo>
                    <a:cubicBezTo>
                      <a:pt x="12923" y="10624"/>
                      <a:pt x="13851" y="11106"/>
                      <a:pt x="14680" y="11464"/>
                    </a:cubicBezTo>
                    <a:cubicBezTo>
                      <a:pt x="15561" y="11848"/>
                      <a:pt x="16846" y="12319"/>
                      <a:pt x="17510" y="12542"/>
                    </a:cubicBezTo>
                    <a:cubicBezTo>
                      <a:pt x="17883" y="12667"/>
                      <a:pt x="18800" y="12879"/>
                      <a:pt x="18671" y="12791"/>
                    </a:cubicBezTo>
                    <a:cubicBezTo>
                      <a:pt x="18541" y="12703"/>
                      <a:pt x="17375" y="12304"/>
                      <a:pt x="16743" y="12019"/>
                    </a:cubicBezTo>
                    <a:cubicBezTo>
                      <a:pt x="15836" y="11614"/>
                      <a:pt x="14286" y="10904"/>
                      <a:pt x="13244" y="10350"/>
                    </a:cubicBezTo>
                    <a:cubicBezTo>
                      <a:pt x="12301" y="9847"/>
                      <a:pt x="11373" y="9308"/>
                      <a:pt x="10503" y="8696"/>
                    </a:cubicBezTo>
                    <a:cubicBezTo>
                      <a:pt x="9430" y="7940"/>
                      <a:pt x="7761" y="6571"/>
                      <a:pt x="6812" y="5814"/>
                    </a:cubicBezTo>
                    <a:cubicBezTo>
                      <a:pt x="6139" y="5270"/>
                      <a:pt x="5398" y="4695"/>
                      <a:pt x="4817" y="4156"/>
                    </a:cubicBezTo>
                    <a:cubicBezTo>
                      <a:pt x="4288" y="3658"/>
                      <a:pt x="3641" y="2990"/>
                      <a:pt x="3335" y="2570"/>
                    </a:cubicBezTo>
                    <a:cubicBezTo>
                      <a:pt x="3148" y="2316"/>
                      <a:pt x="2951" y="1870"/>
                      <a:pt x="2998" y="1673"/>
                    </a:cubicBezTo>
                    <a:cubicBezTo>
                      <a:pt x="3050" y="1481"/>
                      <a:pt x="3428" y="1290"/>
                      <a:pt x="3620" y="1409"/>
                    </a:cubicBezTo>
                    <a:cubicBezTo>
                      <a:pt x="3962" y="1621"/>
                      <a:pt x="4594" y="2534"/>
                      <a:pt x="5055" y="2959"/>
                    </a:cubicBezTo>
                    <a:cubicBezTo>
                      <a:pt x="5460" y="3327"/>
                      <a:pt x="5937" y="3622"/>
                      <a:pt x="6367" y="3949"/>
                    </a:cubicBezTo>
                    <a:cubicBezTo>
                      <a:pt x="6797" y="4265"/>
                      <a:pt x="7212" y="4602"/>
                      <a:pt x="7652" y="4907"/>
                    </a:cubicBezTo>
                    <a:cubicBezTo>
                      <a:pt x="8113" y="5229"/>
                      <a:pt x="8652" y="5540"/>
                      <a:pt x="9145" y="5872"/>
                    </a:cubicBezTo>
                    <a:cubicBezTo>
                      <a:pt x="9715" y="6255"/>
                      <a:pt x="10420" y="6784"/>
                      <a:pt x="11083" y="7209"/>
                    </a:cubicBezTo>
                    <a:cubicBezTo>
                      <a:pt x="11747" y="7639"/>
                      <a:pt x="12436" y="8095"/>
                      <a:pt x="13156" y="8463"/>
                    </a:cubicBezTo>
                    <a:cubicBezTo>
                      <a:pt x="13949" y="8862"/>
                      <a:pt x="14908" y="9370"/>
                      <a:pt x="15857" y="9624"/>
                    </a:cubicBezTo>
                    <a:cubicBezTo>
                      <a:pt x="16826" y="9883"/>
                      <a:pt x="18764" y="10054"/>
                      <a:pt x="18966" y="10018"/>
                    </a:cubicBezTo>
                    <a:cubicBezTo>
                      <a:pt x="19163" y="9987"/>
                      <a:pt x="17686" y="9650"/>
                      <a:pt x="17064" y="9422"/>
                    </a:cubicBezTo>
                    <a:cubicBezTo>
                      <a:pt x="16204" y="9106"/>
                      <a:pt x="14732" y="8572"/>
                      <a:pt x="13809" y="8131"/>
                    </a:cubicBezTo>
                    <a:cubicBezTo>
                      <a:pt x="13011" y="7753"/>
                      <a:pt x="12265" y="7271"/>
                      <a:pt x="11529" y="6784"/>
                    </a:cubicBezTo>
                    <a:cubicBezTo>
                      <a:pt x="10788" y="6291"/>
                      <a:pt x="10078" y="5690"/>
                      <a:pt x="9362" y="5187"/>
                    </a:cubicBezTo>
                    <a:cubicBezTo>
                      <a:pt x="8668" y="4705"/>
                      <a:pt x="7911" y="4291"/>
                      <a:pt x="7248" y="3793"/>
                    </a:cubicBezTo>
                    <a:cubicBezTo>
                      <a:pt x="6595" y="3306"/>
                      <a:pt x="5905" y="2839"/>
                      <a:pt x="5377" y="2223"/>
                    </a:cubicBezTo>
                    <a:cubicBezTo>
                      <a:pt x="4848" y="1601"/>
                      <a:pt x="4734" y="212"/>
                      <a:pt x="4066" y="87"/>
                    </a:cubicBezTo>
                    <a:cubicBezTo>
                      <a:pt x="3397" y="-37"/>
                      <a:pt x="2034" y="1087"/>
                      <a:pt x="1360" y="1471"/>
                    </a:cubicBezTo>
                    <a:cubicBezTo>
                      <a:pt x="899" y="1725"/>
                      <a:pt x="-24" y="1824"/>
                      <a:pt x="38" y="2352"/>
                    </a:cubicBezTo>
                  </a:path>
                </a:pathLst>
              </a:custGeom>
              <a:solidFill>
                <a:srgbClr val="000000"/>
              </a:solidFill>
              <a:ln w="5172" cap="flat">
                <a:noFill/>
                <a:prstDash val="solid"/>
                <a:round/>
              </a:ln>
            </p:spPr>
            <p:txBody>
              <a:bodyPr/>
              <a:lstStyle/>
              <a:p>
                <a:endParaRPr lang="en-US" dirty="0"/>
              </a:p>
            </p:txBody>
          </p:sp>
          <p:sp>
            <p:nvSpPr>
              <p:cNvPr id="512" name="Freeform: Shape 511">
                <a:extLst>
                  <a:ext uri="{FF2B5EF4-FFF2-40B4-BE49-F238E27FC236}">
                    <a16:creationId xmlns:a16="http://schemas.microsoft.com/office/drawing/2014/main" id="{4D45230B-30C4-C55D-3185-88D8E8C451A6}"/>
                  </a:ext>
                </a:extLst>
              </p:cNvPr>
              <p:cNvSpPr/>
              <p:nvPr/>
            </p:nvSpPr>
            <p:spPr>
              <a:xfrm rot="5672636" flipV="1">
                <a:off x="3378484" y="1329798"/>
                <a:ext cx="18624" cy="12747"/>
              </a:xfrm>
              <a:custGeom>
                <a:avLst/>
                <a:gdLst>
                  <a:gd name="csX0" fmla="*/ 18414 w 18624"/>
                  <a:gd name="csY0" fmla="*/ 12659 h 12747"/>
                  <a:gd name="csX1" fmla="*/ 14714 w 18624"/>
                  <a:gd name="csY1" fmla="*/ 12695 h 12747"/>
                  <a:gd name="csX2" fmla="*/ 9801 w 18624"/>
                  <a:gd name="csY2" fmla="*/ 12742 h 12747"/>
                  <a:gd name="csX3" fmla="*/ 4058 w 18624"/>
                  <a:gd name="csY3" fmla="*/ 11358 h 12747"/>
                  <a:gd name="csX4" fmla="*/ 3068 w 18624"/>
                  <a:gd name="csY4" fmla="*/ 10721 h 12747"/>
                  <a:gd name="csX5" fmla="*/ 6401 w 18624"/>
                  <a:gd name="csY5" fmla="*/ 11711 h 12747"/>
                  <a:gd name="csX6" fmla="*/ 10189 w 18624"/>
                  <a:gd name="csY6" fmla="*/ 12369 h 12747"/>
                  <a:gd name="csX7" fmla="*/ 17456 w 18624"/>
                  <a:gd name="csY7" fmla="*/ 12182 h 12747"/>
                  <a:gd name="csX8" fmla="*/ 13662 w 18624"/>
                  <a:gd name="csY8" fmla="*/ 11503 h 12747"/>
                  <a:gd name="csX9" fmla="*/ 8702 w 18624"/>
                  <a:gd name="csY9" fmla="*/ 10114 h 12747"/>
                  <a:gd name="csX10" fmla="*/ 3555 w 18624"/>
                  <a:gd name="csY10" fmla="*/ 7605 h 12747"/>
                  <a:gd name="csX11" fmla="*/ 1182 w 18624"/>
                  <a:gd name="csY11" fmla="*/ 5600 h 12747"/>
                  <a:gd name="csX12" fmla="*/ 3980 w 18624"/>
                  <a:gd name="csY12" fmla="*/ 7595 h 12747"/>
                  <a:gd name="csX13" fmla="*/ 8469 w 18624"/>
                  <a:gd name="csY13" fmla="*/ 9653 h 12747"/>
                  <a:gd name="csX14" fmla="*/ 12522 w 18624"/>
                  <a:gd name="csY14" fmla="*/ 10689 h 12747"/>
                  <a:gd name="csX15" fmla="*/ 17207 w 18624"/>
                  <a:gd name="csY15" fmla="*/ 11363 h 12747"/>
                  <a:gd name="csX16" fmla="*/ 17456 w 18624"/>
                  <a:gd name="csY16" fmla="*/ 10378 h 12747"/>
                  <a:gd name="csX17" fmla="*/ 16404 w 18624"/>
                  <a:gd name="csY17" fmla="*/ 10689 h 12747"/>
                  <a:gd name="csX18" fmla="*/ 12034 w 18624"/>
                  <a:gd name="csY18" fmla="*/ 9243 h 12747"/>
                  <a:gd name="csX19" fmla="*/ 7116 w 18624"/>
                  <a:gd name="csY19" fmla="*/ 7061 h 12747"/>
                  <a:gd name="csX20" fmla="*/ 5457 w 18624"/>
                  <a:gd name="csY20" fmla="*/ 6056 h 12747"/>
                  <a:gd name="csX21" fmla="*/ 3198 w 18624"/>
                  <a:gd name="csY21" fmla="*/ 4532 h 12747"/>
                  <a:gd name="csX22" fmla="*/ 855 w 18624"/>
                  <a:gd name="csY22" fmla="*/ 2619 h 12747"/>
                  <a:gd name="csX23" fmla="*/ 57 w 18624"/>
                  <a:gd name="csY23" fmla="*/ 1743 h 12747"/>
                  <a:gd name="csX24" fmla="*/ 1689 w 18624"/>
                  <a:gd name="csY24" fmla="*/ 3024 h 12747"/>
                  <a:gd name="csX25" fmla="*/ 4882 w 18624"/>
                  <a:gd name="csY25" fmla="*/ 5221 h 12747"/>
                  <a:gd name="csX26" fmla="*/ 7691 w 18624"/>
                  <a:gd name="csY26" fmla="*/ 6766 h 12747"/>
                  <a:gd name="csX27" fmla="*/ 12029 w 18624"/>
                  <a:gd name="csY27" fmla="*/ 8523 h 12747"/>
                  <a:gd name="csX28" fmla="*/ 14465 w 18624"/>
                  <a:gd name="csY28" fmla="*/ 9420 h 12747"/>
                  <a:gd name="csX29" fmla="*/ 16575 w 18624"/>
                  <a:gd name="csY29" fmla="*/ 9912 h 12747"/>
                  <a:gd name="csX30" fmla="*/ 17523 w 18624"/>
                  <a:gd name="csY30" fmla="*/ 9751 h 12747"/>
                  <a:gd name="csX31" fmla="*/ 17440 w 18624"/>
                  <a:gd name="csY31" fmla="*/ 9088 h 12747"/>
                  <a:gd name="csX32" fmla="*/ 15383 w 18624"/>
                  <a:gd name="csY32" fmla="*/ 8616 h 12747"/>
                  <a:gd name="csX33" fmla="*/ 13869 w 18624"/>
                  <a:gd name="csY33" fmla="*/ 7973 h 12747"/>
                  <a:gd name="csX34" fmla="*/ 12392 w 18624"/>
                  <a:gd name="csY34" fmla="*/ 7341 h 12747"/>
                  <a:gd name="csX35" fmla="*/ 10811 w 18624"/>
                  <a:gd name="csY35" fmla="*/ 6527 h 12747"/>
                  <a:gd name="csX36" fmla="*/ 8686 w 18624"/>
                  <a:gd name="csY36" fmla="*/ 5522 h 12747"/>
                  <a:gd name="csX37" fmla="*/ 6566 w 18624"/>
                  <a:gd name="csY37" fmla="*/ 4350 h 12747"/>
                  <a:gd name="csX38" fmla="*/ 4208 w 18624"/>
                  <a:gd name="csY38" fmla="*/ 2593 h 12747"/>
                  <a:gd name="csX39" fmla="*/ 2311 w 18624"/>
                  <a:gd name="csY39" fmla="*/ 100 h 12747"/>
                  <a:gd name="csX40" fmla="*/ 3778 w 18624"/>
                  <a:gd name="csY40" fmla="*/ 1448 h 12747"/>
                  <a:gd name="csX41" fmla="*/ 6520 w 18624"/>
                  <a:gd name="csY41" fmla="*/ 3620 h 12747"/>
                  <a:gd name="csX42" fmla="*/ 8831 w 18624"/>
                  <a:gd name="csY42" fmla="*/ 4921 h 12747"/>
                  <a:gd name="csX43" fmla="*/ 11293 w 18624"/>
                  <a:gd name="csY43" fmla="*/ 6004 h 12747"/>
                  <a:gd name="csX44" fmla="*/ 13563 w 18624"/>
                  <a:gd name="csY44" fmla="*/ 7139 h 12747"/>
                  <a:gd name="csX45" fmla="*/ 15859 w 18624"/>
                  <a:gd name="csY45" fmla="*/ 7968 h 12747"/>
                  <a:gd name="csX46" fmla="*/ 18363 w 18624"/>
                  <a:gd name="csY46" fmla="*/ 8036 h 12747"/>
                  <a:gd name="csX47" fmla="*/ 18518 w 18624"/>
                  <a:gd name="csY47" fmla="*/ 11068 h 12747"/>
                  <a:gd name="csX48" fmla="*/ 18414 w 18624"/>
                  <a:gd name="csY48" fmla="*/ 12659 h 12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624" h="12747">
                    <a:moveTo>
                      <a:pt x="18414" y="12659"/>
                    </a:moveTo>
                    <a:cubicBezTo>
                      <a:pt x="17777" y="12929"/>
                      <a:pt x="15947" y="12685"/>
                      <a:pt x="14714" y="12695"/>
                    </a:cubicBezTo>
                    <a:cubicBezTo>
                      <a:pt x="13278" y="12711"/>
                      <a:pt x="11428" y="12949"/>
                      <a:pt x="9801" y="12742"/>
                    </a:cubicBezTo>
                    <a:cubicBezTo>
                      <a:pt x="8028" y="12519"/>
                      <a:pt x="5183" y="11690"/>
                      <a:pt x="4058" y="11358"/>
                    </a:cubicBezTo>
                    <a:cubicBezTo>
                      <a:pt x="3685" y="11244"/>
                      <a:pt x="2679" y="10664"/>
                      <a:pt x="3068" y="10721"/>
                    </a:cubicBezTo>
                    <a:cubicBezTo>
                      <a:pt x="3457" y="10783"/>
                      <a:pt x="5271" y="11451"/>
                      <a:pt x="6401" y="11711"/>
                    </a:cubicBezTo>
                    <a:cubicBezTo>
                      <a:pt x="7588" y="11985"/>
                      <a:pt x="8909" y="12317"/>
                      <a:pt x="10189" y="12369"/>
                    </a:cubicBezTo>
                    <a:cubicBezTo>
                      <a:pt x="12034" y="12447"/>
                      <a:pt x="16875" y="12332"/>
                      <a:pt x="17456" y="12182"/>
                    </a:cubicBezTo>
                    <a:cubicBezTo>
                      <a:pt x="18031" y="12042"/>
                      <a:pt x="14911" y="11799"/>
                      <a:pt x="13662" y="11503"/>
                    </a:cubicBezTo>
                    <a:cubicBezTo>
                      <a:pt x="12200" y="11161"/>
                      <a:pt x="10308" y="10731"/>
                      <a:pt x="8702" y="10114"/>
                    </a:cubicBezTo>
                    <a:cubicBezTo>
                      <a:pt x="7023" y="9466"/>
                      <a:pt x="4809" y="8357"/>
                      <a:pt x="3555" y="7605"/>
                    </a:cubicBezTo>
                    <a:cubicBezTo>
                      <a:pt x="2669" y="7072"/>
                      <a:pt x="1109" y="5605"/>
                      <a:pt x="1182" y="5600"/>
                    </a:cubicBezTo>
                    <a:cubicBezTo>
                      <a:pt x="1249" y="5600"/>
                      <a:pt x="2980" y="7041"/>
                      <a:pt x="3980" y="7595"/>
                    </a:cubicBezTo>
                    <a:cubicBezTo>
                      <a:pt x="5198" y="8269"/>
                      <a:pt x="7048" y="9140"/>
                      <a:pt x="8469" y="9653"/>
                    </a:cubicBezTo>
                    <a:cubicBezTo>
                      <a:pt x="9780" y="10130"/>
                      <a:pt x="11153" y="10420"/>
                      <a:pt x="12522" y="10689"/>
                    </a:cubicBezTo>
                    <a:cubicBezTo>
                      <a:pt x="13978" y="10975"/>
                      <a:pt x="16383" y="11420"/>
                      <a:pt x="17207" y="11363"/>
                    </a:cubicBezTo>
                    <a:cubicBezTo>
                      <a:pt x="17549" y="11348"/>
                      <a:pt x="17590" y="10487"/>
                      <a:pt x="17456" y="10378"/>
                    </a:cubicBezTo>
                    <a:cubicBezTo>
                      <a:pt x="17326" y="10264"/>
                      <a:pt x="16761" y="10762"/>
                      <a:pt x="16404" y="10689"/>
                    </a:cubicBezTo>
                    <a:cubicBezTo>
                      <a:pt x="15497" y="10498"/>
                      <a:pt x="13460" y="9803"/>
                      <a:pt x="12034" y="9243"/>
                    </a:cubicBezTo>
                    <a:cubicBezTo>
                      <a:pt x="10485" y="8642"/>
                      <a:pt x="8209" y="7590"/>
                      <a:pt x="7116" y="7061"/>
                    </a:cubicBezTo>
                    <a:cubicBezTo>
                      <a:pt x="6535" y="6781"/>
                      <a:pt x="6002" y="6403"/>
                      <a:pt x="5457" y="6056"/>
                    </a:cubicBezTo>
                    <a:cubicBezTo>
                      <a:pt x="4809" y="5636"/>
                      <a:pt x="3928" y="5076"/>
                      <a:pt x="3198" y="4532"/>
                    </a:cubicBezTo>
                    <a:cubicBezTo>
                      <a:pt x="2436" y="3962"/>
                      <a:pt x="1378" y="3086"/>
                      <a:pt x="855" y="2619"/>
                    </a:cubicBezTo>
                    <a:cubicBezTo>
                      <a:pt x="560" y="2360"/>
                      <a:pt x="-78" y="1671"/>
                      <a:pt x="57" y="1743"/>
                    </a:cubicBezTo>
                    <a:cubicBezTo>
                      <a:pt x="197" y="1806"/>
                      <a:pt x="1130" y="2619"/>
                      <a:pt x="1689" y="3024"/>
                    </a:cubicBezTo>
                    <a:cubicBezTo>
                      <a:pt x="2493" y="3604"/>
                      <a:pt x="3882" y="4599"/>
                      <a:pt x="4882" y="5221"/>
                    </a:cubicBezTo>
                    <a:cubicBezTo>
                      <a:pt x="5789" y="5786"/>
                      <a:pt x="6722" y="6320"/>
                      <a:pt x="7691" y="6766"/>
                    </a:cubicBezTo>
                    <a:cubicBezTo>
                      <a:pt x="8883" y="7315"/>
                      <a:pt x="10899" y="8077"/>
                      <a:pt x="12029" y="8523"/>
                    </a:cubicBezTo>
                    <a:cubicBezTo>
                      <a:pt x="12833" y="8839"/>
                      <a:pt x="13708" y="9186"/>
                      <a:pt x="14465" y="9420"/>
                    </a:cubicBezTo>
                    <a:cubicBezTo>
                      <a:pt x="15154" y="9632"/>
                      <a:pt x="16061" y="9855"/>
                      <a:pt x="16575" y="9912"/>
                    </a:cubicBezTo>
                    <a:cubicBezTo>
                      <a:pt x="16891" y="9948"/>
                      <a:pt x="17378" y="9891"/>
                      <a:pt x="17523" y="9751"/>
                    </a:cubicBezTo>
                    <a:cubicBezTo>
                      <a:pt x="17663" y="9617"/>
                      <a:pt x="17637" y="9192"/>
                      <a:pt x="17440" y="9088"/>
                    </a:cubicBezTo>
                    <a:cubicBezTo>
                      <a:pt x="17082" y="8896"/>
                      <a:pt x="15979" y="8803"/>
                      <a:pt x="15383" y="8616"/>
                    </a:cubicBezTo>
                    <a:cubicBezTo>
                      <a:pt x="14859" y="8450"/>
                      <a:pt x="14367" y="8186"/>
                      <a:pt x="13869" y="7973"/>
                    </a:cubicBezTo>
                    <a:cubicBezTo>
                      <a:pt x="13377" y="7761"/>
                      <a:pt x="12879" y="7569"/>
                      <a:pt x="12392" y="7341"/>
                    </a:cubicBezTo>
                    <a:cubicBezTo>
                      <a:pt x="11884" y="7103"/>
                      <a:pt x="11345" y="6792"/>
                      <a:pt x="10811" y="6527"/>
                    </a:cubicBezTo>
                    <a:cubicBezTo>
                      <a:pt x="10194" y="6227"/>
                      <a:pt x="9386" y="5880"/>
                      <a:pt x="8686" y="5522"/>
                    </a:cubicBezTo>
                    <a:cubicBezTo>
                      <a:pt x="7981" y="5159"/>
                      <a:pt x="7240" y="4796"/>
                      <a:pt x="6566" y="4350"/>
                    </a:cubicBezTo>
                    <a:cubicBezTo>
                      <a:pt x="5820" y="3863"/>
                      <a:pt x="4903" y="3288"/>
                      <a:pt x="4208" y="2593"/>
                    </a:cubicBezTo>
                    <a:cubicBezTo>
                      <a:pt x="3498" y="1883"/>
                      <a:pt x="2379" y="292"/>
                      <a:pt x="2311" y="100"/>
                    </a:cubicBezTo>
                    <a:cubicBezTo>
                      <a:pt x="2239" y="-91"/>
                      <a:pt x="3270" y="1023"/>
                      <a:pt x="3778" y="1448"/>
                    </a:cubicBezTo>
                    <a:cubicBezTo>
                      <a:pt x="4483" y="2034"/>
                      <a:pt x="5680" y="3044"/>
                      <a:pt x="6520" y="3620"/>
                    </a:cubicBezTo>
                    <a:cubicBezTo>
                      <a:pt x="7251" y="4122"/>
                      <a:pt x="8044" y="4527"/>
                      <a:pt x="8831" y="4921"/>
                    </a:cubicBezTo>
                    <a:cubicBezTo>
                      <a:pt x="9630" y="5315"/>
                      <a:pt x="10505" y="5636"/>
                      <a:pt x="11293" y="6004"/>
                    </a:cubicBezTo>
                    <a:cubicBezTo>
                      <a:pt x="12060" y="6362"/>
                      <a:pt x="12801" y="6807"/>
                      <a:pt x="13563" y="7139"/>
                    </a:cubicBezTo>
                    <a:cubicBezTo>
                      <a:pt x="14310" y="7460"/>
                      <a:pt x="15061" y="7818"/>
                      <a:pt x="15859" y="7968"/>
                    </a:cubicBezTo>
                    <a:cubicBezTo>
                      <a:pt x="16663" y="8119"/>
                      <a:pt x="17917" y="7523"/>
                      <a:pt x="18363" y="8036"/>
                    </a:cubicBezTo>
                    <a:cubicBezTo>
                      <a:pt x="18803" y="8554"/>
                      <a:pt x="18513" y="10301"/>
                      <a:pt x="18518" y="11068"/>
                    </a:cubicBezTo>
                    <a:cubicBezTo>
                      <a:pt x="18523" y="11602"/>
                      <a:pt x="18902" y="12452"/>
                      <a:pt x="18414" y="12659"/>
                    </a:cubicBezTo>
                  </a:path>
                </a:pathLst>
              </a:custGeom>
              <a:solidFill>
                <a:srgbClr val="000000"/>
              </a:solidFill>
              <a:ln w="5172" cap="flat">
                <a:noFill/>
                <a:prstDash val="solid"/>
                <a:round/>
              </a:ln>
            </p:spPr>
            <p:txBody>
              <a:bodyPr/>
              <a:lstStyle/>
              <a:p>
                <a:endParaRPr lang="en-US" dirty="0"/>
              </a:p>
            </p:txBody>
          </p:sp>
        </p:grpSp>
        <p:sp>
          <p:nvSpPr>
            <p:cNvPr id="125" name="Freeform: Shape 124">
              <a:extLst>
                <a:ext uri="{FF2B5EF4-FFF2-40B4-BE49-F238E27FC236}">
                  <a16:creationId xmlns:a16="http://schemas.microsoft.com/office/drawing/2014/main" id="{9C0FC538-F942-2A2B-CB99-609C13879D39}"/>
                </a:ext>
              </a:extLst>
            </p:cNvPr>
            <p:cNvSpPr/>
            <p:nvPr/>
          </p:nvSpPr>
          <p:spPr>
            <a:xfrm rot="3698667">
              <a:off x="3289797" y="1384145"/>
              <a:ext cx="18290" cy="17318"/>
            </a:xfrm>
            <a:custGeom>
              <a:avLst/>
              <a:gdLst>
                <a:gd name="csX0" fmla="*/ -145 w 18290"/>
                <a:gd name="csY0" fmla="*/ 124 h 17318"/>
                <a:gd name="csX1" fmla="*/ 18145 w 18290"/>
                <a:gd name="csY1" fmla="*/ 124 h 17318"/>
              </a:gdLst>
              <a:ahLst/>
              <a:cxnLst>
                <a:cxn ang="0">
                  <a:pos x="csX0" y="csY0"/>
                </a:cxn>
                <a:cxn ang="0">
                  <a:pos x="csX1" y="csY1"/>
                </a:cxn>
              </a:cxnLst>
              <a:rect l="l" t="t" r="r" b="b"/>
              <a:pathLst>
                <a:path w="18290" h="17318">
                  <a:moveTo>
                    <a:pt x="-145" y="124"/>
                  </a:moveTo>
                  <a:lnTo>
                    <a:pt x="18145" y="124"/>
                  </a:lnTo>
                </a:path>
              </a:pathLst>
            </a:custGeom>
            <a:solidFill>
              <a:srgbClr val="C8B7BE"/>
            </a:solidFill>
            <a:ln w="12700" cap="rnd">
              <a:solidFill>
                <a:srgbClr val="AC939D"/>
              </a:solidFill>
              <a:prstDash val="solid"/>
              <a:bevel/>
            </a:ln>
          </p:spPr>
          <p:txBody>
            <a:bodyPr/>
            <a:lstStyle/>
            <a:p>
              <a:endParaRPr lang="en-US" dirty="0"/>
            </a:p>
          </p:txBody>
        </p:sp>
      </p:grpSp>
      <p:grpSp>
        <p:nvGrpSpPr>
          <p:cNvPr id="95" name="Graphic 4">
            <a:extLst>
              <a:ext uri="{FF2B5EF4-FFF2-40B4-BE49-F238E27FC236}">
                <a16:creationId xmlns:a16="http://schemas.microsoft.com/office/drawing/2014/main" id="{84CC1946-8701-1D99-AF7A-8EE67DED28D9}"/>
              </a:ext>
            </a:extLst>
          </p:cNvPr>
          <p:cNvGrpSpPr/>
          <p:nvPr/>
        </p:nvGrpSpPr>
        <p:grpSpPr>
          <a:xfrm>
            <a:off x="2394383" y="3166349"/>
            <a:ext cx="490259" cy="180194"/>
            <a:chOff x="3132766" y="1491306"/>
            <a:chExt cx="240360" cy="88344"/>
          </a:xfrm>
        </p:grpSpPr>
        <p:grpSp>
          <p:nvGrpSpPr>
            <p:cNvPr id="117" name="Graphic 4">
              <a:extLst>
                <a:ext uri="{FF2B5EF4-FFF2-40B4-BE49-F238E27FC236}">
                  <a16:creationId xmlns:a16="http://schemas.microsoft.com/office/drawing/2014/main" id="{A78049FA-2C75-BAD1-39D9-8F0D1B3CAF90}"/>
                </a:ext>
              </a:extLst>
            </p:cNvPr>
            <p:cNvGrpSpPr/>
            <p:nvPr/>
          </p:nvGrpSpPr>
          <p:grpSpPr>
            <a:xfrm>
              <a:off x="3132766" y="1491306"/>
              <a:ext cx="240360" cy="88344"/>
              <a:chOff x="3132766" y="1491306"/>
              <a:chExt cx="240360" cy="88344"/>
            </a:xfrm>
          </p:grpSpPr>
          <p:grpSp>
            <p:nvGrpSpPr>
              <p:cNvPr id="119" name="Graphic 4">
                <a:extLst>
                  <a:ext uri="{FF2B5EF4-FFF2-40B4-BE49-F238E27FC236}">
                    <a16:creationId xmlns:a16="http://schemas.microsoft.com/office/drawing/2014/main" id="{916C8761-261E-DD91-3ADC-67EDD9CD670D}"/>
                  </a:ext>
                </a:extLst>
              </p:cNvPr>
              <p:cNvGrpSpPr/>
              <p:nvPr/>
            </p:nvGrpSpPr>
            <p:grpSpPr>
              <a:xfrm>
                <a:off x="3139702" y="1497788"/>
                <a:ext cx="232702" cy="81861"/>
                <a:chOff x="3139702" y="1497788"/>
                <a:chExt cx="232702" cy="81861"/>
              </a:xfrm>
            </p:grpSpPr>
            <p:sp>
              <p:nvSpPr>
                <p:cNvPr id="122" name="Freeform: Shape 121">
                  <a:extLst>
                    <a:ext uri="{FF2B5EF4-FFF2-40B4-BE49-F238E27FC236}">
                      <a16:creationId xmlns:a16="http://schemas.microsoft.com/office/drawing/2014/main" id="{A9A4C479-0E69-54FD-EBC9-2F4C8AC221A2}"/>
                    </a:ext>
                  </a:extLst>
                </p:cNvPr>
                <p:cNvSpPr/>
                <p:nvPr/>
              </p:nvSpPr>
              <p:spPr>
                <a:xfrm rot="-4958587">
                  <a:off x="3229489" y="1424826"/>
                  <a:ext cx="53128" cy="227785"/>
                </a:xfrm>
                <a:custGeom>
                  <a:avLst/>
                  <a:gdLst>
                    <a:gd name="csX0" fmla="*/ 20011 w 53128"/>
                    <a:gd name="csY0" fmla="*/ 225095 h 227785"/>
                    <a:gd name="csX1" fmla="*/ 12487 w 53128"/>
                    <a:gd name="csY1" fmla="*/ 208605 h 227785"/>
                    <a:gd name="csX2" fmla="*/ 16556 w 53128"/>
                    <a:gd name="csY2" fmla="*/ 189290 h 227785"/>
                    <a:gd name="csX3" fmla="*/ 27848 w 53128"/>
                    <a:gd name="csY3" fmla="*/ 173070 h 227785"/>
                    <a:gd name="csX4" fmla="*/ 38667 w 53128"/>
                    <a:gd name="csY4" fmla="*/ 152337 h 227785"/>
                    <a:gd name="csX5" fmla="*/ 35086 w 53128"/>
                    <a:gd name="csY5" fmla="*/ 139700 h 227785"/>
                    <a:gd name="csX6" fmla="*/ 31761 w 53128"/>
                    <a:gd name="csY6" fmla="*/ 132281 h 227785"/>
                    <a:gd name="csX7" fmla="*/ 29968 w 53128"/>
                    <a:gd name="csY7" fmla="*/ 128118 h 227785"/>
                    <a:gd name="csX8" fmla="*/ 28139 w 53128"/>
                    <a:gd name="csY8" fmla="*/ 127849 h 227785"/>
                    <a:gd name="csX9" fmla="*/ 25019 w 53128"/>
                    <a:gd name="csY9" fmla="*/ 126913 h 227785"/>
                    <a:gd name="csX10" fmla="*/ 23564 w 53128"/>
                    <a:gd name="csY10" fmla="*/ 126245 h 227785"/>
                    <a:gd name="csX11" fmla="*/ 22907 w 53128"/>
                    <a:gd name="csY11" fmla="*/ 127895 h 227785"/>
                    <a:gd name="csX12" fmla="*/ 18674 w 53128"/>
                    <a:gd name="csY12" fmla="*/ 130181 h 227785"/>
                    <a:gd name="csX13" fmla="*/ 19600 w 53128"/>
                    <a:gd name="csY13" fmla="*/ 130656 h 227785"/>
                    <a:gd name="csX14" fmla="*/ 17236 w 53128"/>
                    <a:gd name="csY14" fmla="*/ 129571 h 227785"/>
                    <a:gd name="csX15" fmla="*/ 16201 w 53128"/>
                    <a:gd name="csY15" fmla="*/ 129003 h 227785"/>
                    <a:gd name="csX16" fmla="*/ 12250 w 53128"/>
                    <a:gd name="csY16" fmla="*/ 123843 h 227785"/>
                    <a:gd name="csX17" fmla="*/ 10411 w 53128"/>
                    <a:gd name="csY17" fmla="*/ 122024 h 227785"/>
                    <a:gd name="csX18" fmla="*/ 7851 w 53128"/>
                    <a:gd name="csY18" fmla="*/ 118902 h 227785"/>
                    <a:gd name="csX19" fmla="*/ 4865 w 53128"/>
                    <a:gd name="csY19" fmla="*/ 113638 h 227785"/>
                    <a:gd name="csX20" fmla="*/ 971 w 53128"/>
                    <a:gd name="csY20" fmla="*/ 85773 h 227785"/>
                    <a:gd name="csX21" fmla="*/ 2874 w 53128"/>
                    <a:gd name="csY21" fmla="*/ 59405 h 227785"/>
                    <a:gd name="csX22" fmla="*/ 7132 w 53128"/>
                    <a:gd name="csY22" fmla="*/ 35715 h 227785"/>
                    <a:gd name="csX23" fmla="*/ 7912 w 53128"/>
                    <a:gd name="csY23" fmla="*/ 33077 h 227785"/>
                    <a:gd name="csX24" fmla="*/ 7012 w 53128"/>
                    <a:gd name="csY24" fmla="*/ 32119 h 227785"/>
                    <a:gd name="csX25" fmla="*/ 10604 w 53128"/>
                    <a:gd name="csY25" fmla="*/ 26837 h 227785"/>
                    <a:gd name="csX26" fmla="*/ 17794 w 53128"/>
                    <a:gd name="csY26" fmla="*/ 17798 h 227785"/>
                    <a:gd name="csX27" fmla="*/ 25121 w 53128"/>
                    <a:gd name="csY27" fmla="*/ 8186 h 227785"/>
                    <a:gd name="csX28" fmla="*/ 29187 w 53128"/>
                    <a:gd name="csY28" fmla="*/ 3943 h 227785"/>
                    <a:gd name="csX29" fmla="*/ 30951 w 53128"/>
                    <a:gd name="csY29" fmla="*/ 1827 h 227785"/>
                    <a:gd name="csX30" fmla="*/ 32492 w 53128"/>
                    <a:gd name="csY30" fmla="*/ 643 h 227785"/>
                    <a:gd name="csX31" fmla="*/ 36383 w 53128"/>
                    <a:gd name="csY31" fmla="*/ 1722 h 227785"/>
                    <a:gd name="csX32" fmla="*/ 37032 w 53128"/>
                    <a:gd name="csY32" fmla="*/ 3320 h 227785"/>
                    <a:gd name="csX33" fmla="*/ 37454 w 53128"/>
                    <a:gd name="csY33" fmla="*/ 4929 h 227785"/>
                    <a:gd name="csX34" fmla="*/ 38411 w 53128"/>
                    <a:gd name="csY34" fmla="*/ 6862 h 227785"/>
                    <a:gd name="csX35" fmla="*/ 38869 w 53128"/>
                    <a:gd name="csY35" fmla="*/ 8151 h 227785"/>
                    <a:gd name="csX36" fmla="*/ 41744 w 53128"/>
                    <a:gd name="csY36" fmla="*/ 13080 h 227785"/>
                    <a:gd name="csX37" fmla="*/ 45018 w 53128"/>
                    <a:gd name="csY37" fmla="*/ 26496 h 227785"/>
                    <a:gd name="csX38" fmla="*/ 46013 w 53128"/>
                    <a:gd name="csY38" fmla="*/ 32405 h 227785"/>
                    <a:gd name="csX39" fmla="*/ 47652 w 53128"/>
                    <a:gd name="csY39" fmla="*/ 35988 h 227785"/>
                    <a:gd name="csX40" fmla="*/ 47367 w 53128"/>
                    <a:gd name="csY40" fmla="*/ 38925 h 227785"/>
                    <a:gd name="csX41" fmla="*/ 45649 w 53128"/>
                    <a:gd name="csY41" fmla="*/ 39654 h 227785"/>
                    <a:gd name="csX42" fmla="*/ 45175 w 53128"/>
                    <a:gd name="csY42" fmla="*/ 44754 h 227785"/>
                    <a:gd name="csX43" fmla="*/ 45119 w 53128"/>
                    <a:gd name="csY43" fmla="*/ 62459 h 227785"/>
                    <a:gd name="csX44" fmla="*/ 45317 w 53128"/>
                    <a:gd name="csY44" fmla="*/ 70137 h 227785"/>
                    <a:gd name="csX45" fmla="*/ 51243 w 53128"/>
                    <a:gd name="csY45" fmla="*/ 89738 h 227785"/>
                    <a:gd name="csX46" fmla="*/ 49932 w 53128"/>
                    <a:gd name="csY46" fmla="*/ 111054 h 227785"/>
                    <a:gd name="csX47" fmla="*/ 43569 w 53128"/>
                    <a:gd name="csY47" fmla="*/ 119595 h 227785"/>
                    <a:gd name="csX48" fmla="*/ 37733 w 53128"/>
                    <a:gd name="csY48" fmla="*/ 125212 h 227785"/>
                    <a:gd name="csX49" fmla="*/ 36170 w 53128"/>
                    <a:gd name="csY49" fmla="*/ 126453 h 227785"/>
                    <a:gd name="csX50" fmla="*/ 39064 w 53128"/>
                    <a:gd name="csY50" fmla="*/ 132548 h 227785"/>
                    <a:gd name="csX51" fmla="*/ 45332 w 53128"/>
                    <a:gd name="csY51" fmla="*/ 151946 h 227785"/>
                    <a:gd name="csX52" fmla="*/ 40199 w 53128"/>
                    <a:gd name="csY52" fmla="*/ 167876 h 227785"/>
                    <a:gd name="csX53" fmla="*/ 32866 w 53128"/>
                    <a:gd name="csY53" fmla="*/ 176018 h 227785"/>
                    <a:gd name="csX54" fmla="*/ 24398 w 53128"/>
                    <a:gd name="csY54" fmla="*/ 185662 h 227785"/>
                    <a:gd name="csX55" fmla="*/ 22073 w 53128"/>
                    <a:gd name="csY55" fmla="*/ 223939 h 227785"/>
                    <a:gd name="csX56" fmla="*/ 23111 w 53128"/>
                    <a:gd name="csY56" fmla="*/ 227824 h 227785"/>
                    <a:gd name="csX57" fmla="*/ 20011 w 53128"/>
                    <a:gd name="csY57" fmla="*/ 225095 h 227785"/>
                    <a:gd name="csX58" fmla="*/ 15772 w 53128"/>
                    <a:gd name="csY58" fmla="*/ 197558 h 227785"/>
                    <a:gd name="csX59" fmla="*/ 30256 w 53128"/>
                    <a:gd name="csY59" fmla="*/ 172798 h 227785"/>
                    <a:gd name="csX60" fmla="*/ 37792 w 53128"/>
                    <a:gd name="csY60" fmla="*/ 164851 h 227785"/>
                    <a:gd name="csX61" fmla="*/ 40836 w 53128"/>
                    <a:gd name="csY61" fmla="*/ 147460 h 227785"/>
                    <a:gd name="csX62" fmla="*/ 36635 w 53128"/>
                    <a:gd name="csY62" fmla="*/ 134031 h 227785"/>
                    <a:gd name="csX63" fmla="*/ 33612 w 53128"/>
                    <a:gd name="csY63" fmla="*/ 127162 h 227785"/>
                    <a:gd name="csX64" fmla="*/ 33612 w 53128"/>
                    <a:gd name="csY64" fmla="*/ 127162 h 227785"/>
                    <a:gd name="csX65" fmla="*/ 33612 w 53128"/>
                    <a:gd name="csY65" fmla="*/ 127162 h 227785"/>
                    <a:gd name="csX66" fmla="*/ 36539 w 53128"/>
                    <a:gd name="csY66" fmla="*/ 134027 h 227785"/>
                    <a:gd name="csX67" fmla="*/ 41233 w 53128"/>
                    <a:gd name="csY67" fmla="*/ 151678 h 227785"/>
                    <a:gd name="csX68" fmla="*/ 40418 w 53128"/>
                    <a:gd name="csY68" fmla="*/ 159508 h 227785"/>
                    <a:gd name="csX69" fmla="*/ 30256 w 53128"/>
                    <a:gd name="csY69" fmla="*/ 172798 h 227785"/>
                    <a:gd name="csX70" fmla="*/ 17974 w 53128"/>
                    <a:gd name="csY70" fmla="*/ 191327 h 227785"/>
                    <a:gd name="csX71" fmla="*/ 14587 w 53128"/>
                    <a:gd name="csY71" fmla="*/ 202965 h 227785"/>
                    <a:gd name="csX72" fmla="*/ 14543 w 53128"/>
                    <a:gd name="csY72" fmla="*/ 202316 h 227785"/>
                    <a:gd name="csX73" fmla="*/ 15772 w 53128"/>
                    <a:gd name="csY73" fmla="*/ 197558 h 227785"/>
                    <a:gd name="csX74" fmla="*/ 47260 w 53128"/>
                    <a:gd name="csY74" fmla="*/ 37114 h 227785"/>
                    <a:gd name="csX75" fmla="*/ 45808 w 53128"/>
                    <a:gd name="csY75" fmla="*/ 34304 h 227785"/>
                    <a:gd name="csX76" fmla="*/ 42398 w 53128"/>
                    <a:gd name="csY76" fmla="*/ 27830 h 227785"/>
                    <a:gd name="csX77" fmla="*/ 39894 w 53128"/>
                    <a:gd name="csY77" fmla="*/ 25731 h 227785"/>
                    <a:gd name="csX78" fmla="*/ 39088 w 53128"/>
                    <a:gd name="csY78" fmla="*/ 28910 h 227785"/>
                    <a:gd name="csX79" fmla="*/ 44916 w 53128"/>
                    <a:gd name="csY79" fmla="*/ 37538 h 227785"/>
                    <a:gd name="csX80" fmla="*/ 47260 w 53128"/>
                    <a:gd name="csY80" fmla="*/ 37114 h 227785"/>
                    <a:gd name="csX81" fmla="*/ 13854 w 53128"/>
                    <a:gd name="csY81" fmla="*/ 31231 h 227785"/>
                    <a:gd name="csX82" fmla="*/ 19646 w 53128"/>
                    <a:gd name="csY82" fmla="*/ 23427 h 227785"/>
                    <a:gd name="csX83" fmla="*/ 15964 w 53128"/>
                    <a:gd name="csY83" fmla="*/ 24649 h 227785"/>
                    <a:gd name="csX84" fmla="*/ 11096 w 53128"/>
                    <a:gd name="csY84" fmla="*/ 28037 h 227785"/>
                    <a:gd name="csX85" fmla="*/ 7669 w 53128"/>
                    <a:gd name="csY85" fmla="*/ 31344 h 227785"/>
                    <a:gd name="csX86" fmla="*/ 13854 w 53128"/>
                    <a:gd name="csY86" fmla="*/ 31231 h 227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53128" h="227785">
                      <a:moveTo>
                        <a:pt x="20011" y="225095"/>
                      </a:moveTo>
                      <a:cubicBezTo>
                        <a:pt x="15954" y="220667"/>
                        <a:pt x="13124" y="214463"/>
                        <a:pt x="12487" y="208605"/>
                      </a:cubicBezTo>
                      <a:cubicBezTo>
                        <a:pt x="11815" y="202414"/>
                        <a:pt x="13107" y="196284"/>
                        <a:pt x="16556" y="189290"/>
                      </a:cubicBezTo>
                      <a:cubicBezTo>
                        <a:pt x="19373" y="183581"/>
                        <a:pt x="22707" y="178792"/>
                        <a:pt x="27848" y="173070"/>
                      </a:cubicBezTo>
                      <a:cubicBezTo>
                        <a:pt x="36861" y="163039"/>
                        <a:pt x="38656" y="159600"/>
                        <a:pt x="38667" y="152337"/>
                      </a:cubicBezTo>
                      <a:cubicBezTo>
                        <a:pt x="38672" y="148696"/>
                        <a:pt x="37698" y="145257"/>
                        <a:pt x="35086" y="139700"/>
                      </a:cubicBezTo>
                      <a:cubicBezTo>
                        <a:pt x="34244" y="137909"/>
                        <a:pt x="32748" y="134571"/>
                        <a:pt x="31761" y="132281"/>
                      </a:cubicBezTo>
                      <a:lnTo>
                        <a:pt x="29968" y="128118"/>
                      </a:lnTo>
                      <a:lnTo>
                        <a:pt x="28139" y="127849"/>
                      </a:lnTo>
                      <a:cubicBezTo>
                        <a:pt x="27133" y="127702"/>
                        <a:pt x="25729" y="127280"/>
                        <a:pt x="25019" y="126913"/>
                      </a:cubicBezTo>
                      <a:cubicBezTo>
                        <a:pt x="24308" y="126545"/>
                        <a:pt x="23653" y="126245"/>
                        <a:pt x="23564" y="126245"/>
                      </a:cubicBezTo>
                      <a:cubicBezTo>
                        <a:pt x="23474" y="126245"/>
                        <a:pt x="23178" y="126987"/>
                        <a:pt x="22907" y="127895"/>
                      </a:cubicBezTo>
                      <a:cubicBezTo>
                        <a:pt x="22153" y="130410"/>
                        <a:pt x="19883" y="131637"/>
                        <a:pt x="18674" y="130181"/>
                      </a:cubicBezTo>
                      <a:cubicBezTo>
                        <a:pt x="18381" y="129827"/>
                        <a:pt x="19919" y="130533"/>
                        <a:pt x="19600" y="130656"/>
                      </a:cubicBezTo>
                      <a:cubicBezTo>
                        <a:pt x="19282" y="130778"/>
                        <a:pt x="17096" y="129796"/>
                        <a:pt x="17236" y="129571"/>
                      </a:cubicBezTo>
                      <a:cubicBezTo>
                        <a:pt x="17236" y="129571"/>
                        <a:pt x="16518" y="129177"/>
                        <a:pt x="16201" y="129003"/>
                      </a:cubicBezTo>
                      <a:cubicBezTo>
                        <a:pt x="15716" y="128941"/>
                        <a:pt x="12604" y="124877"/>
                        <a:pt x="12250" y="123843"/>
                      </a:cubicBezTo>
                      <a:cubicBezTo>
                        <a:pt x="12114" y="123447"/>
                        <a:pt x="11286" y="122628"/>
                        <a:pt x="10411" y="122024"/>
                      </a:cubicBezTo>
                      <a:cubicBezTo>
                        <a:pt x="9451" y="121362"/>
                        <a:pt x="8434" y="120122"/>
                        <a:pt x="7851" y="118902"/>
                      </a:cubicBezTo>
                      <a:cubicBezTo>
                        <a:pt x="7318" y="117789"/>
                        <a:pt x="5975" y="115420"/>
                        <a:pt x="4865" y="113638"/>
                      </a:cubicBezTo>
                      <a:cubicBezTo>
                        <a:pt x="-91" y="105676"/>
                        <a:pt x="-959" y="99470"/>
                        <a:pt x="971" y="85773"/>
                      </a:cubicBezTo>
                      <a:cubicBezTo>
                        <a:pt x="2311" y="76259"/>
                        <a:pt x="2871" y="68499"/>
                        <a:pt x="2874" y="59405"/>
                      </a:cubicBezTo>
                      <a:cubicBezTo>
                        <a:pt x="2877" y="48525"/>
                        <a:pt x="4099" y="41731"/>
                        <a:pt x="7132" y="35715"/>
                      </a:cubicBezTo>
                      <a:cubicBezTo>
                        <a:pt x="7931" y="34131"/>
                        <a:pt x="8213" y="33178"/>
                        <a:pt x="7912" y="33077"/>
                      </a:cubicBezTo>
                      <a:cubicBezTo>
                        <a:pt x="7653" y="32991"/>
                        <a:pt x="7248" y="32560"/>
                        <a:pt x="7012" y="32119"/>
                      </a:cubicBezTo>
                      <a:cubicBezTo>
                        <a:pt x="6437" y="31043"/>
                        <a:pt x="8596" y="27867"/>
                        <a:pt x="10604" y="26837"/>
                      </a:cubicBezTo>
                      <a:cubicBezTo>
                        <a:pt x="12387" y="25922"/>
                        <a:pt x="16178" y="21157"/>
                        <a:pt x="17794" y="17798"/>
                      </a:cubicBezTo>
                      <a:cubicBezTo>
                        <a:pt x="19449" y="14361"/>
                        <a:pt x="22298" y="10623"/>
                        <a:pt x="25121" y="8186"/>
                      </a:cubicBezTo>
                      <a:cubicBezTo>
                        <a:pt x="26424" y="7061"/>
                        <a:pt x="28209" y="5116"/>
                        <a:pt x="29187" y="3943"/>
                      </a:cubicBezTo>
                      <a:lnTo>
                        <a:pt x="30951" y="1827"/>
                      </a:lnTo>
                      <a:cubicBezTo>
                        <a:pt x="31987" y="971"/>
                        <a:pt x="31898" y="1022"/>
                        <a:pt x="32492" y="643"/>
                      </a:cubicBezTo>
                      <a:cubicBezTo>
                        <a:pt x="34608" y="-452"/>
                        <a:pt x="35485" y="-44"/>
                        <a:pt x="36383" y="1722"/>
                      </a:cubicBezTo>
                      <a:cubicBezTo>
                        <a:pt x="36820" y="2581"/>
                        <a:pt x="36741" y="2644"/>
                        <a:pt x="37032" y="3320"/>
                      </a:cubicBezTo>
                      <a:cubicBezTo>
                        <a:pt x="37285" y="4184"/>
                        <a:pt x="37278" y="4318"/>
                        <a:pt x="37454" y="4929"/>
                      </a:cubicBezTo>
                      <a:cubicBezTo>
                        <a:pt x="38073" y="6290"/>
                        <a:pt x="37750" y="5527"/>
                        <a:pt x="38411" y="6862"/>
                      </a:cubicBezTo>
                      <a:lnTo>
                        <a:pt x="38869" y="8151"/>
                      </a:lnTo>
                      <a:cubicBezTo>
                        <a:pt x="39097" y="8960"/>
                        <a:pt x="39969" y="10611"/>
                        <a:pt x="41744" y="13080"/>
                      </a:cubicBezTo>
                      <a:cubicBezTo>
                        <a:pt x="43901" y="16081"/>
                        <a:pt x="45083" y="20923"/>
                        <a:pt x="45018" y="26496"/>
                      </a:cubicBezTo>
                      <a:cubicBezTo>
                        <a:pt x="44968" y="30742"/>
                        <a:pt x="45032" y="31119"/>
                        <a:pt x="46013" y="32405"/>
                      </a:cubicBezTo>
                      <a:cubicBezTo>
                        <a:pt x="46589" y="33160"/>
                        <a:pt x="47327" y="34773"/>
                        <a:pt x="47652" y="35988"/>
                      </a:cubicBezTo>
                      <a:cubicBezTo>
                        <a:pt x="48218" y="38099"/>
                        <a:pt x="48206" y="38229"/>
                        <a:pt x="47367" y="38925"/>
                      </a:cubicBezTo>
                      <a:cubicBezTo>
                        <a:pt x="46884" y="39326"/>
                        <a:pt x="46111" y="39654"/>
                        <a:pt x="45649" y="39654"/>
                      </a:cubicBezTo>
                      <a:cubicBezTo>
                        <a:pt x="44832" y="39654"/>
                        <a:pt x="44819" y="39796"/>
                        <a:pt x="45175" y="44754"/>
                      </a:cubicBezTo>
                      <a:cubicBezTo>
                        <a:pt x="45584" y="50461"/>
                        <a:pt x="45570" y="54931"/>
                        <a:pt x="45119" y="62459"/>
                      </a:cubicBezTo>
                      <a:cubicBezTo>
                        <a:pt x="44909" y="65955"/>
                        <a:pt x="44972" y="68382"/>
                        <a:pt x="45317" y="70137"/>
                      </a:cubicBezTo>
                      <a:cubicBezTo>
                        <a:pt x="45843" y="72810"/>
                        <a:pt x="48414" y="81313"/>
                        <a:pt x="51243" y="89738"/>
                      </a:cubicBezTo>
                      <a:cubicBezTo>
                        <a:pt x="54110" y="98275"/>
                        <a:pt x="53798" y="103348"/>
                        <a:pt x="49932" y="111054"/>
                      </a:cubicBezTo>
                      <a:cubicBezTo>
                        <a:pt x="48144" y="114618"/>
                        <a:pt x="47225" y="115852"/>
                        <a:pt x="43569" y="119595"/>
                      </a:cubicBezTo>
                      <a:cubicBezTo>
                        <a:pt x="41219" y="122002"/>
                        <a:pt x="38593" y="124529"/>
                        <a:pt x="37733" y="125212"/>
                      </a:cubicBezTo>
                      <a:lnTo>
                        <a:pt x="36170" y="126453"/>
                      </a:lnTo>
                      <a:lnTo>
                        <a:pt x="39064" y="132548"/>
                      </a:lnTo>
                      <a:cubicBezTo>
                        <a:pt x="44350" y="143681"/>
                        <a:pt x="45332" y="146720"/>
                        <a:pt x="45332" y="151946"/>
                      </a:cubicBezTo>
                      <a:cubicBezTo>
                        <a:pt x="45332" y="157437"/>
                        <a:pt x="43560" y="162936"/>
                        <a:pt x="40199" y="167876"/>
                      </a:cubicBezTo>
                      <a:cubicBezTo>
                        <a:pt x="39498" y="168906"/>
                        <a:pt x="36198" y="172570"/>
                        <a:pt x="32866" y="176018"/>
                      </a:cubicBezTo>
                      <a:cubicBezTo>
                        <a:pt x="29534" y="179466"/>
                        <a:pt x="25723" y="183806"/>
                        <a:pt x="24398" y="185662"/>
                      </a:cubicBezTo>
                      <a:cubicBezTo>
                        <a:pt x="14356" y="199726"/>
                        <a:pt x="13569" y="212702"/>
                        <a:pt x="22073" y="223939"/>
                      </a:cubicBezTo>
                      <a:cubicBezTo>
                        <a:pt x="24064" y="226569"/>
                        <a:pt x="24399" y="227824"/>
                        <a:pt x="23111" y="227824"/>
                      </a:cubicBezTo>
                      <a:cubicBezTo>
                        <a:pt x="22781" y="227824"/>
                        <a:pt x="21386" y="226596"/>
                        <a:pt x="20011" y="225095"/>
                      </a:cubicBezTo>
                      <a:close/>
                      <a:moveTo>
                        <a:pt x="15772" y="197558"/>
                      </a:moveTo>
                      <a:cubicBezTo>
                        <a:pt x="18541" y="188987"/>
                        <a:pt x="21148" y="182227"/>
                        <a:pt x="30256" y="172798"/>
                      </a:cubicBezTo>
                      <a:cubicBezTo>
                        <a:pt x="33241" y="169707"/>
                        <a:pt x="36926" y="166160"/>
                        <a:pt x="37792" y="164851"/>
                      </a:cubicBezTo>
                      <a:cubicBezTo>
                        <a:pt x="41422" y="159362"/>
                        <a:pt x="42172" y="154115"/>
                        <a:pt x="40836" y="147460"/>
                      </a:cubicBezTo>
                      <a:cubicBezTo>
                        <a:pt x="40424" y="145407"/>
                        <a:pt x="38762" y="138863"/>
                        <a:pt x="36635" y="134031"/>
                      </a:cubicBezTo>
                      <a:lnTo>
                        <a:pt x="33612" y="127162"/>
                      </a:lnTo>
                      <a:lnTo>
                        <a:pt x="33612" y="127162"/>
                      </a:lnTo>
                      <a:cubicBezTo>
                        <a:pt x="32960" y="127389"/>
                        <a:pt x="33610" y="126899"/>
                        <a:pt x="33612" y="127162"/>
                      </a:cubicBezTo>
                      <a:cubicBezTo>
                        <a:pt x="33614" y="127426"/>
                        <a:pt x="35146" y="130936"/>
                        <a:pt x="36539" y="134027"/>
                      </a:cubicBezTo>
                      <a:cubicBezTo>
                        <a:pt x="40923" y="143751"/>
                        <a:pt x="40982" y="146943"/>
                        <a:pt x="41233" y="151678"/>
                      </a:cubicBezTo>
                      <a:cubicBezTo>
                        <a:pt x="41429" y="155383"/>
                        <a:pt x="41344" y="156849"/>
                        <a:pt x="40418" y="159508"/>
                      </a:cubicBezTo>
                      <a:cubicBezTo>
                        <a:pt x="38990" y="163607"/>
                        <a:pt x="35641" y="167063"/>
                        <a:pt x="30256" y="172798"/>
                      </a:cubicBezTo>
                      <a:cubicBezTo>
                        <a:pt x="25094" y="178295"/>
                        <a:pt x="20765" y="185436"/>
                        <a:pt x="17974" y="191327"/>
                      </a:cubicBezTo>
                      <a:cubicBezTo>
                        <a:pt x="15963" y="195574"/>
                        <a:pt x="14516" y="200555"/>
                        <a:pt x="14587" y="202965"/>
                      </a:cubicBezTo>
                      <a:cubicBezTo>
                        <a:pt x="14625" y="204267"/>
                        <a:pt x="14244" y="204090"/>
                        <a:pt x="14543" y="202316"/>
                      </a:cubicBezTo>
                      <a:cubicBezTo>
                        <a:pt x="14727" y="201223"/>
                        <a:pt x="15280" y="199082"/>
                        <a:pt x="15772" y="197558"/>
                      </a:cubicBezTo>
                      <a:close/>
                      <a:moveTo>
                        <a:pt x="47260" y="37114"/>
                      </a:moveTo>
                      <a:cubicBezTo>
                        <a:pt x="47118" y="36404"/>
                        <a:pt x="46464" y="35140"/>
                        <a:pt x="45808" y="34304"/>
                      </a:cubicBezTo>
                      <a:cubicBezTo>
                        <a:pt x="44377" y="32482"/>
                        <a:pt x="43555" y="30922"/>
                        <a:pt x="42398" y="27830"/>
                      </a:cubicBezTo>
                      <a:cubicBezTo>
                        <a:pt x="41374" y="25092"/>
                        <a:pt x="40972" y="24755"/>
                        <a:pt x="39894" y="25731"/>
                      </a:cubicBezTo>
                      <a:cubicBezTo>
                        <a:pt x="39271" y="26295"/>
                        <a:pt x="39088" y="27016"/>
                        <a:pt x="39088" y="28910"/>
                      </a:cubicBezTo>
                      <a:cubicBezTo>
                        <a:pt x="39088" y="32868"/>
                        <a:pt x="41065" y="35795"/>
                        <a:pt x="44916" y="37538"/>
                      </a:cubicBezTo>
                      <a:cubicBezTo>
                        <a:pt x="47392" y="38659"/>
                        <a:pt x="47562" y="38629"/>
                        <a:pt x="47260" y="37114"/>
                      </a:cubicBezTo>
                      <a:close/>
                      <a:moveTo>
                        <a:pt x="13854" y="31231"/>
                      </a:moveTo>
                      <a:cubicBezTo>
                        <a:pt x="17097" y="30263"/>
                        <a:pt x="20303" y="25942"/>
                        <a:pt x="19646" y="23427"/>
                      </a:cubicBezTo>
                      <a:cubicBezTo>
                        <a:pt x="19298" y="22099"/>
                        <a:pt x="18315" y="22424"/>
                        <a:pt x="15964" y="24649"/>
                      </a:cubicBezTo>
                      <a:cubicBezTo>
                        <a:pt x="14764" y="25784"/>
                        <a:pt x="12573" y="27309"/>
                        <a:pt x="11096" y="28037"/>
                      </a:cubicBezTo>
                      <a:cubicBezTo>
                        <a:pt x="8450" y="29342"/>
                        <a:pt x="7186" y="30562"/>
                        <a:pt x="7669" y="31344"/>
                      </a:cubicBezTo>
                      <a:cubicBezTo>
                        <a:pt x="8018" y="31909"/>
                        <a:pt x="11818" y="31840"/>
                        <a:pt x="13854" y="31231"/>
                      </a:cubicBezTo>
                      <a:close/>
                    </a:path>
                  </a:pathLst>
                </a:custGeom>
                <a:solidFill>
                  <a:srgbClr val="000000"/>
                </a:solidFill>
                <a:ln w="416" cap="flat">
                  <a:solidFill>
                    <a:srgbClr val="000000"/>
                  </a:solidFill>
                  <a:prstDash val="solid"/>
                  <a:round/>
                </a:ln>
              </p:spPr>
              <p:txBody>
                <a:bodyPr/>
                <a:lstStyle/>
                <a:p>
                  <a:endParaRPr lang="en-US" dirty="0"/>
                </a:p>
              </p:txBody>
            </p:sp>
            <p:sp>
              <p:nvSpPr>
                <p:cNvPr id="123" name="Freeform: Shape 122">
                  <a:extLst>
                    <a:ext uri="{FF2B5EF4-FFF2-40B4-BE49-F238E27FC236}">
                      <a16:creationId xmlns:a16="http://schemas.microsoft.com/office/drawing/2014/main" id="{2265CA4E-01B8-5AF1-CEE8-1E031C3A7676}"/>
                    </a:ext>
                  </a:extLst>
                </p:cNvPr>
                <p:cNvSpPr/>
                <p:nvPr/>
              </p:nvSpPr>
              <p:spPr>
                <a:xfrm rot="-4958587">
                  <a:off x="3142476" y="1516092"/>
                  <a:ext cx="5562" cy="2344"/>
                </a:xfrm>
                <a:custGeom>
                  <a:avLst/>
                  <a:gdLst>
                    <a:gd name="csX0" fmla="*/ 257 w 5562"/>
                    <a:gd name="csY0" fmla="*/ 1779 h 2344"/>
                    <a:gd name="csX1" fmla="*/ 881 w 5562"/>
                    <a:gd name="csY1" fmla="*/ 1232 h 2344"/>
                    <a:gd name="csX2" fmla="*/ 1572 w 5562"/>
                    <a:gd name="csY2" fmla="*/ 717 h 2344"/>
                    <a:gd name="csX3" fmla="*/ 2337 w 5562"/>
                    <a:gd name="csY3" fmla="*/ 319 h 2344"/>
                    <a:gd name="csX4" fmla="*/ 3034 w 5562"/>
                    <a:gd name="csY4" fmla="*/ 95 h 2344"/>
                    <a:gd name="csX5" fmla="*/ 3512 w 5562"/>
                    <a:gd name="csY5" fmla="*/ 55 h 2344"/>
                    <a:gd name="csX6" fmla="*/ 3989 w 5562"/>
                    <a:gd name="csY6" fmla="*/ 155 h 2344"/>
                    <a:gd name="csX7" fmla="*/ 4534 w 5562"/>
                    <a:gd name="csY7" fmla="*/ 490 h 2344"/>
                    <a:gd name="csX8" fmla="*/ 4966 w 5562"/>
                    <a:gd name="csY8" fmla="*/ 991 h 2344"/>
                    <a:gd name="csX9" fmla="*/ 5316 w 5562"/>
                    <a:gd name="csY9" fmla="*/ 1578 h 2344"/>
                    <a:gd name="csX10" fmla="*/ 5555 w 5562"/>
                    <a:gd name="csY10" fmla="*/ 2079 h 2344"/>
                    <a:gd name="csX11" fmla="*/ 5521 w 5562"/>
                    <a:gd name="csY11" fmla="*/ 2255 h 2344"/>
                    <a:gd name="csX12" fmla="*/ 5173 w 5562"/>
                    <a:gd name="csY12" fmla="*/ 2397 h 2344"/>
                    <a:gd name="csX13" fmla="*/ 4190 w 5562"/>
                    <a:gd name="csY13" fmla="*/ 2232 h 2344"/>
                    <a:gd name="csX14" fmla="*/ 3074 w 5562"/>
                    <a:gd name="csY14" fmla="*/ 2109 h 2344"/>
                    <a:gd name="csX15" fmla="*/ 1938 w 5562"/>
                    <a:gd name="csY15" fmla="*/ 2231 h 2344"/>
                    <a:gd name="csX16" fmla="*/ 670 w 5562"/>
                    <a:gd name="csY16" fmla="*/ 2394 h 2344"/>
                    <a:gd name="csX17" fmla="*/ 38 w 5562"/>
                    <a:gd name="csY17" fmla="*/ 2202 h 2344"/>
                    <a:gd name="csX18" fmla="*/ 89 w 5562"/>
                    <a:gd name="csY18" fmla="*/ 1947 h 2344"/>
                    <a:gd name="csX19" fmla="*/ 257 w 5562"/>
                    <a:gd name="csY19" fmla="*/ 1778 h 2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562" h="2344">
                      <a:moveTo>
                        <a:pt x="257" y="1779"/>
                      </a:moveTo>
                      <a:cubicBezTo>
                        <a:pt x="387" y="1662"/>
                        <a:pt x="645" y="1430"/>
                        <a:pt x="881" y="1232"/>
                      </a:cubicBezTo>
                      <a:cubicBezTo>
                        <a:pt x="1116" y="1035"/>
                        <a:pt x="1332" y="869"/>
                        <a:pt x="1572" y="717"/>
                      </a:cubicBezTo>
                      <a:cubicBezTo>
                        <a:pt x="1812" y="566"/>
                        <a:pt x="2082" y="425"/>
                        <a:pt x="2337" y="319"/>
                      </a:cubicBezTo>
                      <a:cubicBezTo>
                        <a:pt x="2592" y="212"/>
                        <a:pt x="2842" y="136"/>
                        <a:pt x="3034" y="95"/>
                      </a:cubicBezTo>
                      <a:cubicBezTo>
                        <a:pt x="3226" y="55"/>
                        <a:pt x="3366" y="47"/>
                        <a:pt x="3512" y="55"/>
                      </a:cubicBezTo>
                      <a:cubicBezTo>
                        <a:pt x="3658" y="63"/>
                        <a:pt x="3812" y="85"/>
                        <a:pt x="3989" y="155"/>
                      </a:cubicBezTo>
                      <a:cubicBezTo>
                        <a:pt x="4165" y="226"/>
                        <a:pt x="4367" y="347"/>
                        <a:pt x="4534" y="490"/>
                      </a:cubicBezTo>
                      <a:cubicBezTo>
                        <a:pt x="4702" y="633"/>
                        <a:pt x="4839" y="805"/>
                        <a:pt x="4966" y="991"/>
                      </a:cubicBezTo>
                      <a:cubicBezTo>
                        <a:pt x="5093" y="1177"/>
                        <a:pt x="5210" y="1378"/>
                        <a:pt x="5316" y="1578"/>
                      </a:cubicBezTo>
                      <a:cubicBezTo>
                        <a:pt x="5423" y="1778"/>
                        <a:pt x="5517" y="1974"/>
                        <a:pt x="5555" y="2079"/>
                      </a:cubicBezTo>
                      <a:cubicBezTo>
                        <a:pt x="5594" y="2183"/>
                        <a:pt x="5573" y="2196"/>
                        <a:pt x="5521" y="2255"/>
                      </a:cubicBezTo>
                      <a:cubicBezTo>
                        <a:pt x="5470" y="2313"/>
                        <a:pt x="5405" y="2396"/>
                        <a:pt x="5173" y="2397"/>
                      </a:cubicBezTo>
                      <a:cubicBezTo>
                        <a:pt x="4941" y="2398"/>
                        <a:pt x="4569" y="2305"/>
                        <a:pt x="4190" y="2232"/>
                      </a:cubicBezTo>
                      <a:cubicBezTo>
                        <a:pt x="3811" y="2160"/>
                        <a:pt x="3439" y="2110"/>
                        <a:pt x="3074" y="2109"/>
                      </a:cubicBezTo>
                      <a:cubicBezTo>
                        <a:pt x="2709" y="2109"/>
                        <a:pt x="2361" y="2160"/>
                        <a:pt x="1938" y="2231"/>
                      </a:cubicBezTo>
                      <a:cubicBezTo>
                        <a:pt x="1515" y="2302"/>
                        <a:pt x="1024" y="2394"/>
                        <a:pt x="670" y="2394"/>
                      </a:cubicBezTo>
                      <a:cubicBezTo>
                        <a:pt x="316" y="2394"/>
                        <a:pt x="105" y="2302"/>
                        <a:pt x="38" y="2202"/>
                      </a:cubicBezTo>
                      <a:cubicBezTo>
                        <a:pt x="-28" y="2103"/>
                        <a:pt x="50" y="1998"/>
                        <a:pt x="89" y="1947"/>
                      </a:cubicBezTo>
                      <a:cubicBezTo>
                        <a:pt x="127" y="1895"/>
                        <a:pt x="127" y="1895"/>
                        <a:pt x="257" y="1778"/>
                      </a:cubicBezTo>
                      <a:close/>
                    </a:path>
                  </a:pathLst>
                </a:custGeom>
                <a:solidFill>
                  <a:srgbClr val="FFFFFF"/>
                </a:solidFill>
                <a:ln w="0" cap="flat">
                  <a:solidFill>
                    <a:srgbClr val="000000"/>
                  </a:solidFill>
                  <a:prstDash val="solid"/>
                  <a:miter/>
                </a:ln>
              </p:spPr>
              <p:txBody>
                <a:bodyPr/>
                <a:lstStyle/>
                <a:p>
                  <a:endParaRPr lang="en-US" dirty="0"/>
                </a:p>
              </p:txBody>
            </p:sp>
          </p:grpSp>
          <p:sp>
            <p:nvSpPr>
              <p:cNvPr id="120" name="Freeform: Shape 119">
                <a:extLst>
                  <a:ext uri="{FF2B5EF4-FFF2-40B4-BE49-F238E27FC236}">
                    <a16:creationId xmlns:a16="http://schemas.microsoft.com/office/drawing/2014/main" id="{0542FD1B-ACDF-4FF5-DFDF-56FB99D334C8}"/>
                  </a:ext>
                </a:extLst>
              </p:cNvPr>
              <p:cNvSpPr/>
              <p:nvPr/>
            </p:nvSpPr>
            <p:spPr>
              <a:xfrm rot="-2984618" flipV="1">
                <a:off x="3140858" y="1497303"/>
                <a:ext cx="18948" cy="14684"/>
              </a:xfrm>
              <a:custGeom>
                <a:avLst/>
                <a:gdLst>
                  <a:gd name="csX0" fmla="*/ 24 w 18948"/>
                  <a:gd name="csY0" fmla="*/ 2360 h 14684"/>
                  <a:gd name="csX1" fmla="*/ 1838 w 18948"/>
                  <a:gd name="csY1" fmla="*/ 5584 h 14684"/>
                  <a:gd name="csX2" fmla="*/ 4258 w 18948"/>
                  <a:gd name="csY2" fmla="*/ 9860 h 14684"/>
                  <a:gd name="csX3" fmla="*/ 8332 w 18948"/>
                  <a:gd name="csY3" fmla="*/ 14142 h 14684"/>
                  <a:gd name="csX4" fmla="*/ 9374 w 18948"/>
                  <a:gd name="csY4" fmla="*/ 14681 h 14684"/>
                  <a:gd name="csX5" fmla="*/ 6850 w 18948"/>
                  <a:gd name="csY5" fmla="*/ 12297 h 14684"/>
                  <a:gd name="csX6" fmla="*/ 4383 w 18948"/>
                  <a:gd name="csY6" fmla="*/ 9342 h 14684"/>
                  <a:gd name="csX7" fmla="*/ 916 w 18948"/>
                  <a:gd name="csY7" fmla="*/ 2957 h 14684"/>
                  <a:gd name="csX8" fmla="*/ 3398 w 18948"/>
                  <a:gd name="csY8" fmla="*/ 5906 h 14684"/>
                  <a:gd name="csX9" fmla="*/ 7078 w 18948"/>
                  <a:gd name="csY9" fmla="*/ 9498 h 14684"/>
                  <a:gd name="csX10" fmla="*/ 11825 w 18948"/>
                  <a:gd name="csY10" fmla="*/ 12701 h 14684"/>
                  <a:gd name="csX11" fmla="*/ 14749 w 18948"/>
                  <a:gd name="csY11" fmla="*/ 13758 h 14684"/>
                  <a:gd name="csX12" fmla="*/ 11623 w 18948"/>
                  <a:gd name="csY12" fmla="*/ 12328 h 14684"/>
                  <a:gd name="csX13" fmla="*/ 7596 w 18948"/>
                  <a:gd name="csY13" fmla="*/ 9472 h 14684"/>
                  <a:gd name="csX14" fmla="*/ 4678 w 18948"/>
                  <a:gd name="csY14" fmla="*/ 6481 h 14684"/>
                  <a:gd name="csX15" fmla="*/ 1745 w 18948"/>
                  <a:gd name="csY15" fmla="*/ 2760 h 14684"/>
                  <a:gd name="csX16" fmla="*/ 2481 w 18948"/>
                  <a:gd name="csY16" fmla="*/ 2044 h 14684"/>
                  <a:gd name="csX17" fmla="*/ 2735 w 18948"/>
                  <a:gd name="csY17" fmla="*/ 3117 h 14684"/>
                  <a:gd name="csX18" fmla="*/ 6171 w 18948"/>
                  <a:gd name="csY18" fmla="*/ 6180 h 14684"/>
                  <a:gd name="csX19" fmla="*/ 10519 w 18948"/>
                  <a:gd name="csY19" fmla="*/ 9347 h 14684"/>
                  <a:gd name="csX20" fmla="*/ 12219 w 18948"/>
                  <a:gd name="csY20" fmla="*/ 10280 h 14684"/>
                  <a:gd name="csX21" fmla="*/ 14666 w 18948"/>
                  <a:gd name="csY21" fmla="*/ 11472 h 14684"/>
                  <a:gd name="csX22" fmla="*/ 17495 w 18948"/>
                  <a:gd name="csY22" fmla="*/ 12550 h 14684"/>
                  <a:gd name="csX23" fmla="*/ 18656 w 18948"/>
                  <a:gd name="csY23" fmla="*/ 12799 h 14684"/>
                  <a:gd name="csX24" fmla="*/ 16728 w 18948"/>
                  <a:gd name="csY24" fmla="*/ 12027 h 14684"/>
                  <a:gd name="csX25" fmla="*/ 13230 w 18948"/>
                  <a:gd name="csY25" fmla="*/ 10358 h 14684"/>
                  <a:gd name="csX26" fmla="*/ 10488 w 18948"/>
                  <a:gd name="csY26" fmla="*/ 8705 h 14684"/>
                  <a:gd name="csX27" fmla="*/ 6798 w 18948"/>
                  <a:gd name="csY27" fmla="*/ 5823 h 14684"/>
                  <a:gd name="csX28" fmla="*/ 4803 w 18948"/>
                  <a:gd name="csY28" fmla="*/ 4164 h 14684"/>
                  <a:gd name="csX29" fmla="*/ 3320 w 18948"/>
                  <a:gd name="csY29" fmla="*/ 2578 h 14684"/>
                  <a:gd name="csX30" fmla="*/ 2983 w 18948"/>
                  <a:gd name="csY30" fmla="*/ 1681 h 14684"/>
                  <a:gd name="csX31" fmla="*/ 3605 w 18948"/>
                  <a:gd name="csY31" fmla="*/ 1417 h 14684"/>
                  <a:gd name="csX32" fmla="*/ 5041 w 18948"/>
                  <a:gd name="csY32" fmla="*/ 2967 h 14684"/>
                  <a:gd name="csX33" fmla="*/ 6352 w 18948"/>
                  <a:gd name="csY33" fmla="*/ 3957 h 14684"/>
                  <a:gd name="csX34" fmla="*/ 7638 w 18948"/>
                  <a:gd name="csY34" fmla="*/ 4916 h 14684"/>
                  <a:gd name="csX35" fmla="*/ 9130 w 18948"/>
                  <a:gd name="csY35" fmla="*/ 5880 h 14684"/>
                  <a:gd name="csX36" fmla="*/ 11069 w 18948"/>
                  <a:gd name="csY36" fmla="*/ 7217 h 14684"/>
                  <a:gd name="csX37" fmla="*/ 13142 w 18948"/>
                  <a:gd name="csY37" fmla="*/ 8471 h 14684"/>
                  <a:gd name="csX38" fmla="*/ 15842 w 18948"/>
                  <a:gd name="csY38" fmla="*/ 9632 h 14684"/>
                  <a:gd name="csX39" fmla="*/ 18952 w 18948"/>
                  <a:gd name="csY39" fmla="*/ 10026 h 14684"/>
                  <a:gd name="csX40" fmla="*/ 17050 w 18948"/>
                  <a:gd name="csY40" fmla="*/ 9430 h 14684"/>
                  <a:gd name="csX41" fmla="*/ 13795 w 18948"/>
                  <a:gd name="csY41" fmla="*/ 8140 h 14684"/>
                  <a:gd name="csX42" fmla="*/ 11514 w 18948"/>
                  <a:gd name="csY42" fmla="*/ 6792 h 14684"/>
                  <a:gd name="csX43" fmla="*/ 9348 w 18948"/>
                  <a:gd name="csY43" fmla="*/ 5196 h 14684"/>
                  <a:gd name="csX44" fmla="*/ 7233 w 18948"/>
                  <a:gd name="csY44" fmla="*/ 3801 h 14684"/>
                  <a:gd name="csX45" fmla="*/ 5362 w 18948"/>
                  <a:gd name="csY45" fmla="*/ 2231 h 14684"/>
                  <a:gd name="csX46" fmla="*/ 4051 w 18948"/>
                  <a:gd name="csY46" fmla="*/ 95 h 14684"/>
                  <a:gd name="csX47" fmla="*/ 1346 w 18948"/>
                  <a:gd name="csY47" fmla="*/ 1479 h 14684"/>
                  <a:gd name="csX48" fmla="*/ 24 w 18948"/>
                  <a:gd name="csY48" fmla="*/ 2360 h 14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948" h="14684">
                    <a:moveTo>
                      <a:pt x="24" y="2360"/>
                    </a:moveTo>
                    <a:cubicBezTo>
                      <a:pt x="107" y="3045"/>
                      <a:pt x="1232" y="4511"/>
                      <a:pt x="1838" y="5584"/>
                    </a:cubicBezTo>
                    <a:cubicBezTo>
                      <a:pt x="2543" y="6834"/>
                      <a:pt x="3269" y="8554"/>
                      <a:pt x="4258" y="9860"/>
                    </a:cubicBezTo>
                    <a:cubicBezTo>
                      <a:pt x="5336" y="11286"/>
                      <a:pt x="7477" y="13338"/>
                      <a:pt x="8332" y="14142"/>
                    </a:cubicBezTo>
                    <a:cubicBezTo>
                      <a:pt x="8617" y="14411"/>
                      <a:pt x="9618" y="14992"/>
                      <a:pt x="9374" y="14681"/>
                    </a:cubicBezTo>
                    <a:cubicBezTo>
                      <a:pt x="9125" y="14375"/>
                      <a:pt x="7643" y="13141"/>
                      <a:pt x="6850" y="12297"/>
                    </a:cubicBezTo>
                    <a:cubicBezTo>
                      <a:pt x="6021" y="11405"/>
                      <a:pt x="5072" y="10420"/>
                      <a:pt x="4383" y="9342"/>
                    </a:cubicBezTo>
                    <a:cubicBezTo>
                      <a:pt x="3393" y="7782"/>
                      <a:pt x="1076" y="3527"/>
                      <a:pt x="916" y="2957"/>
                    </a:cubicBezTo>
                    <a:cubicBezTo>
                      <a:pt x="750" y="2381"/>
                      <a:pt x="2517" y="4968"/>
                      <a:pt x="3398" y="5906"/>
                    </a:cubicBezTo>
                    <a:cubicBezTo>
                      <a:pt x="4429" y="6994"/>
                      <a:pt x="5746" y="8420"/>
                      <a:pt x="7078" y="9498"/>
                    </a:cubicBezTo>
                    <a:cubicBezTo>
                      <a:pt x="8482" y="10633"/>
                      <a:pt x="10550" y="11991"/>
                      <a:pt x="11825" y="12701"/>
                    </a:cubicBezTo>
                    <a:cubicBezTo>
                      <a:pt x="12732" y="13204"/>
                      <a:pt x="14785" y="13820"/>
                      <a:pt x="14749" y="13758"/>
                    </a:cubicBezTo>
                    <a:cubicBezTo>
                      <a:pt x="14717" y="13696"/>
                      <a:pt x="12608" y="12918"/>
                      <a:pt x="11623" y="12328"/>
                    </a:cubicBezTo>
                    <a:cubicBezTo>
                      <a:pt x="10431" y="11612"/>
                      <a:pt x="8757" y="10446"/>
                      <a:pt x="7596" y="9472"/>
                    </a:cubicBezTo>
                    <a:cubicBezTo>
                      <a:pt x="6529" y="8575"/>
                      <a:pt x="5590" y="7533"/>
                      <a:pt x="4678" y="6481"/>
                    </a:cubicBezTo>
                    <a:cubicBezTo>
                      <a:pt x="3704" y="5361"/>
                      <a:pt x="2113" y="3501"/>
                      <a:pt x="1745" y="2760"/>
                    </a:cubicBezTo>
                    <a:cubicBezTo>
                      <a:pt x="1594" y="2454"/>
                      <a:pt x="2315" y="1987"/>
                      <a:pt x="2481" y="2044"/>
                    </a:cubicBezTo>
                    <a:cubicBezTo>
                      <a:pt x="2641" y="2107"/>
                      <a:pt x="2491" y="2843"/>
                      <a:pt x="2735" y="3117"/>
                    </a:cubicBezTo>
                    <a:cubicBezTo>
                      <a:pt x="3351" y="3807"/>
                      <a:pt x="4974" y="5222"/>
                      <a:pt x="6171" y="6180"/>
                    </a:cubicBezTo>
                    <a:cubicBezTo>
                      <a:pt x="7472" y="7217"/>
                      <a:pt x="9514" y="8663"/>
                      <a:pt x="10519" y="9347"/>
                    </a:cubicBezTo>
                    <a:cubicBezTo>
                      <a:pt x="11053" y="9710"/>
                      <a:pt x="11644" y="9985"/>
                      <a:pt x="12219" y="10280"/>
                    </a:cubicBezTo>
                    <a:cubicBezTo>
                      <a:pt x="12909" y="10633"/>
                      <a:pt x="13836" y="11115"/>
                      <a:pt x="14666" y="11472"/>
                    </a:cubicBezTo>
                    <a:cubicBezTo>
                      <a:pt x="15547" y="11856"/>
                      <a:pt x="16832" y="12328"/>
                      <a:pt x="17495" y="12550"/>
                    </a:cubicBezTo>
                    <a:cubicBezTo>
                      <a:pt x="17869" y="12675"/>
                      <a:pt x="18786" y="12887"/>
                      <a:pt x="18656" y="12799"/>
                    </a:cubicBezTo>
                    <a:cubicBezTo>
                      <a:pt x="18527" y="12711"/>
                      <a:pt x="17361" y="12312"/>
                      <a:pt x="16728" y="12027"/>
                    </a:cubicBezTo>
                    <a:cubicBezTo>
                      <a:pt x="15821" y="11623"/>
                      <a:pt x="14272" y="10913"/>
                      <a:pt x="13230" y="10358"/>
                    </a:cubicBezTo>
                    <a:cubicBezTo>
                      <a:pt x="12287" y="9855"/>
                      <a:pt x="11359" y="9316"/>
                      <a:pt x="10488" y="8705"/>
                    </a:cubicBezTo>
                    <a:cubicBezTo>
                      <a:pt x="9415" y="7948"/>
                      <a:pt x="7747" y="6580"/>
                      <a:pt x="6798" y="5823"/>
                    </a:cubicBezTo>
                    <a:cubicBezTo>
                      <a:pt x="6124" y="5279"/>
                      <a:pt x="5383" y="4703"/>
                      <a:pt x="4803" y="4164"/>
                    </a:cubicBezTo>
                    <a:cubicBezTo>
                      <a:pt x="4274" y="3667"/>
                      <a:pt x="3626" y="2998"/>
                      <a:pt x="3320" y="2578"/>
                    </a:cubicBezTo>
                    <a:cubicBezTo>
                      <a:pt x="3134" y="2324"/>
                      <a:pt x="2937" y="1878"/>
                      <a:pt x="2983" y="1681"/>
                    </a:cubicBezTo>
                    <a:cubicBezTo>
                      <a:pt x="3035" y="1490"/>
                      <a:pt x="3414" y="1298"/>
                      <a:pt x="3605" y="1417"/>
                    </a:cubicBezTo>
                    <a:cubicBezTo>
                      <a:pt x="3947" y="1630"/>
                      <a:pt x="4580" y="2542"/>
                      <a:pt x="5041" y="2967"/>
                    </a:cubicBezTo>
                    <a:cubicBezTo>
                      <a:pt x="5445" y="3335"/>
                      <a:pt x="5922" y="3630"/>
                      <a:pt x="6352" y="3957"/>
                    </a:cubicBezTo>
                    <a:cubicBezTo>
                      <a:pt x="6783" y="4273"/>
                      <a:pt x="7197" y="4610"/>
                      <a:pt x="7638" y="4916"/>
                    </a:cubicBezTo>
                    <a:cubicBezTo>
                      <a:pt x="8099" y="5237"/>
                      <a:pt x="8638" y="5548"/>
                      <a:pt x="9130" y="5880"/>
                    </a:cubicBezTo>
                    <a:cubicBezTo>
                      <a:pt x="9700" y="6263"/>
                      <a:pt x="10405" y="6792"/>
                      <a:pt x="11069" y="7217"/>
                    </a:cubicBezTo>
                    <a:cubicBezTo>
                      <a:pt x="11732" y="7647"/>
                      <a:pt x="12421" y="8103"/>
                      <a:pt x="13142" y="8471"/>
                    </a:cubicBezTo>
                    <a:cubicBezTo>
                      <a:pt x="13935" y="8870"/>
                      <a:pt x="14894" y="9378"/>
                      <a:pt x="15842" y="9632"/>
                    </a:cubicBezTo>
                    <a:cubicBezTo>
                      <a:pt x="16811" y="9892"/>
                      <a:pt x="18750" y="10063"/>
                      <a:pt x="18952" y="10026"/>
                    </a:cubicBezTo>
                    <a:cubicBezTo>
                      <a:pt x="19149" y="9995"/>
                      <a:pt x="17672" y="9658"/>
                      <a:pt x="17050" y="9430"/>
                    </a:cubicBezTo>
                    <a:cubicBezTo>
                      <a:pt x="16189" y="9114"/>
                      <a:pt x="14717" y="8580"/>
                      <a:pt x="13795" y="8140"/>
                    </a:cubicBezTo>
                    <a:cubicBezTo>
                      <a:pt x="12997" y="7761"/>
                      <a:pt x="12250" y="7279"/>
                      <a:pt x="11514" y="6792"/>
                    </a:cubicBezTo>
                    <a:cubicBezTo>
                      <a:pt x="10773" y="6300"/>
                      <a:pt x="10063" y="5698"/>
                      <a:pt x="9348" y="5196"/>
                    </a:cubicBezTo>
                    <a:cubicBezTo>
                      <a:pt x="8654" y="4714"/>
                      <a:pt x="7897" y="4299"/>
                      <a:pt x="7233" y="3801"/>
                    </a:cubicBezTo>
                    <a:cubicBezTo>
                      <a:pt x="6580" y="3314"/>
                      <a:pt x="5891" y="2848"/>
                      <a:pt x="5362" y="2231"/>
                    </a:cubicBezTo>
                    <a:cubicBezTo>
                      <a:pt x="4834" y="1609"/>
                      <a:pt x="4720" y="220"/>
                      <a:pt x="4051" y="95"/>
                    </a:cubicBezTo>
                    <a:cubicBezTo>
                      <a:pt x="3383" y="-29"/>
                      <a:pt x="2019" y="1096"/>
                      <a:pt x="1346" y="1479"/>
                    </a:cubicBezTo>
                    <a:cubicBezTo>
                      <a:pt x="884" y="1733"/>
                      <a:pt x="-38" y="1832"/>
                      <a:pt x="24" y="2360"/>
                    </a:cubicBezTo>
                  </a:path>
                </a:pathLst>
              </a:custGeom>
              <a:solidFill>
                <a:srgbClr val="000000"/>
              </a:solidFill>
              <a:ln w="5172" cap="flat">
                <a:noFill/>
                <a:prstDash val="solid"/>
                <a:round/>
              </a:ln>
            </p:spPr>
            <p:txBody>
              <a:bodyPr/>
              <a:lstStyle/>
              <a:p>
                <a:endParaRPr lang="en-US" dirty="0"/>
              </a:p>
            </p:txBody>
          </p:sp>
          <p:sp>
            <p:nvSpPr>
              <p:cNvPr id="121" name="Freeform: Shape 120">
                <a:extLst>
                  <a:ext uri="{FF2B5EF4-FFF2-40B4-BE49-F238E27FC236}">
                    <a16:creationId xmlns:a16="http://schemas.microsoft.com/office/drawing/2014/main" id="{900234FF-3D04-50C2-459C-2BCE0FE3C09C}"/>
                  </a:ext>
                </a:extLst>
              </p:cNvPr>
              <p:cNvSpPr/>
              <p:nvPr/>
            </p:nvSpPr>
            <p:spPr>
              <a:xfrm rot="-2984618" flipV="1">
                <a:off x="3136258" y="1525330"/>
                <a:ext cx="18624" cy="12747"/>
              </a:xfrm>
              <a:custGeom>
                <a:avLst/>
                <a:gdLst>
                  <a:gd name="csX0" fmla="*/ 18400 w 18624"/>
                  <a:gd name="csY0" fmla="*/ 12670 h 12747"/>
                  <a:gd name="csX1" fmla="*/ 14700 w 18624"/>
                  <a:gd name="csY1" fmla="*/ 12707 h 12747"/>
                  <a:gd name="csX2" fmla="*/ 9787 w 18624"/>
                  <a:gd name="csY2" fmla="*/ 12753 h 12747"/>
                  <a:gd name="csX3" fmla="*/ 4044 w 18624"/>
                  <a:gd name="csY3" fmla="*/ 11369 h 12747"/>
                  <a:gd name="csX4" fmla="*/ 3054 w 18624"/>
                  <a:gd name="csY4" fmla="*/ 10732 h 12747"/>
                  <a:gd name="csX5" fmla="*/ 6387 w 18624"/>
                  <a:gd name="csY5" fmla="*/ 11722 h 12747"/>
                  <a:gd name="csX6" fmla="*/ 10175 w 18624"/>
                  <a:gd name="csY6" fmla="*/ 12380 h 12747"/>
                  <a:gd name="csX7" fmla="*/ 17442 w 18624"/>
                  <a:gd name="csY7" fmla="*/ 12193 h 12747"/>
                  <a:gd name="csX8" fmla="*/ 13648 w 18624"/>
                  <a:gd name="csY8" fmla="*/ 11514 h 12747"/>
                  <a:gd name="csX9" fmla="*/ 8688 w 18624"/>
                  <a:gd name="csY9" fmla="*/ 10125 h 12747"/>
                  <a:gd name="csX10" fmla="*/ 3541 w 18624"/>
                  <a:gd name="csY10" fmla="*/ 7617 h 12747"/>
                  <a:gd name="csX11" fmla="*/ 1168 w 18624"/>
                  <a:gd name="csY11" fmla="*/ 5611 h 12747"/>
                  <a:gd name="csX12" fmla="*/ 3966 w 18624"/>
                  <a:gd name="csY12" fmla="*/ 7606 h 12747"/>
                  <a:gd name="csX13" fmla="*/ 8455 w 18624"/>
                  <a:gd name="csY13" fmla="*/ 9664 h 12747"/>
                  <a:gd name="csX14" fmla="*/ 12508 w 18624"/>
                  <a:gd name="csY14" fmla="*/ 10701 h 12747"/>
                  <a:gd name="csX15" fmla="*/ 17193 w 18624"/>
                  <a:gd name="csY15" fmla="*/ 11375 h 12747"/>
                  <a:gd name="csX16" fmla="*/ 17442 w 18624"/>
                  <a:gd name="csY16" fmla="*/ 10390 h 12747"/>
                  <a:gd name="csX17" fmla="*/ 16390 w 18624"/>
                  <a:gd name="csY17" fmla="*/ 10701 h 12747"/>
                  <a:gd name="csX18" fmla="*/ 12020 w 18624"/>
                  <a:gd name="csY18" fmla="*/ 9255 h 12747"/>
                  <a:gd name="csX19" fmla="*/ 7102 w 18624"/>
                  <a:gd name="csY19" fmla="*/ 7073 h 12747"/>
                  <a:gd name="csX20" fmla="*/ 5443 w 18624"/>
                  <a:gd name="csY20" fmla="*/ 6067 h 12747"/>
                  <a:gd name="csX21" fmla="*/ 3184 w 18624"/>
                  <a:gd name="csY21" fmla="*/ 4543 h 12747"/>
                  <a:gd name="csX22" fmla="*/ 841 w 18624"/>
                  <a:gd name="csY22" fmla="*/ 2631 h 12747"/>
                  <a:gd name="csX23" fmla="*/ 43 w 18624"/>
                  <a:gd name="csY23" fmla="*/ 1755 h 12747"/>
                  <a:gd name="csX24" fmla="*/ 1675 w 18624"/>
                  <a:gd name="csY24" fmla="*/ 3035 h 12747"/>
                  <a:gd name="csX25" fmla="*/ 4868 w 18624"/>
                  <a:gd name="csY25" fmla="*/ 5233 h 12747"/>
                  <a:gd name="csX26" fmla="*/ 7677 w 18624"/>
                  <a:gd name="csY26" fmla="*/ 6777 h 12747"/>
                  <a:gd name="csX27" fmla="*/ 12015 w 18624"/>
                  <a:gd name="csY27" fmla="*/ 8534 h 12747"/>
                  <a:gd name="csX28" fmla="*/ 14451 w 18624"/>
                  <a:gd name="csY28" fmla="*/ 9431 h 12747"/>
                  <a:gd name="csX29" fmla="*/ 16561 w 18624"/>
                  <a:gd name="csY29" fmla="*/ 9923 h 12747"/>
                  <a:gd name="csX30" fmla="*/ 17509 w 18624"/>
                  <a:gd name="csY30" fmla="*/ 9763 h 12747"/>
                  <a:gd name="csX31" fmla="*/ 17426 w 18624"/>
                  <a:gd name="csY31" fmla="*/ 9099 h 12747"/>
                  <a:gd name="csX32" fmla="*/ 15369 w 18624"/>
                  <a:gd name="csY32" fmla="*/ 8627 h 12747"/>
                  <a:gd name="csX33" fmla="*/ 13855 w 18624"/>
                  <a:gd name="csY33" fmla="*/ 7985 h 12747"/>
                  <a:gd name="csX34" fmla="*/ 12378 w 18624"/>
                  <a:gd name="csY34" fmla="*/ 7352 h 12747"/>
                  <a:gd name="csX35" fmla="*/ 10797 w 18624"/>
                  <a:gd name="csY35" fmla="*/ 6539 h 12747"/>
                  <a:gd name="csX36" fmla="*/ 8672 w 18624"/>
                  <a:gd name="csY36" fmla="*/ 5533 h 12747"/>
                  <a:gd name="csX37" fmla="*/ 6552 w 18624"/>
                  <a:gd name="csY37" fmla="*/ 4362 h 12747"/>
                  <a:gd name="csX38" fmla="*/ 4194 w 18624"/>
                  <a:gd name="csY38" fmla="*/ 2605 h 12747"/>
                  <a:gd name="csX39" fmla="*/ 2297 w 18624"/>
                  <a:gd name="csY39" fmla="*/ 112 h 12747"/>
                  <a:gd name="csX40" fmla="*/ 3764 w 18624"/>
                  <a:gd name="csY40" fmla="*/ 1459 h 12747"/>
                  <a:gd name="csX41" fmla="*/ 6506 w 18624"/>
                  <a:gd name="csY41" fmla="*/ 3631 h 12747"/>
                  <a:gd name="csX42" fmla="*/ 8817 w 18624"/>
                  <a:gd name="csY42" fmla="*/ 4932 h 12747"/>
                  <a:gd name="csX43" fmla="*/ 11279 w 18624"/>
                  <a:gd name="csY43" fmla="*/ 6015 h 12747"/>
                  <a:gd name="csX44" fmla="*/ 13549 w 18624"/>
                  <a:gd name="csY44" fmla="*/ 7150 h 12747"/>
                  <a:gd name="csX45" fmla="*/ 15845 w 18624"/>
                  <a:gd name="csY45" fmla="*/ 7980 h 12747"/>
                  <a:gd name="csX46" fmla="*/ 18349 w 18624"/>
                  <a:gd name="csY46" fmla="*/ 8047 h 12747"/>
                  <a:gd name="csX47" fmla="*/ 18504 w 18624"/>
                  <a:gd name="csY47" fmla="*/ 11079 h 12747"/>
                  <a:gd name="csX48" fmla="*/ 18400 w 18624"/>
                  <a:gd name="csY48" fmla="*/ 12670 h 12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624" h="12747">
                    <a:moveTo>
                      <a:pt x="18400" y="12670"/>
                    </a:moveTo>
                    <a:cubicBezTo>
                      <a:pt x="17763" y="12940"/>
                      <a:pt x="15933" y="12696"/>
                      <a:pt x="14700" y="12707"/>
                    </a:cubicBezTo>
                    <a:cubicBezTo>
                      <a:pt x="13264" y="12722"/>
                      <a:pt x="11414" y="12961"/>
                      <a:pt x="9787" y="12753"/>
                    </a:cubicBezTo>
                    <a:cubicBezTo>
                      <a:pt x="8014" y="12530"/>
                      <a:pt x="5169" y="11701"/>
                      <a:pt x="4044" y="11369"/>
                    </a:cubicBezTo>
                    <a:cubicBezTo>
                      <a:pt x="3671" y="11255"/>
                      <a:pt x="2665" y="10675"/>
                      <a:pt x="3054" y="10732"/>
                    </a:cubicBezTo>
                    <a:cubicBezTo>
                      <a:pt x="3443" y="10794"/>
                      <a:pt x="5257" y="11463"/>
                      <a:pt x="6387" y="11722"/>
                    </a:cubicBezTo>
                    <a:cubicBezTo>
                      <a:pt x="7574" y="11997"/>
                      <a:pt x="8895" y="12328"/>
                      <a:pt x="10175" y="12380"/>
                    </a:cubicBezTo>
                    <a:cubicBezTo>
                      <a:pt x="12020" y="12458"/>
                      <a:pt x="16861" y="12344"/>
                      <a:pt x="17442" y="12193"/>
                    </a:cubicBezTo>
                    <a:cubicBezTo>
                      <a:pt x="18017" y="12054"/>
                      <a:pt x="14897" y="11810"/>
                      <a:pt x="13648" y="11514"/>
                    </a:cubicBezTo>
                    <a:cubicBezTo>
                      <a:pt x="12186" y="11172"/>
                      <a:pt x="10295" y="10742"/>
                      <a:pt x="8688" y="10125"/>
                    </a:cubicBezTo>
                    <a:cubicBezTo>
                      <a:pt x="7009" y="9478"/>
                      <a:pt x="4796" y="8368"/>
                      <a:pt x="3541" y="7617"/>
                    </a:cubicBezTo>
                    <a:cubicBezTo>
                      <a:pt x="2655" y="7083"/>
                      <a:pt x="1095" y="5616"/>
                      <a:pt x="1168" y="5611"/>
                    </a:cubicBezTo>
                    <a:cubicBezTo>
                      <a:pt x="1235" y="5611"/>
                      <a:pt x="2966" y="7052"/>
                      <a:pt x="3966" y="7606"/>
                    </a:cubicBezTo>
                    <a:cubicBezTo>
                      <a:pt x="5184" y="8280"/>
                      <a:pt x="7034" y="9151"/>
                      <a:pt x="8455" y="9664"/>
                    </a:cubicBezTo>
                    <a:cubicBezTo>
                      <a:pt x="9766" y="10141"/>
                      <a:pt x="11139" y="10431"/>
                      <a:pt x="12508" y="10701"/>
                    </a:cubicBezTo>
                    <a:cubicBezTo>
                      <a:pt x="13964" y="10986"/>
                      <a:pt x="16369" y="11432"/>
                      <a:pt x="17193" y="11375"/>
                    </a:cubicBezTo>
                    <a:cubicBezTo>
                      <a:pt x="17535" y="11359"/>
                      <a:pt x="17576" y="10499"/>
                      <a:pt x="17442" y="10390"/>
                    </a:cubicBezTo>
                    <a:cubicBezTo>
                      <a:pt x="17312" y="10276"/>
                      <a:pt x="16747" y="10773"/>
                      <a:pt x="16390" y="10701"/>
                    </a:cubicBezTo>
                    <a:cubicBezTo>
                      <a:pt x="15483" y="10509"/>
                      <a:pt x="13446" y="9814"/>
                      <a:pt x="12020" y="9255"/>
                    </a:cubicBezTo>
                    <a:cubicBezTo>
                      <a:pt x="10471" y="8653"/>
                      <a:pt x="8195" y="7601"/>
                      <a:pt x="7102" y="7073"/>
                    </a:cubicBezTo>
                    <a:cubicBezTo>
                      <a:pt x="6521" y="6793"/>
                      <a:pt x="5988" y="6414"/>
                      <a:pt x="5443" y="6067"/>
                    </a:cubicBezTo>
                    <a:cubicBezTo>
                      <a:pt x="4796" y="5647"/>
                      <a:pt x="3914" y="5087"/>
                      <a:pt x="3184" y="4543"/>
                    </a:cubicBezTo>
                    <a:cubicBezTo>
                      <a:pt x="2422" y="3973"/>
                      <a:pt x="1364" y="3097"/>
                      <a:pt x="841" y="2631"/>
                    </a:cubicBezTo>
                    <a:cubicBezTo>
                      <a:pt x="546" y="2371"/>
                      <a:pt x="-92" y="1682"/>
                      <a:pt x="43" y="1755"/>
                    </a:cubicBezTo>
                    <a:cubicBezTo>
                      <a:pt x="183" y="1817"/>
                      <a:pt x="1116" y="2631"/>
                      <a:pt x="1675" y="3035"/>
                    </a:cubicBezTo>
                    <a:cubicBezTo>
                      <a:pt x="2479" y="3615"/>
                      <a:pt x="3868" y="4611"/>
                      <a:pt x="4868" y="5233"/>
                    </a:cubicBezTo>
                    <a:cubicBezTo>
                      <a:pt x="5775" y="5797"/>
                      <a:pt x="6708" y="6331"/>
                      <a:pt x="7677" y="6777"/>
                    </a:cubicBezTo>
                    <a:cubicBezTo>
                      <a:pt x="8869" y="7327"/>
                      <a:pt x="10885" y="8088"/>
                      <a:pt x="12015" y="8534"/>
                    </a:cubicBezTo>
                    <a:cubicBezTo>
                      <a:pt x="12819" y="8850"/>
                      <a:pt x="13694" y="9198"/>
                      <a:pt x="14451" y="9431"/>
                    </a:cubicBezTo>
                    <a:cubicBezTo>
                      <a:pt x="15140" y="9643"/>
                      <a:pt x="16047" y="9866"/>
                      <a:pt x="16561" y="9923"/>
                    </a:cubicBezTo>
                    <a:cubicBezTo>
                      <a:pt x="16877" y="9960"/>
                      <a:pt x="17364" y="9903"/>
                      <a:pt x="17509" y="9763"/>
                    </a:cubicBezTo>
                    <a:cubicBezTo>
                      <a:pt x="17649" y="9628"/>
                      <a:pt x="17623" y="9203"/>
                      <a:pt x="17426" y="9099"/>
                    </a:cubicBezTo>
                    <a:cubicBezTo>
                      <a:pt x="17068" y="8907"/>
                      <a:pt x="15965" y="8814"/>
                      <a:pt x="15369" y="8627"/>
                    </a:cubicBezTo>
                    <a:cubicBezTo>
                      <a:pt x="14845" y="8462"/>
                      <a:pt x="14353" y="8197"/>
                      <a:pt x="13855" y="7985"/>
                    </a:cubicBezTo>
                    <a:cubicBezTo>
                      <a:pt x="13363" y="7772"/>
                      <a:pt x="12865" y="7580"/>
                      <a:pt x="12378" y="7352"/>
                    </a:cubicBezTo>
                    <a:cubicBezTo>
                      <a:pt x="11870" y="7114"/>
                      <a:pt x="11331" y="6803"/>
                      <a:pt x="10797" y="6539"/>
                    </a:cubicBezTo>
                    <a:cubicBezTo>
                      <a:pt x="10180" y="6238"/>
                      <a:pt x="9372" y="5891"/>
                      <a:pt x="8672" y="5533"/>
                    </a:cubicBezTo>
                    <a:cubicBezTo>
                      <a:pt x="7967" y="5170"/>
                      <a:pt x="7226" y="4808"/>
                      <a:pt x="6552" y="4362"/>
                    </a:cubicBezTo>
                    <a:cubicBezTo>
                      <a:pt x="5806" y="3875"/>
                      <a:pt x="4889" y="3299"/>
                      <a:pt x="4194" y="2605"/>
                    </a:cubicBezTo>
                    <a:cubicBezTo>
                      <a:pt x="3484" y="1895"/>
                      <a:pt x="2365" y="303"/>
                      <a:pt x="2297" y="112"/>
                    </a:cubicBezTo>
                    <a:cubicBezTo>
                      <a:pt x="2225" y="-80"/>
                      <a:pt x="3256" y="1034"/>
                      <a:pt x="3764" y="1459"/>
                    </a:cubicBezTo>
                    <a:cubicBezTo>
                      <a:pt x="4469" y="2045"/>
                      <a:pt x="5666" y="3056"/>
                      <a:pt x="6506" y="3631"/>
                    </a:cubicBezTo>
                    <a:cubicBezTo>
                      <a:pt x="7237" y="4134"/>
                      <a:pt x="8030" y="4538"/>
                      <a:pt x="8817" y="4932"/>
                    </a:cubicBezTo>
                    <a:cubicBezTo>
                      <a:pt x="9616" y="5326"/>
                      <a:pt x="10491" y="5647"/>
                      <a:pt x="11279" y="6015"/>
                    </a:cubicBezTo>
                    <a:cubicBezTo>
                      <a:pt x="12046" y="6373"/>
                      <a:pt x="12787" y="6819"/>
                      <a:pt x="13549" y="7150"/>
                    </a:cubicBezTo>
                    <a:cubicBezTo>
                      <a:pt x="14296" y="7472"/>
                      <a:pt x="15047" y="7829"/>
                      <a:pt x="15845" y="7980"/>
                    </a:cubicBezTo>
                    <a:cubicBezTo>
                      <a:pt x="16649" y="8130"/>
                      <a:pt x="17903" y="7534"/>
                      <a:pt x="18349" y="8047"/>
                    </a:cubicBezTo>
                    <a:cubicBezTo>
                      <a:pt x="18789" y="8565"/>
                      <a:pt x="18499" y="10312"/>
                      <a:pt x="18504" y="11079"/>
                    </a:cubicBezTo>
                    <a:cubicBezTo>
                      <a:pt x="18509" y="11613"/>
                      <a:pt x="18888" y="12463"/>
                      <a:pt x="18400" y="12670"/>
                    </a:cubicBezTo>
                  </a:path>
                </a:pathLst>
              </a:custGeom>
              <a:solidFill>
                <a:srgbClr val="000000"/>
              </a:solidFill>
              <a:ln w="5172" cap="flat">
                <a:noFill/>
                <a:prstDash val="solid"/>
                <a:round/>
              </a:ln>
            </p:spPr>
            <p:txBody>
              <a:bodyPr/>
              <a:lstStyle/>
              <a:p>
                <a:endParaRPr lang="en-US" dirty="0"/>
              </a:p>
            </p:txBody>
          </p:sp>
        </p:grpSp>
        <p:sp>
          <p:nvSpPr>
            <p:cNvPr id="118" name="Freeform: Shape 117">
              <a:extLst>
                <a:ext uri="{FF2B5EF4-FFF2-40B4-BE49-F238E27FC236}">
                  <a16:creationId xmlns:a16="http://schemas.microsoft.com/office/drawing/2014/main" id="{5A31BFC8-A8E5-EA69-1405-1047BBFE94BF}"/>
                </a:ext>
              </a:extLst>
            </p:cNvPr>
            <p:cNvSpPr/>
            <p:nvPr/>
          </p:nvSpPr>
          <p:spPr>
            <a:xfrm rot="16641413">
              <a:off x="3247155" y="1529886"/>
              <a:ext cx="18290" cy="17318"/>
            </a:xfrm>
            <a:custGeom>
              <a:avLst/>
              <a:gdLst>
                <a:gd name="csX0" fmla="*/ -148 w 18290"/>
                <a:gd name="csY0" fmla="*/ 132 h 17318"/>
                <a:gd name="csX1" fmla="*/ 18142 w 18290"/>
                <a:gd name="csY1" fmla="*/ 132 h 17318"/>
              </a:gdLst>
              <a:ahLst/>
              <a:cxnLst>
                <a:cxn ang="0">
                  <a:pos x="csX0" y="csY0"/>
                </a:cxn>
                <a:cxn ang="0">
                  <a:pos x="csX1" y="csY1"/>
                </a:cxn>
              </a:cxnLst>
              <a:rect l="l" t="t" r="r" b="b"/>
              <a:pathLst>
                <a:path w="18290" h="17318">
                  <a:moveTo>
                    <a:pt x="-148" y="132"/>
                  </a:moveTo>
                  <a:lnTo>
                    <a:pt x="18142" y="132"/>
                  </a:lnTo>
                </a:path>
              </a:pathLst>
            </a:custGeom>
            <a:solidFill>
              <a:srgbClr val="AAEEFF"/>
            </a:solidFill>
            <a:ln w="12700" cap="rnd">
              <a:solidFill>
                <a:srgbClr val="ABC837"/>
              </a:solidFill>
              <a:prstDash val="solid"/>
              <a:bevel/>
            </a:ln>
          </p:spPr>
          <p:txBody>
            <a:bodyPr/>
            <a:lstStyle/>
            <a:p>
              <a:endParaRPr lang="en-US" dirty="0"/>
            </a:p>
          </p:txBody>
        </p:sp>
      </p:grpSp>
      <p:grpSp>
        <p:nvGrpSpPr>
          <p:cNvPr id="96" name="Graphic 4">
            <a:extLst>
              <a:ext uri="{FF2B5EF4-FFF2-40B4-BE49-F238E27FC236}">
                <a16:creationId xmlns:a16="http://schemas.microsoft.com/office/drawing/2014/main" id="{0C73BA89-A6B6-4375-CE77-FD48C69678A7}"/>
              </a:ext>
            </a:extLst>
          </p:cNvPr>
          <p:cNvGrpSpPr/>
          <p:nvPr/>
        </p:nvGrpSpPr>
        <p:grpSpPr>
          <a:xfrm rot="19855675">
            <a:off x="2668686" y="3786074"/>
            <a:ext cx="189756" cy="491382"/>
            <a:chOff x="3192531" y="1795139"/>
            <a:chExt cx="93032" cy="240910"/>
          </a:xfrm>
        </p:grpSpPr>
        <p:grpSp>
          <p:nvGrpSpPr>
            <p:cNvPr id="112" name="Graphic 4">
              <a:extLst>
                <a:ext uri="{FF2B5EF4-FFF2-40B4-BE49-F238E27FC236}">
                  <a16:creationId xmlns:a16="http://schemas.microsoft.com/office/drawing/2014/main" id="{84C7075A-AF77-FB01-4E7E-2886B60C520C}"/>
                </a:ext>
              </a:extLst>
            </p:cNvPr>
            <p:cNvGrpSpPr/>
            <p:nvPr/>
          </p:nvGrpSpPr>
          <p:grpSpPr>
            <a:xfrm>
              <a:off x="3198101" y="1802894"/>
              <a:ext cx="86422" cy="233155"/>
              <a:chOff x="3198101" y="1802894"/>
              <a:chExt cx="86422" cy="233155"/>
            </a:xfrm>
          </p:grpSpPr>
          <p:sp>
            <p:nvSpPr>
              <p:cNvPr id="115" name="Freeform: Shape 114">
                <a:extLst>
                  <a:ext uri="{FF2B5EF4-FFF2-40B4-BE49-F238E27FC236}">
                    <a16:creationId xmlns:a16="http://schemas.microsoft.com/office/drawing/2014/main" id="{BE0D5B16-85FD-B843-43DE-F01155B8FDC8}"/>
                  </a:ext>
                </a:extLst>
              </p:cNvPr>
              <p:cNvSpPr/>
              <p:nvPr/>
            </p:nvSpPr>
            <p:spPr>
              <a:xfrm rot="-10286683" flipV="1">
                <a:off x="3214748" y="1805579"/>
                <a:ext cx="53128" cy="227785"/>
              </a:xfrm>
              <a:custGeom>
                <a:avLst/>
                <a:gdLst>
                  <a:gd name="csX0" fmla="*/ 20010 w 53128"/>
                  <a:gd name="csY0" fmla="*/ 225117 h 227785"/>
                  <a:gd name="csX1" fmla="*/ 12487 w 53128"/>
                  <a:gd name="csY1" fmla="*/ 208627 h 227785"/>
                  <a:gd name="csX2" fmla="*/ 16556 w 53128"/>
                  <a:gd name="csY2" fmla="*/ 189312 h 227785"/>
                  <a:gd name="csX3" fmla="*/ 27847 w 53128"/>
                  <a:gd name="csY3" fmla="*/ 173092 h 227785"/>
                  <a:gd name="csX4" fmla="*/ 38666 w 53128"/>
                  <a:gd name="csY4" fmla="*/ 152359 h 227785"/>
                  <a:gd name="csX5" fmla="*/ 35085 w 53128"/>
                  <a:gd name="csY5" fmla="*/ 139722 h 227785"/>
                  <a:gd name="csX6" fmla="*/ 31760 w 53128"/>
                  <a:gd name="csY6" fmla="*/ 132303 h 227785"/>
                  <a:gd name="csX7" fmla="*/ 29967 w 53128"/>
                  <a:gd name="csY7" fmla="*/ 128140 h 227785"/>
                  <a:gd name="csX8" fmla="*/ 28138 w 53128"/>
                  <a:gd name="csY8" fmla="*/ 127871 h 227785"/>
                  <a:gd name="csX9" fmla="*/ 25018 w 53128"/>
                  <a:gd name="csY9" fmla="*/ 126935 h 227785"/>
                  <a:gd name="csX10" fmla="*/ 23563 w 53128"/>
                  <a:gd name="csY10" fmla="*/ 126267 h 227785"/>
                  <a:gd name="csX11" fmla="*/ 22906 w 53128"/>
                  <a:gd name="csY11" fmla="*/ 127917 h 227785"/>
                  <a:gd name="csX12" fmla="*/ 18673 w 53128"/>
                  <a:gd name="csY12" fmla="*/ 130203 h 227785"/>
                  <a:gd name="csX13" fmla="*/ 19600 w 53128"/>
                  <a:gd name="csY13" fmla="*/ 130678 h 227785"/>
                  <a:gd name="csX14" fmla="*/ 17235 w 53128"/>
                  <a:gd name="csY14" fmla="*/ 129593 h 227785"/>
                  <a:gd name="csX15" fmla="*/ 16200 w 53128"/>
                  <a:gd name="csY15" fmla="*/ 129025 h 227785"/>
                  <a:gd name="csX16" fmla="*/ 12249 w 53128"/>
                  <a:gd name="csY16" fmla="*/ 123865 h 227785"/>
                  <a:gd name="csX17" fmla="*/ 10410 w 53128"/>
                  <a:gd name="csY17" fmla="*/ 122046 h 227785"/>
                  <a:gd name="csX18" fmla="*/ 7850 w 53128"/>
                  <a:gd name="csY18" fmla="*/ 118924 h 227785"/>
                  <a:gd name="csX19" fmla="*/ 4865 w 53128"/>
                  <a:gd name="csY19" fmla="*/ 113660 h 227785"/>
                  <a:gd name="csX20" fmla="*/ 970 w 53128"/>
                  <a:gd name="csY20" fmla="*/ 85795 h 227785"/>
                  <a:gd name="csX21" fmla="*/ 2873 w 53128"/>
                  <a:gd name="csY21" fmla="*/ 59426 h 227785"/>
                  <a:gd name="csX22" fmla="*/ 7131 w 53128"/>
                  <a:gd name="csY22" fmla="*/ 35737 h 227785"/>
                  <a:gd name="csX23" fmla="*/ 7911 w 53128"/>
                  <a:gd name="csY23" fmla="*/ 33099 h 227785"/>
                  <a:gd name="csX24" fmla="*/ 7011 w 53128"/>
                  <a:gd name="csY24" fmla="*/ 32141 h 227785"/>
                  <a:gd name="csX25" fmla="*/ 10603 w 53128"/>
                  <a:gd name="csY25" fmla="*/ 26859 h 227785"/>
                  <a:gd name="csX26" fmla="*/ 17794 w 53128"/>
                  <a:gd name="csY26" fmla="*/ 17820 h 227785"/>
                  <a:gd name="csX27" fmla="*/ 25120 w 53128"/>
                  <a:gd name="csY27" fmla="*/ 8208 h 227785"/>
                  <a:gd name="csX28" fmla="*/ 29186 w 53128"/>
                  <a:gd name="csY28" fmla="*/ 3965 h 227785"/>
                  <a:gd name="csX29" fmla="*/ 30950 w 53128"/>
                  <a:gd name="csY29" fmla="*/ 1849 h 227785"/>
                  <a:gd name="csX30" fmla="*/ 32491 w 53128"/>
                  <a:gd name="csY30" fmla="*/ 665 h 227785"/>
                  <a:gd name="csX31" fmla="*/ 36382 w 53128"/>
                  <a:gd name="csY31" fmla="*/ 1744 h 227785"/>
                  <a:gd name="csX32" fmla="*/ 37031 w 53128"/>
                  <a:gd name="csY32" fmla="*/ 3342 h 227785"/>
                  <a:gd name="csX33" fmla="*/ 37453 w 53128"/>
                  <a:gd name="csY33" fmla="*/ 4951 h 227785"/>
                  <a:gd name="csX34" fmla="*/ 38411 w 53128"/>
                  <a:gd name="csY34" fmla="*/ 6884 h 227785"/>
                  <a:gd name="csX35" fmla="*/ 38868 w 53128"/>
                  <a:gd name="csY35" fmla="*/ 8173 h 227785"/>
                  <a:gd name="csX36" fmla="*/ 41743 w 53128"/>
                  <a:gd name="csY36" fmla="*/ 13102 h 227785"/>
                  <a:gd name="csX37" fmla="*/ 45017 w 53128"/>
                  <a:gd name="csY37" fmla="*/ 26518 h 227785"/>
                  <a:gd name="csX38" fmla="*/ 46012 w 53128"/>
                  <a:gd name="csY38" fmla="*/ 32427 h 227785"/>
                  <a:gd name="csX39" fmla="*/ 47651 w 53128"/>
                  <a:gd name="csY39" fmla="*/ 36010 h 227785"/>
                  <a:gd name="csX40" fmla="*/ 47366 w 53128"/>
                  <a:gd name="csY40" fmla="*/ 38947 h 227785"/>
                  <a:gd name="csX41" fmla="*/ 45648 w 53128"/>
                  <a:gd name="csY41" fmla="*/ 39676 h 227785"/>
                  <a:gd name="csX42" fmla="*/ 45174 w 53128"/>
                  <a:gd name="csY42" fmla="*/ 44776 h 227785"/>
                  <a:gd name="csX43" fmla="*/ 45118 w 53128"/>
                  <a:gd name="csY43" fmla="*/ 62481 h 227785"/>
                  <a:gd name="csX44" fmla="*/ 45316 w 53128"/>
                  <a:gd name="csY44" fmla="*/ 70159 h 227785"/>
                  <a:gd name="csX45" fmla="*/ 51242 w 53128"/>
                  <a:gd name="csY45" fmla="*/ 89760 h 227785"/>
                  <a:gd name="csX46" fmla="*/ 49931 w 53128"/>
                  <a:gd name="csY46" fmla="*/ 111076 h 227785"/>
                  <a:gd name="csX47" fmla="*/ 43568 w 53128"/>
                  <a:gd name="csY47" fmla="*/ 119617 h 227785"/>
                  <a:gd name="csX48" fmla="*/ 37732 w 53128"/>
                  <a:gd name="csY48" fmla="*/ 125234 h 227785"/>
                  <a:gd name="csX49" fmla="*/ 36169 w 53128"/>
                  <a:gd name="csY49" fmla="*/ 126475 h 227785"/>
                  <a:gd name="csX50" fmla="*/ 39063 w 53128"/>
                  <a:gd name="csY50" fmla="*/ 132570 h 227785"/>
                  <a:gd name="csX51" fmla="*/ 45331 w 53128"/>
                  <a:gd name="csY51" fmla="*/ 151968 h 227785"/>
                  <a:gd name="csX52" fmla="*/ 40198 w 53128"/>
                  <a:gd name="csY52" fmla="*/ 167898 h 227785"/>
                  <a:gd name="csX53" fmla="*/ 32865 w 53128"/>
                  <a:gd name="csY53" fmla="*/ 176040 h 227785"/>
                  <a:gd name="csX54" fmla="*/ 24397 w 53128"/>
                  <a:gd name="csY54" fmla="*/ 185684 h 227785"/>
                  <a:gd name="csX55" fmla="*/ 22073 w 53128"/>
                  <a:gd name="csY55" fmla="*/ 223961 h 227785"/>
                  <a:gd name="csX56" fmla="*/ 23110 w 53128"/>
                  <a:gd name="csY56" fmla="*/ 227846 h 227785"/>
                  <a:gd name="csX57" fmla="*/ 20010 w 53128"/>
                  <a:gd name="csY57" fmla="*/ 225117 h 227785"/>
                  <a:gd name="csX58" fmla="*/ 15771 w 53128"/>
                  <a:gd name="csY58" fmla="*/ 197580 h 227785"/>
                  <a:gd name="csX59" fmla="*/ 30255 w 53128"/>
                  <a:gd name="csY59" fmla="*/ 172820 h 227785"/>
                  <a:gd name="csX60" fmla="*/ 37792 w 53128"/>
                  <a:gd name="csY60" fmla="*/ 164873 h 227785"/>
                  <a:gd name="csX61" fmla="*/ 40835 w 53128"/>
                  <a:gd name="csY61" fmla="*/ 147482 h 227785"/>
                  <a:gd name="csX62" fmla="*/ 36634 w 53128"/>
                  <a:gd name="csY62" fmla="*/ 134053 h 227785"/>
                  <a:gd name="csX63" fmla="*/ 33611 w 53128"/>
                  <a:gd name="csY63" fmla="*/ 127184 h 227785"/>
                  <a:gd name="csX64" fmla="*/ 33611 w 53128"/>
                  <a:gd name="csY64" fmla="*/ 127184 h 227785"/>
                  <a:gd name="csX65" fmla="*/ 33611 w 53128"/>
                  <a:gd name="csY65" fmla="*/ 127184 h 227785"/>
                  <a:gd name="csX66" fmla="*/ 36538 w 53128"/>
                  <a:gd name="csY66" fmla="*/ 134049 h 227785"/>
                  <a:gd name="csX67" fmla="*/ 41232 w 53128"/>
                  <a:gd name="csY67" fmla="*/ 151700 h 227785"/>
                  <a:gd name="csX68" fmla="*/ 40417 w 53128"/>
                  <a:gd name="csY68" fmla="*/ 159530 h 227785"/>
                  <a:gd name="csX69" fmla="*/ 30255 w 53128"/>
                  <a:gd name="csY69" fmla="*/ 172820 h 227785"/>
                  <a:gd name="csX70" fmla="*/ 17973 w 53128"/>
                  <a:gd name="csY70" fmla="*/ 191349 h 227785"/>
                  <a:gd name="csX71" fmla="*/ 14586 w 53128"/>
                  <a:gd name="csY71" fmla="*/ 202987 h 227785"/>
                  <a:gd name="csX72" fmla="*/ 14542 w 53128"/>
                  <a:gd name="csY72" fmla="*/ 202338 h 227785"/>
                  <a:gd name="csX73" fmla="*/ 15771 w 53128"/>
                  <a:gd name="csY73" fmla="*/ 197580 h 227785"/>
                  <a:gd name="csX74" fmla="*/ 47259 w 53128"/>
                  <a:gd name="csY74" fmla="*/ 37136 h 227785"/>
                  <a:gd name="csX75" fmla="*/ 45807 w 53128"/>
                  <a:gd name="csY75" fmla="*/ 34326 h 227785"/>
                  <a:gd name="csX76" fmla="*/ 42397 w 53128"/>
                  <a:gd name="csY76" fmla="*/ 27852 h 227785"/>
                  <a:gd name="csX77" fmla="*/ 39893 w 53128"/>
                  <a:gd name="csY77" fmla="*/ 25753 h 227785"/>
                  <a:gd name="csX78" fmla="*/ 39087 w 53128"/>
                  <a:gd name="csY78" fmla="*/ 28932 h 227785"/>
                  <a:gd name="csX79" fmla="*/ 44915 w 53128"/>
                  <a:gd name="csY79" fmla="*/ 37560 h 227785"/>
                  <a:gd name="csX80" fmla="*/ 47259 w 53128"/>
                  <a:gd name="csY80" fmla="*/ 37136 h 227785"/>
                  <a:gd name="csX81" fmla="*/ 13854 w 53128"/>
                  <a:gd name="csY81" fmla="*/ 31253 h 227785"/>
                  <a:gd name="csX82" fmla="*/ 19645 w 53128"/>
                  <a:gd name="csY82" fmla="*/ 23449 h 227785"/>
                  <a:gd name="csX83" fmla="*/ 15963 w 53128"/>
                  <a:gd name="csY83" fmla="*/ 24671 h 227785"/>
                  <a:gd name="csX84" fmla="*/ 11095 w 53128"/>
                  <a:gd name="csY84" fmla="*/ 28059 h 227785"/>
                  <a:gd name="csX85" fmla="*/ 7668 w 53128"/>
                  <a:gd name="csY85" fmla="*/ 31366 h 227785"/>
                  <a:gd name="csX86" fmla="*/ 13854 w 53128"/>
                  <a:gd name="csY86" fmla="*/ 31253 h 227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53128" h="227785">
                    <a:moveTo>
                      <a:pt x="20010" y="225117"/>
                    </a:moveTo>
                    <a:cubicBezTo>
                      <a:pt x="15953" y="220689"/>
                      <a:pt x="13123" y="214485"/>
                      <a:pt x="12487" y="208627"/>
                    </a:cubicBezTo>
                    <a:cubicBezTo>
                      <a:pt x="11814" y="202436"/>
                      <a:pt x="13106" y="196306"/>
                      <a:pt x="16556" y="189312"/>
                    </a:cubicBezTo>
                    <a:cubicBezTo>
                      <a:pt x="19372" y="183603"/>
                      <a:pt x="22706" y="178814"/>
                      <a:pt x="27847" y="173092"/>
                    </a:cubicBezTo>
                    <a:cubicBezTo>
                      <a:pt x="36860" y="163061"/>
                      <a:pt x="38655" y="159622"/>
                      <a:pt x="38666" y="152359"/>
                    </a:cubicBezTo>
                    <a:cubicBezTo>
                      <a:pt x="38671" y="148718"/>
                      <a:pt x="37697" y="145279"/>
                      <a:pt x="35085" y="139722"/>
                    </a:cubicBezTo>
                    <a:cubicBezTo>
                      <a:pt x="34243" y="137931"/>
                      <a:pt x="32747" y="134593"/>
                      <a:pt x="31760" y="132303"/>
                    </a:cubicBezTo>
                    <a:lnTo>
                      <a:pt x="29967" y="128140"/>
                    </a:lnTo>
                    <a:lnTo>
                      <a:pt x="28138" y="127871"/>
                    </a:lnTo>
                    <a:cubicBezTo>
                      <a:pt x="27133" y="127724"/>
                      <a:pt x="25728" y="127302"/>
                      <a:pt x="25018" y="126935"/>
                    </a:cubicBezTo>
                    <a:cubicBezTo>
                      <a:pt x="24307" y="126567"/>
                      <a:pt x="23653" y="126267"/>
                      <a:pt x="23563" y="126267"/>
                    </a:cubicBezTo>
                    <a:cubicBezTo>
                      <a:pt x="23473" y="126267"/>
                      <a:pt x="23178" y="127009"/>
                      <a:pt x="22906" y="127917"/>
                    </a:cubicBezTo>
                    <a:cubicBezTo>
                      <a:pt x="22152" y="130432"/>
                      <a:pt x="19882" y="131659"/>
                      <a:pt x="18673" y="130203"/>
                    </a:cubicBezTo>
                    <a:cubicBezTo>
                      <a:pt x="18380" y="129849"/>
                      <a:pt x="19918" y="130555"/>
                      <a:pt x="19600" y="130678"/>
                    </a:cubicBezTo>
                    <a:cubicBezTo>
                      <a:pt x="19281" y="130800"/>
                      <a:pt x="17095" y="129818"/>
                      <a:pt x="17235" y="129593"/>
                    </a:cubicBezTo>
                    <a:cubicBezTo>
                      <a:pt x="17235" y="129593"/>
                      <a:pt x="16517" y="129199"/>
                      <a:pt x="16200" y="129025"/>
                    </a:cubicBezTo>
                    <a:cubicBezTo>
                      <a:pt x="15715" y="128963"/>
                      <a:pt x="12603" y="124899"/>
                      <a:pt x="12249" y="123865"/>
                    </a:cubicBezTo>
                    <a:cubicBezTo>
                      <a:pt x="12113" y="123469"/>
                      <a:pt x="11285" y="122650"/>
                      <a:pt x="10410" y="122046"/>
                    </a:cubicBezTo>
                    <a:cubicBezTo>
                      <a:pt x="9450" y="121384"/>
                      <a:pt x="8433" y="120144"/>
                      <a:pt x="7850" y="118924"/>
                    </a:cubicBezTo>
                    <a:cubicBezTo>
                      <a:pt x="7317" y="117811"/>
                      <a:pt x="5974" y="115442"/>
                      <a:pt x="4865" y="113660"/>
                    </a:cubicBezTo>
                    <a:cubicBezTo>
                      <a:pt x="-92" y="105698"/>
                      <a:pt x="-960" y="99492"/>
                      <a:pt x="970" y="85795"/>
                    </a:cubicBezTo>
                    <a:cubicBezTo>
                      <a:pt x="2310" y="76281"/>
                      <a:pt x="2870" y="68521"/>
                      <a:pt x="2873" y="59426"/>
                    </a:cubicBezTo>
                    <a:cubicBezTo>
                      <a:pt x="2876" y="48547"/>
                      <a:pt x="4098" y="41753"/>
                      <a:pt x="7131" y="35737"/>
                    </a:cubicBezTo>
                    <a:cubicBezTo>
                      <a:pt x="7930" y="34153"/>
                      <a:pt x="8212" y="33200"/>
                      <a:pt x="7911" y="33099"/>
                    </a:cubicBezTo>
                    <a:cubicBezTo>
                      <a:pt x="7652" y="33013"/>
                      <a:pt x="7247" y="32582"/>
                      <a:pt x="7011" y="32141"/>
                    </a:cubicBezTo>
                    <a:cubicBezTo>
                      <a:pt x="6436" y="31065"/>
                      <a:pt x="8596" y="27889"/>
                      <a:pt x="10603" y="26859"/>
                    </a:cubicBezTo>
                    <a:cubicBezTo>
                      <a:pt x="12386" y="25944"/>
                      <a:pt x="16177" y="21179"/>
                      <a:pt x="17794" y="17820"/>
                    </a:cubicBezTo>
                    <a:cubicBezTo>
                      <a:pt x="19448" y="14383"/>
                      <a:pt x="22297" y="10645"/>
                      <a:pt x="25120" y="8208"/>
                    </a:cubicBezTo>
                    <a:cubicBezTo>
                      <a:pt x="26423" y="7083"/>
                      <a:pt x="28208" y="5138"/>
                      <a:pt x="29186" y="3965"/>
                    </a:cubicBezTo>
                    <a:lnTo>
                      <a:pt x="30950" y="1849"/>
                    </a:lnTo>
                    <a:cubicBezTo>
                      <a:pt x="31986" y="993"/>
                      <a:pt x="31897" y="1044"/>
                      <a:pt x="32491" y="665"/>
                    </a:cubicBezTo>
                    <a:cubicBezTo>
                      <a:pt x="34607" y="-430"/>
                      <a:pt x="35484" y="-22"/>
                      <a:pt x="36382" y="1744"/>
                    </a:cubicBezTo>
                    <a:cubicBezTo>
                      <a:pt x="36819" y="2603"/>
                      <a:pt x="36740" y="2666"/>
                      <a:pt x="37031" y="3342"/>
                    </a:cubicBezTo>
                    <a:cubicBezTo>
                      <a:pt x="37284" y="4206"/>
                      <a:pt x="37277" y="4340"/>
                      <a:pt x="37453" y="4951"/>
                    </a:cubicBezTo>
                    <a:cubicBezTo>
                      <a:pt x="38072" y="6312"/>
                      <a:pt x="37749" y="5549"/>
                      <a:pt x="38411" y="6884"/>
                    </a:cubicBezTo>
                    <a:lnTo>
                      <a:pt x="38868" y="8173"/>
                    </a:lnTo>
                    <a:cubicBezTo>
                      <a:pt x="39096" y="8982"/>
                      <a:pt x="39968" y="10633"/>
                      <a:pt x="41743" y="13102"/>
                    </a:cubicBezTo>
                    <a:cubicBezTo>
                      <a:pt x="43901" y="16103"/>
                      <a:pt x="45082" y="20945"/>
                      <a:pt x="45017" y="26518"/>
                    </a:cubicBezTo>
                    <a:cubicBezTo>
                      <a:pt x="44968" y="30764"/>
                      <a:pt x="45031" y="31141"/>
                      <a:pt x="46012" y="32427"/>
                    </a:cubicBezTo>
                    <a:cubicBezTo>
                      <a:pt x="46588" y="33182"/>
                      <a:pt x="47326" y="34795"/>
                      <a:pt x="47651" y="36010"/>
                    </a:cubicBezTo>
                    <a:cubicBezTo>
                      <a:pt x="48217" y="38121"/>
                      <a:pt x="48205" y="38251"/>
                      <a:pt x="47366" y="38947"/>
                    </a:cubicBezTo>
                    <a:cubicBezTo>
                      <a:pt x="46883" y="39348"/>
                      <a:pt x="46110" y="39676"/>
                      <a:pt x="45648" y="39676"/>
                    </a:cubicBezTo>
                    <a:cubicBezTo>
                      <a:pt x="44831" y="39676"/>
                      <a:pt x="44818" y="39818"/>
                      <a:pt x="45174" y="44776"/>
                    </a:cubicBezTo>
                    <a:cubicBezTo>
                      <a:pt x="45583" y="50483"/>
                      <a:pt x="45569" y="54953"/>
                      <a:pt x="45118" y="62481"/>
                    </a:cubicBezTo>
                    <a:cubicBezTo>
                      <a:pt x="44908" y="65977"/>
                      <a:pt x="44971" y="68404"/>
                      <a:pt x="45316" y="70159"/>
                    </a:cubicBezTo>
                    <a:cubicBezTo>
                      <a:pt x="45842" y="72832"/>
                      <a:pt x="48413" y="81335"/>
                      <a:pt x="51242" y="89760"/>
                    </a:cubicBezTo>
                    <a:cubicBezTo>
                      <a:pt x="54109" y="98297"/>
                      <a:pt x="53797" y="103370"/>
                      <a:pt x="49931" y="111076"/>
                    </a:cubicBezTo>
                    <a:cubicBezTo>
                      <a:pt x="48143" y="114640"/>
                      <a:pt x="47224" y="115874"/>
                      <a:pt x="43568" y="119617"/>
                    </a:cubicBezTo>
                    <a:cubicBezTo>
                      <a:pt x="41218" y="122024"/>
                      <a:pt x="38592" y="124551"/>
                      <a:pt x="37732" y="125234"/>
                    </a:cubicBezTo>
                    <a:lnTo>
                      <a:pt x="36169" y="126475"/>
                    </a:lnTo>
                    <a:lnTo>
                      <a:pt x="39063" y="132570"/>
                    </a:lnTo>
                    <a:cubicBezTo>
                      <a:pt x="44349" y="143703"/>
                      <a:pt x="45331" y="146742"/>
                      <a:pt x="45331" y="151968"/>
                    </a:cubicBezTo>
                    <a:cubicBezTo>
                      <a:pt x="45331" y="157459"/>
                      <a:pt x="43559" y="162958"/>
                      <a:pt x="40198" y="167898"/>
                    </a:cubicBezTo>
                    <a:cubicBezTo>
                      <a:pt x="39497" y="168928"/>
                      <a:pt x="36197" y="172592"/>
                      <a:pt x="32865" y="176040"/>
                    </a:cubicBezTo>
                    <a:cubicBezTo>
                      <a:pt x="29533" y="179488"/>
                      <a:pt x="25722" y="183828"/>
                      <a:pt x="24397" y="185684"/>
                    </a:cubicBezTo>
                    <a:cubicBezTo>
                      <a:pt x="14356" y="199748"/>
                      <a:pt x="13568" y="212724"/>
                      <a:pt x="22073" y="223961"/>
                    </a:cubicBezTo>
                    <a:cubicBezTo>
                      <a:pt x="24063" y="226591"/>
                      <a:pt x="24398" y="227846"/>
                      <a:pt x="23110" y="227846"/>
                    </a:cubicBezTo>
                    <a:cubicBezTo>
                      <a:pt x="22780" y="227846"/>
                      <a:pt x="21385" y="226618"/>
                      <a:pt x="20010" y="225117"/>
                    </a:cubicBezTo>
                    <a:close/>
                    <a:moveTo>
                      <a:pt x="15771" y="197580"/>
                    </a:moveTo>
                    <a:cubicBezTo>
                      <a:pt x="18540" y="189009"/>
                      <a:pt x="21147" y="182249"/>
                      <a:pt x="30255" y="172820"/>
                    </a:cubicBezTo>
                    <a:cubicBezTo>
                      <a:pt x="33241" y="169729"/>
                      <a:pt x="36926" y="166182"/>
                      <a:pt x="37792" y="164873"/>
                    </a:cubicBezTo>
                    <a:cubicBezTo>
                      <a:pt x="41421" y="159384"/>
                      <a:pt x="42171" y="154137"/>
                      <a:pt x="40835" y="147482"/>
                    </a:cubicBezTo>
                    <a:cubicBezTo>
                      <a:pt x="40423" y="145429"/>
                      <a:pt x="38761" y="138885"/>
                      <a:pt x="36634" y="134053"/>
                    </a:cubicBezTo>
                    <a:lnTo>
                      <a:pt x="33611" y="127184"/>
                    </a:lnTo>
                    <a:lnTo>
                      <a:pt x="33611" y="127184"/>
                    </a:lnTo>
                    <a:cubicBezTo>
                      <a:pt x="32959" y="127411"/>
                      <a:pt x="33609" y="126920"/>
                      <a:pt x="33611" y="127184"/>
                    </a:cubicBezTo>
                    <a:cubicBezTo>
                      <a:pt x="33613" y="127448"/>
                      <a:pt x="35145" y="130958"/>
                      <a:pt x="36538" y="134049"/>
                    </a:cubicBezTo>
                    <a:cubicBezTo>
                      <a:pt x="40922" y="143773"/>
                      <a:pt x="40982" y="146965"/>
                      <a:pt x="41232" y="151700"/>
                    </a:cubicBezTo>
                    <a:cubicBezTo>
                      <a:pt x="41428" y="155405"/>
                      <a:pt x="41343" y="156871"/>
                      <a:pt x="40417" y="159530"/>
                    </a:cubicBezTo>
                    <a:cubicBezTo>
                      <a:pt x="38989" y="163629"/>
                      <a:pt x="35640" y="167085"/>
                      <a:pt x="30255" y="172820"/>
                    </a:cubicBezTo>
                    <a:cubicBezTo>
                      <a:pt x="25093" y="178317"/>
                      <a:pt x="20764" y="185458"/>
                      <a:pt x="17973" y="191349"/>
                    </a:cubicBezTo>
                    <a:cubicBezTo>
                      <a:pt x="15962" y="195596"/>
                      <a:pt x="14515" y="200577"/>
                      <a:pt x="14586" y="202987"/>
                    </a:cubicBezTo>
                    <a:cubicBezTo>
                      <a:pt x="14624" y="204289"/>
                      <a:pt x="14244" y="204112"/>
                      <a:pt x="14542" y="202338"/>
                    </a:cubicBezTo>
                    <a:cubicBezTo>
                      <a:pt x="14726" y="201245"/>
                      <a:pt x="15279" y="199104"/>
                      <a:pt x="15771" y="197580"/>
                    </a:cubicBezTo>
                    <a:close/>
                    <a:moveTo>
                      <a:pt x="47259" y="37136"/>
                    </a:moveTo>
                    <a:cubicBezTo>
                      <a:pt x="47117" y="36426"/>
                      <a:pt x="46463" y="35162"/>
                      <a:pt x="45807" y="34326"/>
                    </a:cubicBezTo>
                    <a:cubicBezTo>
                      <a:pt x="44376" y="32504"/>
                      <a:pt x="43554" y="30944"/>
                      <a:pt x="42397" y="27852"/>
                    </a:cubicBezTo>
                    <a:cubicBezTo>
                      <a:pt x="41373" y="25114"/>
                      <a:pt x="40971" y="24777"/>
                      <a:pt x="39893" y="25753"/>
                    </a:cubicBezTo>
                    <a:cubicBezTo>
                      <a:pt x="39270" y="26317"/>
                      <a:pt x="39087" y="27038"/>
                      <a:pt x="39087" y="28932"/>
                    </a:cubicBezTo>
                    <a:cubicBezTo>
                      <a:pt x="39087" y="32890"/>
                      <a:pt x="41064" y="35817"/>
                      <a:pt x="44915" y="37560"/>
                    </a:cubicBezTo>
                    <a:cubicBezTo>
                      <a:pt x="47392" y="38681"/>
                      <a:pt x="47562" y="38651"/>
                      <a:pt x="47259" y="37136"/>
                    </a:cubicBezTo>
                    <a:close/>
                    <a:moveTo>
                      <a:pt x="13854" y="31253"/>
                    </a:moveTo>
                    <a:cubicBezTo>
                      <a:pt x="17096" y="30285"/>
                      <a:pt x="20303" y="25964"/>
                      <a:pt x="19645" y="23449"/>
                    </a:cubicBezTo>
                    <a:cubicBezTo>
                      <a:pt x="19297" y="22121"/>
                      <a:pt x="18315" y="22446"/>
                      <a:pt x="15963" y="24671"/>
                    </a:cubicBezTo>
                    <a:cubicBezTo>
                      <a:pt x="14763" y="25806"/>
                      <a:pt x="12572" y="27331"/>
                      <a:pt x="11095" y="28059"/>
                    </a:cubicBezTo>
                    <a:cubicBezTo>
                      <a:pt x="8449" y="29364"/>
                      <a:pt x="7185" y="30584"/>
                      <a:pt x="7668" y="31366"/>
                    </a:cubicBezTo>
                    <a:cubicBezTo>
                      <a:pt x="8017" y="31931"/>
                      <a:pt x="11817" y="31862"/>
                      <a:pt x="13854" y="31253"/>
                    </a:cubicBezTo>
                    <a:close/>
                  </a:path>
                </a:pathLst>
              </a:custGeom>
              <a:solidFill>
                <a:srgbClr val="000000"/>
              </a:solidFill>
              <a:ln w="416" cap="flat">
                <a:solidFill>
                  <a:srgbClr val="000000"/>
                </a:solidFill>
                <a:prstDash val="solid"/>
                <a:round/>
              </a:ln>
            </p:spPr>
            <p:txBody>
              <a:bodyPr/>
              <a:lstStyle/>
              <a:p>
                <a:endParaRPr lang="en-US" dirty="0"/>
              </a:p>
            </p:txBody>
          </p:sp>
          <p:sp>
            <p:nvSpPr>
              <p:cNvPr id="116" name="Freeform: Shape 115">
                <a:extLst>
                  <a:ext uri="{FF2B5EF4-FFF2-40B4-BE49-F238E27FC236}">
                    <a16:creationId xmlns:a16="http://schemas.microsoft.com/office/drawing/2014/main" id="{A328A2B8-0489-7960-A4AD-0485CD20B561}"/>
                  </a:ext>
                </a:extLst>
              </p:cNvPr>
              <p:cNvSpPr/>
              <p:nvPr/>
            </p:nvSpPr>
            <p:spPr>
              <a:xfrm rot="-10286683" flipV="1">
                <a:off x="3248275" y="1805861"/>
                <a:ext cx="5562" cy="2344"/>
              </a:xfrm>
              <a:custGeom>
                <a:avLst/>
                <a:gdLst>
                  <a:gd name="csX0" fmla="*/ 263 w 5562"/>
                  <a:gd name="csY0" fmla="*/ 1795 h 2344"/>
                  <a:gd name="csX1" fmla="*/ 887 w 5562"/>
                  <a:gd name="csY1" fmla="*/ 1249 h 2344"/>
                  <a:gd name="csX2" fmla="*/ 1578 w 5562"/>
                  <a:gd name="csY2" fmla="*/ 734 h 2344"/>
                  <a:gd name="csX3" fmla="*/ 2343 w 5562"/>
                  <a:gd name="csY3" fmla="*/ 335 h 2344"/>
                  <a:gd name="csX4" fmla="*/ 3040 w 5562"/>
                  <a:gd name="csY4" fmla="*/ 112 h 2344"/>
                  <a:gd name="csX5" fmla="*/ 3518 w 5562"/>
                  <a:gd name="csY5" fmla="*/ 71 h 2344"/>
                  <a:gd name="csX6" fmla="*/ 3995 w 5562"/>
                  <a:gd name="csY6" fmla="*/ 172 h 2344"/>
                  <a:gd name="csX7" fmla="*/ 4540 w 5562"/>
                  <a:gd name="csY7" fmla="*/ 507 h 2344"/>
                  <a:gd name="csX8" fmla="*/ 4972 w 5562"/>
                  <a:gd name="csY8" fmla="*/ 1008 h 2344"/>
                  <a:gd name="csX9" fmla="*/ 5323 w 5562"/>
                  <a:gd name="csY9" fmla="*/ 1595 h 2344"/>
                  <a:gd name="csX10" fmla="*/ 5561 w 5562"/>
                  <a:gd name="csY10" fmla="*/ 2095 h 2344"/>
                  <a:gd name="csX11" fmla="*/ 5527 w 5562"/>
                  <a:gd name="csY11" fmla="*/ 2271 h 2344"/>
                  <a:gd name="csX12" fmla="*/ 5179 w 5562"/>
                  <a:gd name="csY12" fmla="*/ 2413 h 2344"/>
                  <a:gd name="csX13" fmla="*/ 4196 w 5562"/>
                  <a:gd name="csY13" fmla="*/ 2249 h 2344"/>
                  <a:gd name="csX14" fmla="*/ 3080 w 5562"/>
                  <a:gd name="csY14" fmla="*/ 2126 h 2344"/>
                  <a:gd name="csX15" fmla="*/ 1944 w 5562"/>
                  <a:gd name="csY15" fmla="*/ 2247 h 2344"/>
                  <a:gd name="csX16" fmla="*/ 676 w 5562"/>
                  <a:gd name="csY16" fmla="*/ 2411 h 2344"/>
                  <a:gd name="csX17" fmla="*/ 44 w 5562"/>
                  <a:gd name="csY17" fmla="*/ 2219 h 2344"/>
                  <a:gd name="csX18" fmla="*/ 95 w 5562"/>
                  <a:gd name="csY18" fmla="*/ 1964 h 2344"/>
                  <a:gd name="csX19" fmla="*/ 263 w 5562"/>
                  <a:gd name="csY19" fmla="*/ 1795 h 2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562" h="2344">
                    <a:moveTo>
                      <a:pt x="263" y="1795"/>
                    </a:moveTo>
                    <a:cubicBezTo>
                      <a:pt x="393" y="1678"/>
                      <a:pt x="651" y="1446"/>
                      <a:pt x="887" y="1249"/>
                    </a:cubicBezTo>
                    <a:cubicBezTo>
                      <a:pt x="1122" y="1051"/>
                      <a:pt x="1338" y="885"/>
                      <a:pt x="1578" y="734"/>
                    </a:cubicBezTo>
                    <a:cubicBezTo>
                      <a:pt x="1818" y="583"/>
                      <a:pt x="2088" y="442"/>
                      <a:pt x="2343" y="335"/>
                    </a:cubicBezTo>
                    <a:cubicBezTo>
                      <a:pt x="2598" y="229"/>
                      <a:pt x="2849" y="153"/>
                      <a:pt x="3040" y="112"/>
                    </a:cubicBezTo>
                    <a:cubicBezTo>
                      <a:pt x="3232" y="71"/>
                      <a:pt x="3372" y="63"/>
                      <a:pt x="3518" y="71"/>
                    </a:cubicBezTo>
                    <a:cubicBezTo>
                      <a:pt x="3664" y="79"/>
                      <a:pt x="3818" y="102"/>
                      <a:pt x="3995" y="172"/>
                    </a:cubicBezTo>
                    <a:cubicBezTo>
                      <a:pt x="4171" y="243"/>
                      <a:pt x="4373" y="364"/>
                      <a:pt x="4540" y="507"/>
                    </a:cubicBezTo>
                    <a:cubicBezTo>
                      <a:pt x="4708" y="650"/>
                      <a:pt x="4845" y="822"/>
                      <a:pt x="4972" y="1008"/>
                    </a:cubicBezTo>
                    <a:cubicBezTo>
                      <a:pt x="5099" y="1193"/>
                      <a:pt x="5216" y="1395"/>
                      <a:pt x="5323" y="1595"/>
                    </a:cubicBezTo>
                    <a:cubicBezTo>
                      <a:pt x="5429" y="1794"/>
                      <a:pt x="5523" y="1991"/>
                      <a:pt x="5561" y="2095"/>
                    </a:cubicBezTo>
                    <a:cubicBezTo>
                      <a:pt x="5600" y="2200"/>
                      <a:pt x="5579" y="2213"/>
                      <a:pt x="5527" y="2271"/>
                    </a:cubicBezTo>
                    <a:cubicBezTo>
                      <a:pt x="5476" y="2330"/>
                      <a:pt x="5411" y="2412"/>
                      <a:pt x="5179" y="2413"/>
                    </a:cubicBezTo>
                    <a:cubicBezTo>
                      <a:pt x="4947" y="2415"/>
                      <a:pt x="4575" y="2322"/>
                      <a:pt x="4196" y="2249"/>
                    </a:cubicBezTo>
                    <a:cubicBezTo>
                      <a:pt x="3818" y="2176"/>
                      <a:pt x="3445" y="2126"/>
                      <a:pt x="3080" y="2126"/>
                    </a:cubicBezTo>
                    <a:cubicBezTo>
                      <a:pt x="2716" y="2126"/>
                      <a:pt x="2367" y="2176"/>
                      <a:pt x="1944" y="2247"/>
                    </a:cubicBezTo>
                    <a:cubicBezTo>
                      <a:pt x="1521" y="2319"/>
                      <a:pt x="1030" y="2411"/>
                      <a:pt x="676" y="2411"/>
                    </a:cubicBezTo>
                    <a:cubicBezTo>
                      <a:pt x="322" y="2411"/>
                      <a:pt x="111" y="2319"/>
                      <a:pt x="44" y="2219"/>
                    </a:cubicBezTo>
                    <a:cubicBezTo>
                      <a:pt x="-22" y="2119"/>
                      <a:pt x="56" y="2015"/>
                      <a:pt x="95" y="1964"/>
                    </a:cubicBezTo>
                    <a:cubicBezTo>
                      <a:pt x="133" y="1912"/>
                      <a:pt x="133" y="1912"/>
                      <a:pt x="263" y="1795"/>
                    </a:cubicBezTo>
                    <a:close/>
                  </a:path>
                </a:pathLst>
              </a:custGeom>
              <a:solidFill>
                <a:srgbClr val="FFFFFF"/>
              </a:solidFill>
              <a:ln w="0" cap="flat">
                <a:solidFill>
                  <a:srgbClr val="000000"/>
                </a:solidFill>
                <a:prstDash val="solid"/>
                <a:miter/>
              </a:ln>
            </p:spPr>
            <p:txBody>
              <a:bodyPr/>
              <a:lstStyle/>
              <a:p>
                <a:endParaRPr lang="en-US" dirty="0"/>
              </a:p>
            </p:txBody>
          </p:sp>
        </p:grpSp>
        <p:sp>
          <p:nvSpPr>
            <p:cNvPr id="113" name="Freeform: Shape 112">
              <a:extLst>
                <a:ext uri="{FF2B5EF4-FFF2-40B4-BE49-F238E27FC236}">
                  <a16:creationId xmlns:a16="http://schemas.microsoft.com/office/drawing/2014/main" id="{B8A075F5-CC5D-E018-13A5-8D7D79ED9E6B}"/>
                </a:ext>
              </a:extLst>
            </p:cNvPr>
            <p:cNvSpPr/>
            <p:nvPr/>
          </p:nvSpPr>
          <p:spPr>
            <a:xfrm rot="9339348">
              <a:off x="3228056" y="1801112"/>
              <a:ext cx="18948" cy="14684"/>
            </a:xfrm>
            <a:custGeom>
              <a:avLst/>
              <a:gdLst>
                <a:gd name="csX0" fmla="*/ 29 w 18948"/>
                <a:gd name="csY0" fmla="*/ 2378 h 14684"/>
                <a:gd name="csX1" fmla="*/ 1843 w 18948"/>
                <a:gd name="csY1" fmla="*/ 5602 h 14684"/>
                <a:gd name="csX2" fmla="*/ 4263 w 18948"/>
                <a:gd name="csY2" fmla="*/ 9878 h 14684"/>
                <a:gd name="csX3" fmla="*/ 8337 w 18948"/>
                <a:gd name="csY3" fmla="*/ 14159 h 14684"/>
                <a:gd name="csX4" fmla="*/ 9379 w 18948"/>
                <a:gd name="csY4" fmla="*/ 14698 h 14684"/>
                <a:gd name="csX5" fmla="*/ 6855 w 18948"/>
                <a:gd name="csY5" fmla="*/ 12314 h 14684"/>
                <a:gd name="csX6" fmla="*/ 4388 w 18948"/>
                <a:gd name="csY6" fmla="*/ 9360 h 14684"/>
                <a:gd name="csX7" fmla="*/ 921 w 18948"/>
                <a:gd name="csY7" fmla="*/ 2974 h 14684"/>
                <a:gd name="csX8" fmla="*/ 3403 w 18948"/>
                <a:gd name="csY8" fmla="*/ 5923 h 14684"/>
                <a:gd name="csX9" fmla="*/ 7083 w 18948"/>
                <a:gd name="csY9" fmla="*/ 9515 h 14684"/>
                <a:gd name="csX10" fmla="*/ 11830 w 18948"/>
                <a:gd name="csY10" fmla="*/ 12718 h 14684"/>
                <a:gd name="csX11" fmla="*/ 14754 w 18948"/>
                <a:gd name="csY11" fmla="*/ 13776 h 14684"/>
                <a:gd name="csX12" fmla="*/ 11628 w 18948"/>
                <a:gd name="csY12" fmla="*/ 12345 h 14684"/>
                <a:gd name="csX13" fmla="*/ 7601 w 18948"/>
                <a:gd name="csY13" fmla="*/ 9489 h 14684"/>
                <a:gd name="csX14" fmla="*/ 4683 w 18948"/>
                <a:gd name="csY14" fmla="*/ 6499 h 14684"/>
                <a:gd name="csX15" fmla="*/ 1750 w 18948"/>
                <a:gd name="csY15" fmla="*/ 2777 h 14684"/>
                <a:gd name="csX16" fmla="*/ 2486 w 18948"/>
                <a:gd name="csY16" fmla="*/ 2062 h 14684"/>
                <a:gd name="csX17" fmla="*/ 2740 w 18948"/>
                <a:gd name="csY17" fmla="*/ 3135 h 14684"/>
                <a:gd name="csX18" fmla="*/ 6176 w 18948"/>
                <a:gd name="csY18" fmla="*/ 6198 h 14684"/>
                <a:gd name="csX19" fmla="*/ 10524 w 18948"/>
                <a:gd name="csY19" fmla="*/ 9365 h 14684"/>
                <a:gd name="csX20" fmla="*/ 12224 w 18948"/>
                <a:gd name="csY20" fmla="*/ 10298 h 14684"/>
                <a:gd name="csX21" fmla="*/ 14671 w 18948"/>
                <a:gd name="csY21" fmla="*/ 11490 h 14684"/>
                <a:gd name="csX22" fmla="*/ 17500 w 18948"/>
                <a:gd name="csY22" fmla="*/ 12568 h 14684"/>
                <a:gd name="csX23" fmla="*/ 18661 w 18948"/>
                <a:gd name="csY23" fmla="*/ 12817 h 14684"/>
                <a:gd name="csX24" fmla="*/ 16733 w 18948"/>
                <a:gd name="csY24" fmla="*/ 12045 h 14684"/>
                <a:gd name="csX25" fmla="*/ 13235 w 18948"/>
                <a:gd name="csY25" fmla="*/ 10376 h 14684"/>
                <a:gd name="csX26" fmla="*/ 10493 w 18948"/>
                <a:gd name="csY26" fmla="*/ 8722 h 14684"/>
                <a:gd name="csX27" fmla="*/ 6803 w 18948"/>
                <a:gd name="csY27" fmla="*/ 5840 h 14684"/>
                <a:gd name="csX28" fmla="*/ 4808 w 18948"/>
                <a:gd name="csY28" fmla="*/ 4182 h 14684"/>
                <a:gd name="csX29" fmla="*/ 3325 w 18948"/>
                <a:gd name="csY29" fmla="*/ 2596 h 14684"/>
                <a:gd name="csX30" fmla="*/ 2989 w 18948"/>
                <a:gd name="csY30" fmla="*/ 1699 h 14684"/>
                <a:gd name="csX31" fmla="*/ 3610 w 18948"/>
                <a:gd name="csY31" fmla="*/ 1435 h 14684"/>
                <a:gd name="csX32" fmla="*/ 5046 w 18948"/>
                <a:gd name="csY32" fmla="*/ 2984 h 14684"/>
                <a:gd name="csX33" fmla="*/ 6357 w 18948"/>
                <a:gd name="csY33" fmla="*/ 3974 h 14684"/>
                <a:gd name="csX34" fmla="*/ 7643 w 18948"/>
                <a:gd name="csY34" fmla="*/ 4933 h 14684"/>
                <a:gd name="csX35" fmla="*/ 9135 w 18948"/>
                <a:gd name="csY35" fmla="*/ 5897 h 14684"/>
                <a:gd name="csX36" fmla="*/ 11074 w 18948"/>
                <a:gd name="csY36" fmla="*/ 7235 h 14684"/>
                <a:gd name="csX37" fmla="*/ 13147 w 18948"/>
                <a:gd name="csY37" fmla="*/ 8489 h 14684"/>
                <a:gd name="csX38" fmla="*/ 15847 w 18948"/>
                <a:gd name="csY38" fmla="*/ 9650 h 14684"/>
                <a:gd name="csX39" fmla="*/ 18957 w 18948"/>
                <a:gd name="csY39" fmla="*/ 10044 h 14684"/>
                <a:gd name="csX40" fmla="*/ 17055 w 18948"/>
                <a:gd name="csY40" fmla="*/ 9448 h 14684"/>
                <a:gd name="csX41" fmla="*/ 13800 w 18948"/>
                <a:gd name="csY41" fmla="*/ 8157 h 14684"/>
                <a:gd name="csX42" fmla="*/ 11519 w 18948"/>
                <a:gd name="csY42" fmla="*/ 6810 h 14684"/>
                <a:gd name="csX43" fmla="*/ 9353 w 18948"/>
                <a:gd name="csY43" fmla="*/ 5213 h 14684"/>
                <a:gd name="csX44" fmla="*/ 7238 w 18948"/>
                <a:gd name="csY44" fmla="*/ 3819 h 14684"/>
                <a:gd name="csX45" fmla="*/ 5367 w 18948"/>
                <a:gd name="csY45" fmla="*/ 2248 h 14684"/>
                <a:gd name="csX46" fmla="*/ 4056 w 18948"/>
                <a:gd name="csY46" fmla="*/ 113 h 14684"/>
                <a:gd name="csX47" fmla="*/ 1351 w 18948"/>
                <a:gd name="csY47" fmla="*/ 1497 h 14684"/>
                <a:gd name="csX48" fmla="*/ 29 w 18948"/>
                <a:gd name="csY48" fmla="*/ 2378 h 14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948" h="14684">
                  <a:moveTo>
                    <a:pt x="29" y="2378"/>
                  </a:moveTo>
                  <a:cubicBezTo>
                    <a:pt x="112" y="3062"/>
                    <a:pt x="1237" y="4529"/>
                    <a:pt x="1843" y="5602"/>
                  </a:cubicBezTo>
                  <a:cubicBezTo>
                    <a:pt x="2548" y="6851"/>
                    <a:pt x="3274" y="8572"/>
                    <a:pt x="4263" y="9878"/>
                  </a:cubicBezTo>
                  <a:cubicBezTo>
                    <a:pt x="5342" y="11303"/>
                    <a:pt x="7482" y="13356"/>
                    <a:pt x="8337" y="14159"/>
                  </a:cubicBezTo>
                  <a:cubicBezTo>
                    <a:pt x="8622" y="14429"/>
                    <a:pt x="9623" y="15009"/>
                    <a:pt x="9379" y="14698"/>
                  </a:cubicBezTo>
                  <a:cubicBezTo>
                    <a:pt x="9130" y="14392"/>
                    <a:pt x="7648" y="13159"/>
                    <a:pt x="6855" y="12314"/>
                  </a:cubicBezTo>
                  <a:cubicBezTo>
                    <a:pt x="6026" y="11423"/>
                    <a:pt x="5077" y="10438"/>
                    <a:pt x="4388" y="9360"/>
                  </a:cubicBezTo>
                  <a:cubicBezTo>
                    <a:pt x="3398" y="7800"/>
                    <a:pt x="1081" y="3544"/>
                    <a:pt x="921" y="2974"/>
                  </a:cubicBezTo>
                  <a:cubicBezTo>
                    <a:pt x="755" y="2399"/>
                    <a:pt x="2522" y="4985"/>
                    <a:pt x="3403" y="5923"/>
                  </a:cubicBezTo>
                  <a:cubicBezTo>
                    <a:pt x="4435" y="7012"/>
                    <a:pt x="5751" y="8437"/>
                    <a:pt x="7083" y="9515"/>
                  </a:cubicBezTo>
                  <a:cubicBezTo>
                    <a:pt x="8488" y="10650"/>
                    <a:pt x="10555" y="12008"/>
                    <a:pt x="11830" y="12718"/>
                  </a:cubicBezTo>
                  <a:cubicBezTo>
                    <a:pt x="12737" y="13221"/>
                    <a:pt x="14790" y="13838"/>
                    <a:pt x="14754" y="13776"/>
                  </a:cubicBezTo>
                  <a:cubicBezTo>
                    <a:pt x="14722" y="13713"/>
                    <a:pt x="12613" y="12936"/>
                    <a:pt x="11628" y="12345"/>
                  </a:cubicBezTo>
                  <a:cubicBezTo>
                    <a:pt x="10436" y="11630"/>
                    <a:pt x="8762" y="10464"/>
                    <a:pt x="7601" y="9489"/>
                  </a:cubicBezTo>
                  <a:cubicBezTo>
                    <a:pt x="6534" y="8593"/>
                    <a:pt x="5595" y="7551"/>
                    <a:pt x="4683" y="6499"/>
                  </a:cubicBezTo>
                  <a:cubicBezTo>
                    <a:pt x="3709" y="5379"/>
                    <a:pt x="2118" y="3518"/>
                    <a:pt x="1750" y="2777"/>
                  </a:cubicBezTo>
                  <a:cubicBezTo>
                    <a:pt x="1600" y="2471"/>
                    <a:pt x="2320" y="2005"/>
                    <a:pt x="2486" y="2062"/>
                  </a:cubicBezTo>
                  <a:cubicBezTo>
                    <a:pt x="2646" y="2124"/>
                    <a:pt x="2496" y="2860"/>
                    <a:pt x="2740" y="3135"/>
                  </a:cubicBezTo>
                  <a:cubicBezTo>
                    <a:pt x="3356" y="3824"/>
                    <a:pt x="4979" y="5239"/>
                    <a:pt x="6176" y="6198"/>
                  </a:cubicBezTo>
                  <a:cubicBezTo>
                    <a:pt x="7477" y="7235"/>
                    <a:pt x="9519" y="8681"/>
                    <a:pt x="10524" y="9365"/>
                  </a:cubicBezTo>
                  <a:cubicBezTo>
                    <a:pt x="11058" y="9728"/>
                    <a:pt x="11649" y="10002"/>
                    <a:pt x="12224" y="10298"/>
                  </a:cubicBezTo>
                  <a:cubicBezTo>
                    <a:pt x="12914" y="10650"/>
                    <a:pt x="13841" y="11132"/>
                    <a:pt x="14671" y="11490"/>
                  </a:cubicBezTo>
                  <a:cubicBezTo>
                    <a:pt x="15552" y="11873"/>
                    <a:pt x="16837" y="12345"/>
                    <a:pt x="17500" y="12568"/>
                  </a:cubicBezTo>
                  <a:cubicBezTo>
                    <a:pt x="17874" y="12692"/>
                    <a:pt x="18791" y="12905"/>
                    <a:pt x="18661" y="12817"/>
                  </a:cubicBezTo>
                  <a:cubicBezTo>
                    <a:pt x="18532" y="12729"/>
                    <a:pt x="17366" y="12330"/>
                    <a:pt x="16733" y="12045"/>
                  </a:cubicBezTo>
                  <a:cubicBezTo>
                    <a:pt x="15826" y="11640"/>
                    <a:pt x="14277" y="10930"/>
                    <a:pt x="13235" y="10376"/>
                  </a:cubicBezTo>
                  <a:cubicBezTo>
                    <a:pt x="12292" y="9873"/>
                    <a:pt x="11364" y="9334"/>
                    <a:pt x="10493" y="8722"/>
                  </a:cubicBezTo>
                  <a:cubicBezTo>
                    <a:pt x="9420" y="7965"/>
                    <a:pt x="7752" y="6597"/>
                    <a:pt x="6803" y="5840"/>
                  </a:cubicBezTo>
                  <a:cubicBezTo>
                    <a:pt x="6129" y="5296"/>
                    <a:pt x="5388" y="4721"/>
                    <a:pt x="4808" y="4182"/>
                  </a:cubicBezTo>
                  <a:cubicBezTo>
                    <a:pt x="4279" y="3684"/>
                    <a:pt x="3631" y="3016"/>
                    <a:pt x="3325" y="2596"/>
                  </a:cubicBezTo>
                  <a:cubicBezTo>
                    <a:pt x="3139" y="2342"/>
                    <a:pt x="2942" y="1896"/>
                    <a:pt x="2989" y="1699"/>
                  </a:cubicBezTo>
                  <a:cubicBezTo>
                    <a:pt x="3040" y="1507"/>
                    <a:pt x="3419" y="1315"/>
                    <a:pt x="3610" y="1435"/>
                  </a:cubicBezTo>
                  <a:cubicBezTo>
                    <a:pt x="3953" y="1647"/>
                    <a:pt x="4585" y="2559"/>
                    <a:pt x="5046" y="2984"/>
                  </a:cubicBezTo>
                  <a:cubicBezTo>
                    <a:pt x="5450" y="3352"/>
                    <a:pt x="5927" y="3648"/>
                    <a:pt x="6357" y="3974"/>
                  </a:cubicBezTo>
                  <a:cubicBezTo>
                    <a:pt x="6788" y="4291"/>
                    <a:pt x="7202" y="4627"/>
                    <a:pt x="7643" y="4933"/>
                  </a:cubicBezTo>
                  <a:cubicBezTo>
                    <a:pt x="8104" y="5255"/>
                    <a:pt x="8643" y="5566"/>
                    <a:pt x="9135" y="5897"/>
                  </a:cubicBezTo>
                  <a:cubicBezTo>
                    <a:pt x="9705" y="6281"/>
                    <a:pt x="10410" y="6810"/>
                    <a:pt x="11074" y="7235"/>
                  </a:cubicBezTo>
                  <a:cubicBezTo>
                    <a:pt x="11737" y="7665"/>
                    <a:pt x="12426" y="8121"/>
                    <a:pt x="13147" y="8489"/>
                  </a:cubicBezTo>
                  <a:cubicBezTo>
                    <a:pt x="13940" y="8888"/>
                    <a:pt x="14899" y="9396"/>
                    <a:pt x="15847" y="9650"/>
                  </a:cubicBezTo>
                  <a:cubicBezTo>
                    <a:pt x="16816" y="9909"/>
                    <a:pt x="18755" y="10080"/>
                    <a:pt x="18957" y="10044"/>
                  </a:cubicBezTo>
                  <a:cubicBezTo>
                    <a:pt x="19154" y="10013"/>
                    <a:pt x="17677" y="9676"/>
                    <a:pt x="17055" y="9448"/>
                  </a:cubicBezTo>
                  <a:cubicBezTo>
                    <a:pt x="16194" y="9132"/>
                    <a:pt x="14722" y="8598"/>
                    <a:pt x="13800" y="8157"/>
                  </a:cubicBezTo>
                  <a:cubicBezTo>
                    <a:pt x="13002" y="7779"/>
                    <a:pt x="12255" y="7297"/>
                    <a:pt x="11519" y="6810"/>
                  </a:cubicBezTo>
                  <a:cubicBezTo>
                    <a:pt x="10778" y="6317"/>
                    <a:pt x="10068" y="5716"/>
                    <a:pt x="9353" y="5213"/>
                  </a:cubicBezTo>
                  <a:cubicBezTo>
                    <a:pt x="8659" y="4731"/>
                    <a:pt x="7902" y="4317"/>
                    <a:pt x="7238" y="3819"/>
                  </a:cubicBezTo>
                  <a:cubicBezTo>
                    <a:pt x="6585" y="3332"/>
                    <a:pt x="5896" y="2865"/>
                    <a:pt x="5367" y="2248"/>
                  </a:cubicBezTo>
                  <a:cubicBezTo>
                    <a:pt x="4839" y="1626"/>
                    <a:pt x="4725" y="237"/>
                    <a:pt x="4056" y="113"/>
                  </a:cubicBezTo>
                  <a:cubicBezTo>
                    <a:pt x="3388" y="-11"/>
                    <a:pt x="2025" y="1113"/>
                    <a:pt x="1351" y="1497"/>
                  </a:cubicBezTo>
                  <a:cubicBezTo>
                    <a:pt x="889" y="1751"/>
                    <a:pt x="-33" y="1849"/>
                    <a:pt x="29" y="2378"/>
                  </a:cubicBezTo>
                </a:path>
              </a:pathLst>
            </a:custGeom>
            <a:solidFill>
              <a:srgbClr val="000000"/>
            </a:solidFill>
            <a:ln w="5172" cap="flat">
              <a:noFill/>
              <a:prstDash val="solid"/>
              <a:round/>
            </a:ln>
          </p:spPr>
          <p:txBody>
            <a:bodyPr/>
            <a:lstStyle/>
            <a:p>
              <a:endParaRPr lang="en-US" dirty="0"/>
            </a:p>
          </p:txBody>
        </p:sp>
        <p:sp>
          <p:nvSpPr>
            <p:cNvPr id="114" name="Freeform: Shape 113">
              <a:extLst>
                <a:ext uri="{FF2B5EF4-FFF2-40B4-BE49-F238E27FC236}">
                  <a16:creationId xmlns:a16="http://schemas.microsoft.com/office/drawing/2014/main" id="{D5AE998E-BA55-A1AE-2938-8C2979EC3B69}"/>
                </a:ext>
              </a:extLst>
            </p:cNvPr>
            <p:cNvSpPr/>
            <p:nvPr/>
          </p:nvSpPr>
          <p:spPr>
            <a:xfrm rot="9339348">
              <a:off x="3255545" y="1804920"/>
              <a:ext cx="18624" cy="12747"/>
            </a:xfrm>
            <a:custGeom>
              <a:avLst/>
              <a:gdLst>
                <a:gd name="csX0" fmla="*/ 18407 w 18624"/>
                <a:gd name="csY0" fmla="*/ 12686 h 12747"/>
                <a:gd name="csX1" fmla="*/ 14707 w 18624"/>
                <a:gd name="csY1" fmla="*/ 12723 h 12747"/>
                <a:gd name="csX2" fmla="*/ 9793 w 18624"/>
                <a:gd name="csY2" fmla="*/ 12769 h 12747"/>
                <a:gd name="csX3" fmla="*/ 4051 w 18624"/>
                <a:gd name="csY3" fmla="*/ 11385 h 12747"/>
                <a:gd name="csX4" fmla="*/ 3061 w 18624"/>
                <a:gd name="csY4" fmla="*/ 10748 h 12747"/>
                <a:gd name="csX5" fmla="*/ 6394 w 18624"/>
                <a:gd name="csY5" fmla="*/ 11738 h 12747"/>
                <a:gd name="csX6" fmla="*/ 10182 w 18624"/>
                <a:gd name="csY6" fmla="*/ 12396 h 12747"/>
                <a:gd name="csX7" fmla="*/ 17449 w 18624"/>
                <a:gd name="csY7" fmla="*/ 12210 h 12747"/>
                <a:gd name="csX8" fmla="*/ 13655 w 18624"/>
                <a:gd name="csY8" fmla="*/ 11531 h 12747"/>
                <a:gd name="csX9" fmla="*/ 8695 w 18624"/>
                <a:gd name="csY9" fmla="*/ 10142 h 12747"/>
                <a:gd name="csX10" fmla="*/ 3548 w 18624"/>
                <a:gd name="csY10" fmla="*/ 7633 h 12747"/>
                <a:gd name="csX11" fmla="*/ 1174 w 18624"/>
                <a:gd name="csY11" fmla="*/ 5627 h 12747"/>
                <a:gd name="csX12" fmla="*/ 3973 w 18624"/>
                <a:gd name="csY12" fmla="*/ 7623 h 12747"/>
                <a:gd name="csX13" fmla="*/ 8461 w 18624"/>
                <a:gd name="csY13" fmla="*/ 9680 h 12747"/>
                <a:gd name="csX14" fmla="*/ 12514 w 18624"/>
                <a:gd name="csY14" fmla="*/ 10717 h 12747"/>
                <a:gd name="csX15" fmla="*/ 17200 w 18624"/>
                <a:gd name="csY15" fmla="*/ 11391 h 12747"/>
                <a:gd name="csX16" fmla="*/ 17449 w 18624"/>
                <a:gd name="csY16" fmla="*/ 10406 h 12747"/>
                <a:gd name="csX17" fmla="*/ 16396 w 18624"/>
                <a:gd name="csY17" fmla="*/ 10717 h 12747"/>
                <a:gd name="csX18" fmla="*/ 12027 w 18624"/>
                <a:gd name="csY18" fmla="*/ 9271 h 12747"/>
                <a:gd name="csX19" fmla="*/ 7109 w 18624"/>
                <a:gd name="csY19" fmla="*/ 7089 h 12747"/>
                <a:gd name="csX20" fmla="*/ 5450 w 18624"/>
                <a:gd name="csY20" fmla="*/ 6083 h 12747"/>
                <a:gd name="csX21" fmla="*/ 3191 w 18624"/>
                <a:gd name="csY21" fmla="*/ 4559 h 12747"/>
                <a:gd name="csX22" fmla="*/ 848 w 18624"/>
                <a:gd name="csY22" fmla="*/ 2647 h 12747"/>
                <a:gd name="csX23" fmla="*/ 50 w 18624"/>
                <a:gd name="csY23" fmla="*/ 1771 h 12747"/>
                <a:gd name="csX24" fmla="*/ 1682 w 18624"/>
                <a:gd name="csY24" fmla="*/ 3051 h 12747"/>
                <a:gd name="csX25" fmla="*/ 4875 w 18624"/>
                <a:gd name="csY25" fmla="*/ 5249 h 12747"/>
                <a:gd name="csX26" fmla="*/ 7684 w 18624"/>
                <a:gd name="csY26" fmla="*/ 6793 h 12747"/>
                <a:gd name="csX27" fmla="*/ 12022 w 18624"/>
                <a:gd name="csY27" fmla="*/ 8550 h 12747"/>
                <a:gd name="csX28" fmla="*/ 14458 w 18624"/>
                <a:gd name="csY28" fmla="*/ 9447 h 12747"/>
                <a:gd name="csX29" fmla="*/ 16567 w 18624"/>
                <a:gd name="csY29" fmla="*/ 9939 h 12747"/>
                <a:gd name="csX30" fmla="*/ 17516 w 18624"/>
                <a:gd name="csY30" fmla="*/ 9779 h 12747"/>
                <a:gd name="csX31" fmla="*/ 17433 w 18624"/>
                <a:gd name="csY31" fmla="*/ 9115 h 12747"/>
                <a:gd name="csX32" fmla="*/ 15375 w 18624"/>
                <a:gd name="csY32" fmla="*/ 8644 h 12747"/>
                <a:gd name="csX33" fmla="*/ 13862 w 18624"/>
                <a:gd name="csY33" fmla="*/ 8001 h 12747"/>
                <a:gd name="csX34" fmla="*/ 12385 w 18624"/>
                <a:gd name="csY34" fmla="*/ 7369 h 12747"/>
                <a:gd name="csX35" fmla="*/ 10804 w 18624"/>
                <a:gd name="csY35" fmla="*/ 6555 h 12747"/>
                <a:gd name="csX36" fmla="*/ 8679 w 18624"/>
                <a:gd name="csY36" fmla="*/ 5549 h 12747"/>
                <a:gd name="csX37" fmla="*/ 6559 w 18624"/>
                <a:gd name="csY37" fmla="*/ 4378 h 12747"/>
                <a:gd name="csX38" fmla="*/ 4201 w 18624"/>
                <a:gd name="csY38" fmla="*/ 2621 h 12747"/>
                <a:gd name="csX39" fmla="*/ 2304 w 18624"/>
                <a:gd name="csY39" fmla="*/ 128 h 12747"/>
                <a:gd name="csX40" fmla="*/ 3771 w 18624"/>
                <a:gd name="csY40" fmla="*/ 1475 h 12747"/>
                <a:gd name="csX41" fmla="*/ 6513 w 18624"/>
                <a:gd name="csY41" fmla="*/ 3647 h 12747"/>
                <a:gd name="csX42" fmla="*/ 8824 w 18624"/>
                <a:gd name="csY42" fmla="*/ 4948 h 12747"/>
                <a:gd name="csX43" fmla="*/ 11286 w 18624"/>
                <a:gd name="csY43" fmla="*/ 6031 h 12747"/>
                <a:gd name="csX44" fmla="*/ 13556 w 18624"/>
                <a:gd name="csY44" fmla="*/ 7166 h 12747"/>
                <a:gd name="csX45" fmla="*/ 15852 w 18624"/>
                <a:gd name="csY45" fmla="*/ 7996 h 12747"/>
                <a:gd name="csX46" fmla="*/ 18356 w 18624"/>
                <a:gd name="csY46" fmla="*/ 8063 h 12747"/>
                <a:gd name="csX47" fmla="*/ 18511 w 18624"/>
                <a:gd name="csY47" fmla="*/ 11095 h 12747"/>
                <a:gd name="csX48" fmla="*/ 18407 w 18624"/>
                <a:gd name="csY48" fmla="*/ 12686 h 12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624" h="12747">
                  <a:moveTo>
                    <a:pt x="18407" y="12686"/>
                  </a:moveTo>
                  <a:cubicBezTo>
                    <a:pt x="17770" y="12956"/>
                    <a:pt x="15940" y="12712"/>
                    <a:pt x="14707" y="12723"/>
                  </a:cubicBezTo>
                  <a:cubicBezTo>
                    <a:pt x="13271" y="12738"/>
                    <a:pt x="11421" y="12977"/>
                    <a:pt x="9793" y="12769"/>
                  </a:cubicBezTo>
                  <a:cubicBezTo>
                    <a:pt x="8021" y="12547"/>
                    <a:pt x="5176" y="11717"/>
                    <a:pt x="4051" y="11385"/>
                  </a:cubicBezTo>
                  <a:cubicBezTo>
                    <a:pt x="3678" y="11271"/>
                    <a:pt x="2672" y="10691"/>
                    <a:pt x="3061" y="10748"/>
                  </a:cubicBezTo>
                  <a:cubicBezTo>
                    <a:pt x="3450" y="10810"/>
                    <a:pt x="5264" y="11479"/>
                    <a:pt x="6394" y="11738"/>
                  </a:cubicBezTo>
                  <a:cubicBezTo>
                    <a:pt x="7580" y="12013"/>
                    <a:pt x="8902" y="12344"/>
                    <a:pt x="10182" y="12396"/>
                  </a:cubicBezTo>
                  <a:cubicBezTo>
                    <a:pt x="12027" y="12474"/>
                    <a:pt x="16868" y="12360"/>
                    <a:pt x="17449" y="12210"/>
                  </a:cubicBezTo>
                  <a:cubicBezTo>
                    <a:pt x="18024" y="12070"/>
                    <a:pt x="14904" y="11826"/>
                    <a:pt x="13655" y="11531"/>
                  </a:cubicBezTo>
                  <a:cubicBezTo>
                    <a:pt x="12193" y="11189"/>
                    <a:pt x="10301" y="10758"/>
                    <a:pt x="8695" y="10142"/>
                  </a:cubicBezTo>
                  <a:cubicBezTo>
                    <a:pt x="7015" y="9494"/>
                    <a:pt x="4802" y="8384"/>
                    <a:pt x="3548" y="7633"/>
                  </a:cubicBezTo>
                  <a:cubicBezTo>
                    <a:pt x="2662" y="7099"/>
                    <a:pt x="1102" y="5632"/>
                    <a:pt x="1174" y="5627"/>
                  </a:cubicBezTo>
                  <a:cubicBezTo>
                    <a:pt x="1242" y="5627"/>
                    <a:pt x="2973" y="7068"/>
                    <a:pt x="3973" y="7623"/>
                  </a:cubicBezTo>
                  <a:cubicBezTo>
                    <a:pt x="5191" y="8296"/>
                    <a:pt x="7041" y="9167"/>
                    <a:pt x="8461" y="9680"/>
                  </a:cubicBezTo>
                  <a:cubicBezTo>
                    <a:pt x="9773" y="10157"/>
                    <a:pt x="11146" y="10447"/>
                    <a:pt x="12514" y="10717"/>
                  </a:cubicBezTo>
                  <a:cubicBezTo>
                    <a:pt x="13971" y="11002"/>
                    <a:pt x="16376" y="11448"/>
                    <a:pt x="17200" y="11391"/>
                  </a:cubicBezTo>
                  <a:cubicBezTo>
                    <a:pt x="17542" y="11375"/>
                    <a:pt x="17583" y="10515"/>
                    <a:pt x="17449" y="10406"/>
                  </a:cubicBezTo>
                  <a:cubicBezTo>
                    <a:pt x="17319" y="10292"/>
                    <a:pt x="16754" y="10789"/>
                    <a:pt x="16396" y="10717"/>
                  </a:cubicBezTo>
                  <a:cubicBezTo>
                    <a:pt x="15489" y="10525"/>
                    <a:pt x="13453" y="9831"/>
                    <a:pt x="12027" y="9271"/>
                  </a:cubicBezTo>
                  <a:cubicBezTo>
                    <a:pt x="10478" y="8670"/>
                    <a:pt x="8202" y="7617"/>
                    <a:pt x="7109" y="7089"/>
                  </a:cubicBezTo>
                  <a:cubicBezTo>
                    <a:pt x="6528" y="6809"/>
                    <a:pt x="5994" y="6430"/>
                    <a:pt x="5450" y="6083"/>
                  </a:cubicBezTo>
                  <a:cubicBezTo>
                    <a:pt x="4802" y="5663"/>
                    <a:pt x="3921" y="5104"/>
                    <a:pt x="3191" y="4559"/>
                  </a:cubicBezTo>
                  <a:cubicBezTo>
                    <a:pt x="2429" y="3989"/>
                    <a:pt x="1371" y="3113"/>
                    <a:pt x="848" y="2647"/>
                  </a:cubicBezTo>
                  <a:cubicBezTo>
                    <a:pt x="552" y="2388"/>
                    <a:pt x="-85" y="1698"/>
                    <a:pt x="50" y="1771"/>
                  </a:cubicBezTo>
                  <a:cubicBezTo>
                    <a:pt x="190" y="1833"/>
                    <a:pt x="1123" y="2647"/>
                    <a:pt x="1682" y="3051"/>
                  </a:cubicBezTo>
                  <a:cubicBezTo>
                    <a:pt x="2486" y="3632"/>
                    <a:pt x="3875" y="4627"/>
                    <a:pt x="4875" y="5249"/>
                  </a:cubicBezTo>
                  <a:cubicBezTo>
                    <a:pt x="5782" y="5814"/>
                    <a:pt x="6715" y="6348"/>
                    <a:pt x="7684" y="6793"/>
                  </a:cubicBezTo>
                  <a:cubicBezTo>
                    <a:pt x="8876" y="7343"/>
                    <a:pt x="10892" y="8105"/>
                    <a:pt x="12022" y="8550"/>
                  </a:cubicBezTo>
                  <a:cubicBezTo>
                    <a:pt x="12825" y="8866"/>
                    <a:pt x="13701" y="9214"/>
                    <a:pt x="14458" y="9447"/>
                  </a:cubicBezTo>
                  <a:cubicBezTo>
                    <a:pt x="15147" y="9660"/>
                    <a:pt x="16054" y="9882"/>
                    <a:pt x="16567" y="9939"/>
                  </a:cubicBezTo>
                  <a:cubicBezTo>
                    <a:pt x="16884" y="9976"/>
                    <a:pt x="17371" y="9919"/>
                    <a:pt x="17516" y="9779"/>
                  </a:cubicBezTo>
                  <a:cubicBezTo>
                    <a:pt x="17656" y="9644"/>
                    <a:pt x="17630" y="9219"/>
                    <a:pt x="17433" y="9115"/>
                  </a:cubicBezTo>
                  <a:cubicBezTo>
                    <a:pt x="17075" y="8924"/>
                    <a:pt x="15971" y="8830"/>
                    <a:pt x="15375" y="8644"/>
                  </a:cubicBezTo>
                  <a:cubicBezTo>
                    <a:pt x="14852" y="8478"/>
                    <a:pt x="14360" y="8213"/>
                    <a:pt x="13862" y="8001"/>
                  </a:cubicBezTo>
                  <a:cubicBezTo>
                    <a:pt x="13370" y="7788"/>
                    <a:pt x="12872" y="7597"/>
                    <a:pt x="12385" y="7369"/>
                  </a:cubicBezTo>
                  <a:cubicBezTo>
                    <a:pt x="11877" y="7130"/>
                    <a:pt x="11338" y="6819"/>
                    <a:pt x="10804" y="6555"/>
                  </a:cubicBezTo>
                  <a:cubicBezTo>
                    <a:pt x="10187" y="6254"/>
                    <a:pt x="9379" y="5907"/>
                    <a:pt x="8679" y="5549"/>
                  </a:cubicBezTo>
                  <a:cubicBezTo>
                    <a:pt x="7974" y="5186"/>
                    <a:pt x="7233" y="4824"/>
                    <a:pt x="6559" y="4378"/>
                  </a:cubicBezTo>
                  <a:cubicBezTo>
                    <a:pt x="5813" y="3891"/>
                    <a:pt x="4896" y="3315"/>
                    <a:pt x="4201" y="2621"/>
                  </a:cubicBezTo>
                  <a:cubicBezTo>
                    <a:pt x="3491" y="1911"/>
                    <a:pt x="2372" y="320"/>
                    <a:pt x="2304" y="128"/>
                  </a:cubicBezTo>
                  <a:cubicBezTo>
                    <a:pt x="2232" y="-64"/>
                    <a:pt x="3263" y="1050"/>
                    <a:pt x="3771" y="1475"/>
                  </a:cubicBezTo>
                  <a:cubicBezTo>
                    <a:pt x="4476" y="2061"/>
                    <a:pt x="5673" y="3072"/>
                    <a:pt x="6513" y="3647"/>
                  </a:cubicBezTo>
                  <a:cubicBezTo>
                    <a:pt x="7244" y="4150"/>
                    <a:pt x="8036" y="4554"/>
                    <a:pt x="8824" y="4948"/>
                  </a:cubicBezTo>
                  <a:cubicBezTo>
                    <a:pt x="9622" y="5342"/>
                    <a:pt x="10498" y="5663"/>
                    <a:pt x="11286" y="6031"/>
                  </a:cubicBezTo>
                  <a:cubicBezTo>
                    <a:pt x="12053" y="6389"/>
                    <a:pt x="12794" y="6835"/>
                    <a:pt x="13556" y="7166"/>
                  </a:cubicBezTo>
                  <a:cubicBezTo>
                    <a:pt x="14303" y="7488"/>
                    <a:pt x="15054" y="7845"/>
                    <a:pt x="15852" y="7996"/>
                  </a:cubicBezTo>
                  <a:cubicBezTo>
                    <a:pt x="16656" y="8146"/>
                    <a:pt x="17910" y="7550"/>
                    <a:pt x="18356" y="8063"/>
                  </a:cubicBezTo>
                  <a:cubicBezTo>
                    <a:pt x="18796" y="8581"/>
                    <a:pt x="18506" y="10328"/>
                    <a:pt x="18511" y="11095"/>
                  </a:cubicBezTo>
                  <a:cubicBezTo>
                    <a:pt x="18516" y="11629"/>
                    <a:pt x="18895" y="12479"/>
                    <a:pt x="18407" y="12686"/>
                  </a:cubicBezTo>
                </a:path>
              </a:pathLst>
            </a:custGeom>
            <a:solidFill>
              <a:srgbClr val="000000"/>
            </a:solidFill>
            <a:ln w="5172" cap="flat">
              <a:noFill/>
              <a:prstDash val="solid"/>
              <a:round/>
            </a:ln>
          </p:spPr>
          <p:txBody>
            <a:bodyPr/>
            <a:lstStyle/>
            <a:p>
              <a:endParaRPr lang="en-US" dirty="0"/>
            </a:p>
          </p:txBody>
        </p:sp>
      </p:grpSp>
      <p:sp>
        <p:nvSpPr>
          <p:cNvPr id="97" name="Freeform: Shape 96">
            <a:extLst>
              <a:ext uri="{FF2B5EF4-FFF2-40B4-BE49-F238E27FC236}">
                <a16:creationId xmlns:a16="http://schemas.microsoft.com/office/drawing/2014/main" id="{6C425578-629B-5F60-5BDF-634F92204311}"/>
              </a:ext>
            </a:extLst>
          </p:cNvPr>
          <p:cNvSpPr/>
          <p:nvPr/>
        </p:nvSpPr>
        <p:spPr>
          <a:xfrm rot="19855675">
            <a:off x="2750731" y="4016535"/>
            <a:ext cx="35350" cy="11918"/>
          </a:xfrm>
          <a:custGeom>
            <a:avLst/>
            <a:gdLst>
              <a:gd name="csX0" fmla="*/ 18 w 17331"/>
              <a:gd name="csY0" fmla="*/ -93 h 5843"/>
              <a:gd name="csX1" fmla="*/ 17350 w 17331"/>
              <a:gd name="csY1" fmla="*/ 5750 h 5843"/>
            </a:gdLst>
            <a:ahLst/>
            <a:cxnLst>
              <a:cxn ang="0">
                <a:pos x="csX0" y="csY0"/>
              </a:cxn>
              <a:cxn ang="0">
                <a:pos x="csX1" y="csY1"/>
              </a:cxn>
            </a:cxnLst>
            <a:rect l="l" t="t" r="r" b="b"/>
            <a:pathLst>
              <a:path w="17331" h="5843">
                <a:moveTo>
                  <a:pt x="18" y="-93"/>
                </a:moveTo>
                <a:lnTo>
                  <a:pt x="17350" y="5750"/>
                </a:lnTo>
              </a:path>
            </a:pathLst>
          </a:custGeom>
          <a:solidFill>
            <a:srgbClr val="FFFFFF"/>
          </a:solidFill>
          <a:ln w="12700" cap="rnd">
            <a:solidFill>
              <a:srgbClr val="FFFFFF"/>
            </a:solidFill>
            <a:prstDash val="solid"/>
            <a:bevel/>
          </a:ln>
        </p:spPr>
        <p:txBody>
          <a:bodyPr/>
          <a:lstStyle/>
          <a:p>
            <a:endParaRPr lang="en-US" dirty="0"/>
          </a:p>
        </p:txBody>
      </p:sp>
      <p:sp>
        <p:nvSpPr>
          <p:cNvPr id="98" name="Rectangle 97">
            <a:extLst>
              <a:ext uri="{FF2B5EF4-FFF2-40B4-BE49-F238E27FC236}">
                <a16:creationId xmlns:a16="http://schemas.microsoft.com/office/drawing/2014/main" id="{52B71541-32D2-566C-B159-9C6F44AC870A}"/>
              </a:ext>
            </a:extLst>
          </p:cNvPr>
          <p:cNvSpPr/>
          <p:nvPr/>
        </p:nvSpPr>
        <p:spPr>
          <a:xfrm rot="5400000">
            <a:off x="3335396" y="3870773"/>
            <a:ext cx="122290" cy="826027"/>
          </a:xfrm>
          <a:prstGeom prst="rect">
            <a:avLst/>
          </a:prstGeom>
          <a:solidFill>
            <a:srgbClr val="FF9953">
              <a:alpha val="16000"/>
            </a:srgbClr>
          </a:solidFill>
          <a:ln w="0" cap="sq">
            <a:noFill/>
            <a:prstDash val="solid"/>
            <a:miter/>
          </a:ln>
        </p:spPr>
        <p:txBody>
          <a:bodyPr/>
          <a:lstStyle/>
          <a:p>
            <a:endParaRPr lang="en-US" dirty="0"/>
          </a:p>
        </p:txBody>
      </p:sp>
      <p:grpSp>
        <p:nvGrpSpPr>
          <p:cNvPr id="99" name="Graphic 4">
            <a:extLst>
              <a:ext uri="{FF2B5EF4-FFF2-40B4-BE49-F238E27FC236}">
                <a16:creationId xmlns:a16="http://schemas.microsoft.com/office/drawing/2014/main" id="{87253182-AB79-78D7-FFF8-38D79740A5CA}"/>
              </a:ext>
            </a:extLst>
          </p:cNvPr>
          <p:cNvGrpSpPr/>
          <p:nvPr/>
        </p:nvGrpSpPr>
        <p:grpSpPr>
          <a:xfrm>
            <a:off x="3110160" y="4213299"/>
            <a:ext cx="482068" cy="133428"/>
            <a:chOff x="3483691" y="2004595"/>
            <a:chExt cx="236344" cy="65416"/>
          </a:xfrm>
        </p:grpSpPr>
        <p:grpSp>
          <p:nvGrpSpPr>
            <p:cNvPr id="102" name="Graphic 4">
              <a:extLst>
                <a:ext uri="{FF2B5EF4-FFF2-40B4-BE49-F238E27FC236}">
                  <a16:creationId xmlns:a16="http://schemas.microsoft.com/office/drawing/2014/main" id="{8339226C-68B0-112B-51F1-59E7BE44EC32}"/>
                </a:ext>
              </a:extLst>
            </p:cNvPr>
            <p:cNvGrpSpPr/>
            <p:nvPr/>
          </p:nvGrpSpPr>
          <p:grpSpPr>
            <a:xfrm>
              <a:off x="3483691" y="2004595"/>
              <a:ext cx="236344" cy="65416"/>
              <a:chOff x="3483691" y="2004595"/>
              <a:chExt cx="236344" cy="65416"/>
            </a:xfrm>
          </p:grpSpPr>
          <p:grpSp>
            <p:nvGrpSpPr>
              <p:cNvPr id="104" name="Graphic 4">
                <a:extLst>
                  <a:ext uri="{FF2B5EF4-FFF2-40B4-BE49-F238E27FC236}">
                    <a16:creationId xmlns:a16="http://schemas.microsoft.com/office/drawing/2014/main" id="{8085A35E-020A-4B9C-6AD4-18AD27DF4E11}"/>
                  </a:ext>
                </a:extLst>
              </p:cNvPr>
              <p:cNvGrpSpPr/>
              <p:nvPr/>
            </p:nvGrpSpPr>
            <p:grpSpPr>
              <a:xfrm>
                <a:off x="3483851" y="2010425"/>
                <a:ext cx="229192" cy="59586"/>
                <a:chOff x="3483851" y="2010425"/>
                <a:chExt cx="229192" cy="59586"/>
              </a:xfrm>
            </p:grpSpPr>
            <p:sp>
              <p:nvSpPr>
                <p:cNvPr id="110" name="Freeform: Shape 109">
                  <a:extLst>
                    <a:ext uri="{FF2B5EF4-FFF2-40B4-BE49-F238E27FC236}">
                      <a16:creationId xmlns:a16="http://schemas.microsoft.com/office/drawing/2014/main" id="{93E6063F-753A-980F-79B6-D66E13219A2A}"/>
                    </a:ext>
                  </a:extLst>
                </p:cNvPr>
                <p:cNvSpPr/>
                <p:nvPr/>
              </p:nvSpPr>
              <p:spPr>
                <a:xfrm rot="-5497757" flipV="1">
                  <a:off x="3571883" y="1926325"/>
                  <a:ext cx="53128" cy="227785"/>
                </a:xfrm>
                <a:custGeom>
                  <a:avLst/>
                  <a:gdLst>
                    <a:gd name="csX0" fmla="*/ 20030 w 53128"/>
                    <a:gd name="csY0" fmla="*/ 225124 h 227785"/>
                    <a:gd name="csX1" fmla="*/ 12507 w 53128"/>
                    <a:gd name="csY1" fmla="*/ 208634 h 227785"/>
                    <a:gd name="csX2" fmla="*/ 16576 w 53128"/>
                    <a:gd name="csY2" fmla="*/ 189319 h 227785"/>
                    <a:gd name="csX3" fmla="*/ 27868 w 53128"/>
                    <a:gd name="csY3" fmla="*/ 173099 h 227785"/>
                    <a:gd name="csX4" fmla="*/ 38686 w 53128"/>
                    <a:gd name="csY4" fmla="*/ 152366 h 227785"/>
                    <a:gd name="csX5" fmla="*/ 35105 w 53128"/>
                    <a:gd name="csY5" fmla="*/ 139729 h 227785"/>
                    <a:gd name="csX6" fmla="*/ 31781 w 53128"/>
                    <a:gd name="csY6" fmla="*/ 132310 h 227785"/>
                    <a:gd name="csX7" fmla="*/ 29987 w 53128"/>
                    <a:gd name="csY7" fmla="*/ 128147 h 227785"/>
                    <a:gd name="csX8" fmla="*/ 28159 w 53128"/>
                    <a:gd name="csY8" fmla="*/ 127878 h 227785"/>
                    <a:gd name="csX9" fmla="*/ 25038 w 53128"/>
                    <a:gd name="csY9" fmla="*/ 126942 h 227785"/>
                    <a:gd name="csX10" fmla="*/ 23584 w 53128"/>
                    <a:gd name="csY10" fmla="*/ 126274 h 227785"/>
                    <a:gd name="csX11" fmla="*/ 22926 w 53128"/>
                    <a:gd name="csY11" fmla="*/ 127924 h 227785"/>
                    <a:gd name="csX12" fmla="*/ 18694 w 53128"/>
                    <a:gd name="csY12" fmla="*/ 130210 h 227785"/>
                    <a:gd name="csX13" fmla="*/ 19620 w 53128"/>
                    <a:gd name="csY13" fmla="*/ 130685 h 227785"/>
                    <a:gd name="csX14" fmla="*/ 17256 w 53128"/>
                    <a:gd name="csY14" fmla="*/ 129600 h 227785"/>
                    <a:gd name="csX15" fmla="*/ 16221 w 53128"/>
                    <a:gd name="csY15" fmla="*/ 129032 h 227785"/>
                    <a:gd name="csX16" fmla="*/ 12270 w 53128"/>
                    <a:gd name="csY16" fmla="*/ 123872 h 227785"/>
                    <a:gd name="csX17" fmla="*/ 10430 w 53128"/>
                    <a:gd name="csY17" fmla="*/ 122053 h 227785"/>
                    <a:gd name="csX18" fmla="*/ 7870 w 53128"/>
                    <a:gd name="csY18" fmla="*/ 118931 h 227785"/>
                    <a:gd name="csX19" fmla="*/ 4885 w 53128"/>
                    <a:gd name="csY19" fmla="*/ 113667 h 227785"/>
                    <a:gd name="csX20" fmla="*/ 990 w 53128"/>
                    <a:gd name="csY20" fmla="*/ 85802 h 227785"/>
                    <a:gd name="csX21" fmla="*/ 2893 w 53128"/>
                    <a:gd name="csY21" fmla="*/ 59433 h 227785"/>
                    <a:gd name="csX22" fmla="*/ 7152 w 53128"/>
                    <a:gd name="csY22" fmla="*/ 35744 h 227785"/>
                    <a:gd name="csX23" fmla="*/ 7932 w 53128"/>
                    <a:gd name="csY23" fmla="*/ 33106 h 227785"/>
                    <a:gd name="csX24" fmla="*/ 7032 w 53128"/>
                    <a:gd name="csY24" fmla="*/ 32148 h 227785"/>
                    <a:gd name="csX25" fmla="*/ 10624 w 53128"/>
                    <a:gd name="csY25" fmla="*/ 26866 h 227785"/>
                    <a:gd name="csX26" fmla="*/ 17814 w 53128"/>
                    <a:gd name="csY26" fmla="*/ 17827 h 227785"/>
                    <a:gd name="csX27" fmla="*/ 25141 w 53128"/>
                    <a:gd name="csY27" fmla="*/ 8215 h 227785"/>
                    <a:gd name="csX28" fmla="*/ 29207 w 53128"/>
                    <a:gd name="csY28" fmla="*/ 3972 h 227785"/>
                    <a:gd name="csX29" fmla="*/ 30971 w 53128"/>
                    <a:gd name="csY29" fmla="*/ 1856 h 227785"/>
                    <a:gd name="csX30" fmla="*/ 32512 w 53128"/>
                    <a:gd name="csY30" fmla="*/ 672 h 227785"/>
                    <a:gd name="csX31" fmla="*/ 36403 w 53128"/>
                    <a:gd name="csY31" fmla="*/ 1751 h 227785"/>
                    <a:gd name="csX32" fmla="*/ 37052 w 53128"/>
                    <a:gd name="csY32" fmla="*/ 3349 h 227785"/>
                    <a:gd name="csX33" fmla="*/ 37473 w 53128"/>
                    <a:gd name="csY33" fmla="*/ 4958 h 227785"/>
                    <a:gd name="csX34" fmla="*/ 38431 w 53128"/>
                    <a:gd name="csY34" fmla="*/ 6891 h 227785"/>
                    <a:gd name="csX35" fmla="*/ 38888 w 53128"/>
                    <a:gd name="csY35" fmla="*/ 8180 h 227785"/>
                    <a:gd name="csX36" fmla="*/ 41764 w 53128"/>
                    <a:gd name="csY36" fmla="*/ 13109 h 227785"/>
                    <a:gd name="csX37" fmla="*/ 45038 w 53128"/>
                    <a:gd name="csY37" fmla="*/ 26525 h 227785"/>
                    <a:gd name="csX38" fmla="*/ 46032 w 53128"/>
                    <a:gd name="csY38" fmla="*/ 32434 h 227785"/>
                    <a:gd name="csX39" fmla="*/ 47672 w 53128"/>
                    <a:gd name="csY39" fmla="*/ 36017 h 227785"/>
                    <a:gd name="csX40" fmla="*/ 47386 w 53128"/>
                    <a:gd name="csY40" fmla="*/ 38954 h 227785"/>
                    <a:gd name="csX41" fmla="*/ 45669 w 53128"/>
                    <a:gd name="csY41" fmla="*/ 39683 h 227785"/>
                    <a:gd name="csX42" fmla="*/ 45194 w 53128"/>
                    <a:gd name="csY42" fmla="*/ 44783 h 227785"/>
                    <a:gd name="csX43" fmla="*/ 45139 w 53128"/>
                    <a:gd name="csY43" fmla="*/ 62488 h 227785"/>
                    <a:gd name="csX44" fmla="*/ 45337 w 53128"/>
                    <a:gd name="csY44" fmla="*/ 70165 h 227785"/>
                    <a:gd name="csX45" fmla="*/ 51262 w 53128"/>
                    <a:gd name="csY45" fmla="*/ 89767 h 227785"/>
                    <a:gd name="csX46" fmla="*/ 49952 w 53128"/>
                    <a:gd name="csY46" fmla="*/ 111083 h 227785"/>
                    <a:gd name="csX47" fmla="*/ 43589 w 53128"/>
                    <a:gd name="csY47" fmla="*/ 119624 h 227785"/>
                    <a:gd name="csX48" fmla="*/ 37753 w 53128"/>
                    <a:gd name="csY48" fmla="*/ 125241 h 227785"/>
                    <a:gd name="csX49" fmla="*/ 36190 w 53128"/>
                    <a:gd name="csY49" fmla="*/ 126482 h 227785"/>
                    <a:gd name="csX50" fmla="*/ 39084 w 53128"/>
                    <a:gd name="csY50" fmla="*/ 132577 h 227785"/>
                    <a:gd name="csX51" fmla="*/ 45352 w 53128"/>
                    <a:gd name="csY51" fmla="*/ 151975 h 227785"/>
                    <a:gd name="csX52" fmla="*/ 40219 w 53128"/>
                    <a:gd name="csY52" fmla="*/ 167905 h 227785"/>
                    <a:gd name="csX53" fmla="*/ 32886 w 53128"/>
                    <a:gd name="csY53" fmla="*/ 176047 h 227785"/>
                    <a:gd name="csX54" fmla="*/ 24418 w 53128"/>
                    <a:gd name="csY54" fmla="*/ 185691 h 227785"/>
                    <a:gd name="csX55" fmla="*/ 22093 w 53128"/>
                    <a:gd name="csY55" fmla="*/ 223968 h 227785"/>
                    <a:gd name="csX56" fmla="*/ 23131 w 53128"/>
                    <a:gd name="csY56" fmla="*/ 227853 h 227785"/>
                    <a:gd name="csX57" fmla="*/ 20030 w 53128"/>
                    <a:gd name="csY57" fmla="*/ 225124 h 227785"/>
                    <a:gd name="csX58" fmla="*/ 15792 w 53128"/>
                    <a:gd name="csY58" fmla="*/ 197587 h 227785"/>
                    <a:gd name="csX59" fmla="*/ 30275 w 53128"/>
                    <a:gd name="csY59" fmla="*/ 172827 h 227785"/>
                    <a:gd name="csX60" fmla="*/ 37812 w 53128"/>
                    <a:gd name="csY60" fmla="*/ 164880 h 227785"/>
                    <a:gd name="csX61" fmla="*/ 40855 w 53128"/>
                    <a:gd name="csY61" fmla="*/ 147488 h 227785"/>
                    <a:gd name="csX62" fmla="*/ 36655 w 53128"/>
                    <a:gd name="csY62" fmla="*/ 134060 h 227785"/>
                    <a:gd name="csX63" fmla="*/ 33631 w 53128"/>
                    <a:gd name="csY63" fmla="*/ 127191 h 227785"/>
                    <a:gd name="csX64" fmla="*/ 33631 w 53128"/>
                    <a:gd name="csY64" fmla="*/ 127191 h 227785"/>
                    <a:gd name="csX65" fmla="*/ 33631 w 53128"/>
                    <a:gd name="csY65" fmla="*/ 127191 h 227785"/>
                    <a:gd name="csX66" fmla="*/ 36559 w 53128"/>
                    <a:gd name="csY66" fmla="*/ 134056 h 227785"/>
                    <a:gd name="csX67" fmla="*/ 41252 w 53128"/>
                    <a:gd name="csY67" fmla="*/ 151707 h 227785"/>
                    <a:gd name="csX68" fmla="*/ 40438 w 53128"/>
                    <a:gd name="csY68" fmla="*/ 159537 h 227785"/>
                    <a:gd name="csX69" fmla="*/ 30275 w 53128"/>
                    <a:gd name="csY69" fmla="*/ 172827 h 227785"/>
                    <a:gd name="csX70" fmla="*/ 17994 w 53128"/>
                    <a:gd name="csY70" fmla="*/ 191356 h 227785"/>
                    <a:gd name="csX71" fmla="*/ 14606 w 53128"/>
                    <a:gd name="csY71" fmla="*/ 202994 h 227785"/>
                    <a:gd name="csX72" fmla="*/ 14563 w 53128"/>
                    <a:gd name="csY72" fmla="*/ 202345 h 227785"/>
                    <a:gd name="csX73" fmla="*/ 15792 w 53128"/>
                    <a:gd name="csY73" fmla="*/ 197587 h 227785"/>
                    <a:gd name="csX74" fmla="*/ 47279 w 53128"/>
                    <a:gd name="csY74" fmla="*/ 37143 h 227785"/>
                    <a:gd name="csX75" fmla="*/ 45827 w 53128"/>
                    <a:gd name="csY75" fmla="*/ 34333 h 227785"/>
                    <a:gd name="csX76" fmla="*/ 42418 w 53128"/>
                    <a:gd name="csY76" fmla="*/ 27859 h 227785"/>
                    <a:gd name="csX77" fmla="*/ 39914 w 53128"/>
                    <a:gd name="csY77" fmla="*/ 25760 h 227785"/>
                    <a:gd name="csX78" fmla="*/ 39108 w 53128"/>
                    <a:gd name="csY78" fmla="*/ 28939 h 227785"/>
                    <a:gd name="csX79" fmla="*/ 44936 w 53128"/>
                    <a:gd name="csY79" fmla="*/ 37567 h 227785"/>
                    <a:gd name="csX80" fmla="*/ 47279 w 53128"/>
                    <a:gd name="csY80" fmla="*/ 37143 h 227785"/>
                    <a:gd name="csX81" fmla="*/ 13874 w 53128"/>
                    <a:gd name="csY81" fmla="*/ 31260 h 227785"/>
                    <a:gd name="csX82" fmla="*/ 19666 w 53128"/>
                    <a:gd name="csY82" fmla="*/ 23456 h 227785"/>
                    <a:gd name="csX83" fmla="*/ 15984 w 53128"/>
                    <a:gd name="csY83" fmla="*/ 24678 h 227785"/>
                    <a:gd name="csX84" fmla="*/ 11116 w 53128"/>
                    <a:gd name="csY84" fmla="*/ 28066 h 227785"/>
                    <a:gd name="csX85" fmla="*/ 7689 w 53128"/>
                    <a:gd name="csY85" fmla="*/ 31373 h 227785"/>
                    <a:gd name="csX86" fmla="*/ 13874 w 53128"/>
                    <a:gd name="csY86" fmla="*/ 31260 h 227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53128" h="227785">
                      <a:moveTo>
                        <a:pt x="20030" y="225124"/>
                      </a:moveTo>
                      <a:cubicBezTo>
                        <a:pt x="15974" y="220696"/>
                        <a:pt x="13143" y="214492"/>
                        <a:pt x="12507" y="208634"/>
                      </a:cubicBezTo>
                      <a:cubicBezTo>
                        <a:pt x="11835" y="202443"/>
                        <a:pt x="13127" y="196313"/>
                        <a:pt x="16576" y="189319"/>
                      </a:cubicBezTo>
                      <a:cubicBezTo>
                        <a:pt x="19392" y="183610"/>
                        <a:pt x="22726" y="178821"/>
                        <a:pt x="27868" y="173099"/>
                      </a:cubicBezTo>
                      <a:cubicBezTo>
                        <a:pt x="36881" y="163068"/>
                        <a:pt x="38675" y="159629"/>
                        <a:pt x="38686" y="152366"/>
                      </a:cubicBezTo>
                      <a:cubicBezTo>
                        <a:pt x="38692" y="148725"/>
                        <a:pt x="37717" y="145286"/>
                        <a:pt x="35105" y="139729"/>
                      </a:cubicBezTo>
                      <a:cubicBezTo>
                        <a:pt x="34264" y="137938"/>
                        <a:pt x="32768" y="134600"/>
                        <a:pt x="31781" y="132310"/>
                      </a:cubicBezTo>
                      <a:lnTo>
                        <a:pt x="29987" y="128147"/>
                      </a:lnTo>
                      <a:lnTo>
                        <a:pt x="28159" y="127878"/>
                      </a:lnTo>
                      <a:cubicBezTo>
                        <a:pt x="27153" y="127731"/>
                        <a:pt x="25749" y="127309"/>
                        <a:pt x="25038" y="126942"/>
                      </a:cubicBezTo>
                      <a:cubicBezTo>
                        <a:pt x="24328" y="126574"/>
                        <a:pt x="23673" y="126274"/>
                        <a:pt x="23584" y="126274"/>
                      </a:cubicBezTo>
                      <a:cubicBezTo>
                        <a:pt x="23494" y="126274"/>
                        <a:pt x="23198" y="127016"/>
                        <a:pt x="22926" y="127924"/>
                      </a:cubicBezTo>
                      <a:cubicBezTo>
                        <a:pt x="22173" y="130439"/>
                        <a:pt x="19902" y="131666"/>
                        <a:pt x="18694" y="130210"/>
                      </a:cubicBezTo>
                      <a:cubicBezTo>
                        <a:pt x="18400" y="129856"/>
                        <a:pt x="19939" y="130562"/>
                        <a:pt x="19620" y="130685"/>
                      </a:cubicBezTo>
                      <a:cubicBezTo>
                        <a:pt x="19301" y="130807"/>
                        <a:pt x="17116" y="129825"/>
                        <a:pt x="17256" y="129600"/>
                      </a:cubicBezTo>
                      <a:cubicBezTo>
                        <a:pt x="17256" y="129600"/>
                        <a:pt x="16537" y="129206"/>
                        <a:pt x="16221" y="129032"/>
                      </a:cubicBezTo>
                      <a:cubicBezTo>
                        <a:pt x="15736" y="128970"/>
                        <a:pt x="12624" y="124906"/>
                        <a:pt x="12270" y="123872"/>
                      </a:cubicBezTo>
                      <a:cubicBezTo>
                        <a:pt x="12134" y="123476"/>
                        <a:pt x="11306" y="122657"/>
                        <a:pt x="10430" y="122053"/>
                      </a:cubicBezTo>
                      <a:cubicBezTo>
                        <a:pt x="9470" y="121391"/>
                        <a:pt x="8454" y="120151"/>
                        <a:pt x="7870" y="118931"/>
                      </a:cubicBezTo>
                      <a:cubicBezTo>
                        <a:pt x="7338" y="117818"/>
                        <a:pt x="5995" y="115449"/>
                        <a:pt x="4885" y="113667"/>
                      </a:cubicBezTo>
                      <a:cubicBezTo>
                        <a:pt x="-72" y="105705"/>
                        <a:pt x="-939" y="99499"/>
                        <a:pt x="990" y="85802"/>
                      </a:cubicBezTo>
                      <a:cubicBezTo>
                        <a:pt x="2330" y="76288"/>
                        <a:pt x="2891" y="68528"/>
                        <a:pt x="2893" y="59433"/>
                      </a:cubicBezTo>
                      <a:cubicBezTo>
                        <a:pt x="2897" y="48554"/>
                        <a:pt x="4118" y="41760"/>
                        <a:pt x="7152" y="35744"/>
                      </a:cubicBezTo>
                      <a:cubicBezTo>
                        <a:pt x="7951" y="34160"/>
                        <a:pt x="8233" y="33206"/>
                        <a:pt x="7932" y="33106"/>
                      </a:cubicBezTo>
                      <a:cubicBezTo>
                        <a:pt x="7673" y="33020"/>
                        <a:pt x="7268" y="32589"/>
                        <a:pt x="7032" y="32148"/>
                      </a:cubicBezTo>
                      <a:cubicBezTo>
                        <a:pt x="6456" y="31072"/>
                        <a:pt x="8616" y="27896"/>
                        <a:pt x="10624" y="26866"/>
                      </a:cubicBezTo>
                      <a:cubicBezTo>
                        <a:pt x="12407" y="25951"/>
                        <a:pt x="16197" y="21186"/>
                        <a:pt x="17814" y="17827"/>
                      </a:cubicBezTo>
                      <a:cubicBezTo>
                        <a:pt x="19468" y="14390"/>
                        <a:pt x="22318" y="10652"/>
                        <a:pt x="25141" y="8215"/>
                      </a:cubicBezTo>
                      <a:cubicBezTo>
                        <a:pt x="26444" y="7090"/>
                        <a:pt x="28229" y="5145"/>
                        <a:pt x="29207" y="3972"/>
                      </a:cubicBezTo>
                      <a:lnTo>
                        <a:pt x="30971" y="1856"/>
                      </a:lnTo>
                      <a:cubicBezTo>
                        <a:pt x="32006" y="1000"/>
                        <a:pt x="31917" y="1051"/>
                        <a:pt x="32512" y="672"/>
                      </a:cubicBezTo>
                      <a:cubicBezTo>
                        <a:pt x="34628" y="-423"/>
                        <a:pt x="35504" y="-15"/>
                        <a:pt x="36403" y="1751"/>
                      </a:cubicBezTo>
                      <a:cubicBezTo>
                        <a:pt x="36839" y="2610"/>
                        <a:pt x="36761" y="2673"/>
                        <a:pt x="37052" y="3349"/>
                      </a:cubicBezTo>
                      <a:cubicBezTo>
                        <a:pt x="37305" y="4213"/>
                        <a:pt x="37298" y="4347"/>
                        <a:pt x="37473" y="4958"/>
                      </a:cubicBezTo>
                      <a:cubicBezTo>
                        <a:pt x="38093" y="6319"/>
                        <a:pt x="37769" y="5556"/>
                        <a:pt x="38431" y="6891"/>
                      </a:cubicBezTo>
                      <a:lnTo>
                        <a:pt x="38888" y="8180"/>
                      </a:lnTo>
                      <a:cubicBezTo>
                        <a:pt x="39116" y="8989"/>
                        <a:pt x="39989" y="10640"/>
                        <a:pt x="41764" y="13109"/>
                      </a:cubicBezTo>
                      <a:cubicBezTo>
                        <a:pt x="43921" y="16110"/>
                        <a:pt x="45103" y="20952"/>
                        <a:pt x="45038" y="26525"/>
                      </a:cubicBezTo>
                      <a:cubicBezTo>
                        <a:pt x="44988" y="30771"/>
                        <a:pt x="45051" y="31148"/>
                        <a:pt x="46032" y="32434"/>
                      </a:cubicBezTo>
                      <a:cubicBezTo>
                        <a:pt x="46609" y="33189"/>
                        <a:pt x="47346" y="34802"/>
                        <a:pt x="47672" y="36017"/>
                      </a:cubicBezTo>
                      <a:cubicBezTo>
                        <a:pt x="48238" y="38128"/>
                        <a:pt x="48225" y="38258"/>
                        <a:pt x="47386" y="38954"/>
                      </a:cubicBezTo>
                      <a:cubicBezTo>
                        <a:pt x="46904" y="39355"/>
                        <a:pt x="46131" y="39683"/>
                        <a:pt x="45669" y="39683"/>
                      </a:cubicBezTo>
                      <a:cubicBezTo>
                        <a:pt x="44852" y="39683"/>
                        <a:pt x="44839" y="39825"/>
                        <a:pt x="45194" y="44783"/>
                      </a:cubicBezTo>
                      <a:cubicBezTo>
                        <a:pt x="45604" y="50490"/>
                        <a:pt x="45590" y="54960"/>
                        <a:pt x="45139" y="62488"/>
                      </a:cubicBezTo>
                      <a:cubicBezTo>
                        <a:pt x="44929" y="65984"/>
                        <a:pt x="44992" y="68411"/>
                        <a:pt x="45337" y="70165"/>
                      </a:cubicBezTo>
                      <a:cubicBezTo>
                        <a:pt x="45863" y="72839"/>
                        <a:pt x="48433" y="81342"/>
                        <a:pt x="51262" y="89767"/>
                      </a:cubicBezTo>
                      <a:cubicBezTo>
                        <a:pt x="54129" y="98304"/>
                        <a:pt x="53817" y="103377"/>
                        <a:pt x="49952" y="111083"/>
                      </a:cubicBezTo>
                      <a:cubicBezTo>
                        <a:pt x="48164" y="114647"/>
                        <a:pt x="47244" y="115881"/>
                        <a:pt x="43589" y="119624"/>
                      </a:cubicBezTo>
                      <a:cubicBezTo>
                        <a:pt x="41239" y="122031"/>
                        <a:pt x="38613" y="124558"/>
                        <a:pt x="37753" y="125241"/>
                      </a:cubicBezTo>
                      <a:lnTo>
                        <a:pt x="36190" y="126482"/>
                      </a:lnTo>
                      <a:lnTo>
                        <a:pt x="39084" y="132577"/>
                      </a:lnTo>
                      <a:cubicBezTo>
                        <a:pt x="44370" y="143710"/>
                        <a:pt x="45352" y="146749"/>
                        <a:pt x="45352" y="151975"/>
                      </a:cubicBezTo>
                      <a:cubicBezTo>
                        <a:pt x="45352" y="157466"/>
                        <a:pt x="43580" y="162965"/>
                        <a:pt x="40219" y="167905"/>
                      </a:cubicBezTo>
                      <a:cubicBezTo>
                        <a:pt x="39518" y="168935"/>
                        <a:pt x="36218" y="172599"/>
                        <a:pt x="32886" y="176047"/>
                      </a:cubicBezTo>
                      <a:cubicBezTo>
                        <a:pt x="29554" y="179495"/>
                        <a:pt x="25743" y="183835"/>
                        <a:pt x="24418" y="185691"/>
                      </a:cubicBezTo>
                      <a:cubicBezTo>
                        <a:pt x="14376" y="199755"/>
                        <a:pt x="13588" y="212731"/>
                        <a:pt x="22093" y="223968"/>
                      </a:cubicBezTo>
                      <a:cubicBezTo>
                        <a:pt x="24084" y="226598"/>
                        <a:pt x="24419" y="227853"/>
                        <a:pt x="23131" y="227853"/>
                      </a:cubicBezTo>
                      <a:cubicBezTo>
                        <a:pt x="22800" y="227853"/>
                        <a:pt x="21405" y="226625"/>
                        <a:pt x="20030" y="225124"/>
                      </a:cubicBezTo>
                      <a:close/>
                      <a:moveTo>
                        <a:pt x="15792" y="197587"/>
                      </a:moveTo>
                      <a:cubicBezTo>
                        <a:pt x="18561" y="189016"/>
                        <a:pt x="21168" y="182256"/>
                        <a:pt x="30275" y="172827"/>
                      </a:cubicBezTo>
                      <a:cubicBezTo>
                        <a:pt x="33261" y="169736"/>
                        <a:pt x="36946" y="166189"/>
                        <a:pt x="37812" y="164880"/>
                      </a:cubicBezTo>
                      <a:cubicBezTo>
                        <a:pt x="41442" y="159390"/>
                        <a:pt x="42192" y="154144"/>
                        <a:pt x="40855" y="147488"/>
                      </a:cubicBezTo>
                      <a:cubicBezTo>
                        <a:pt x="40443" y="145436"/>
                        <a:pt x="38782" y="138892"/>
                        <a:pt x="36655" y="134060"/>
                      </a:cubicBezTo>
                      <a:lnTo>
                        <a:pt x="33631" y="127191"/>
                      </a:lnTo>
                      <a:lnTo>
                        <a:pt x="33631" y="127191"/>
                      </a:lnTo>
                      <a:cubicBezTo>
                        <a:pt x="32980" y="127418"/>
                        <a:pt x="33629" y="126927"/>
                        <a:pt x="33631" y="127191"/>
                      </a:cubicBezTo>
                      <a:cubicBezTo>
                        <a:pt x="33634" y="127455"/>
                        <a:pt x="35166" y="130965"/>
                        <a:pt x="36559" y="134056"/>
                      </a:cubicBezTo>
                      <a:cubicBezTo>
                        <a:pt x="40942" y="143780"/>
                        <a:pt x="41002" y="146972"/>
                        <a:pt x="41252" y="151707"/>
                      </a:cubicBezTo>
                      <a:cubicBezTo>
                        <a:pt x="41448" y="155412"/>
                        <a:pt x="41364" y="156878"/>
                        <a:pt x="40438" y="159537"/>
                      </a:cubicBezTo>
                      <a:cubicBezTo>
                        <a:pt x="39009" y="163636"/>
                        <a:pt x="35661" y="167092"/>
                        <a:pt x="30275" y="172827"/>
                      </a:cubicBezTo>
                      <a:cubicBezTo>
                        <a:pt x="25114" y="178324"/>
                        <a:pt x="20784" y="185465"/>
                        <a:pt x="17994" y="191356"/>
                      </a:cubicBezTo>
                      <a:cubicBezTo>
                        <a:pt x="15982" y="195603"/>
                        <a:pt x="14536" y="200584"/>
                        <a:pt x="14606" y="202994"/>
                      </a:cubicBezTo>
                      <a:cubicBezTo>
                        <a:pt x="14644" y="204296"/>
                        <a:pt x="14264" y="204119"/>
                        <a:pt x="14563" y="202345"/>
                      </a:cubicBezTo>
                      <a:cubicBezTo>
                        <a:pt x="14746" y="201252"/>
                        <a:pt x="15300" y="199111"/>
                        <a:pt x="15792" y="197587"/>
                      </a:cubicBezTo>
                      <a:close/>
                      <a:moveTo>
                        <a:pt x="47279" y="37143"/>
                      </a:moveTo>
                      <a:cubicBezTo>
                        <a:pt x="47137" y="36433"/>
                        <a:pt x="46484" y="35169"/>
                        <a:pt x="45827" y="34333"/>
                      </a:cubicBezTo>
                      <a:cubicBezTo>
                        <a:pt x="44396" y="32511"/>
                        <a:pt x="43575" y="30951"/>
                        <a:pt x="42418" y="27859"/>
                      </a:cubicBezTo>
                      <a:cubicBezTo>
                        <a:pt x="41393" y="25121"/>
                        <a:pt x="40992" y="24784"/>
                        <a:pt x="39914" y="25760"/>
                      </a:cubicBezTo>
                      <a:cubicBezTo>
                        <a:pt x="39290" y="26324"/>
                        <a:pt x="39108" y="27045"/>
                        <a:pt x="39108" y="28939"/>
                      </a:cubicBezTo>
                      <a:cubicBezTo>
                        <a:pt x="39108" y="32897"/>
                        <a:pt x="41084" y="35824"/>
                        <a:pt x="44936" y="37567"/>
                      </a:cubicBezTo>
                      <a:cubicBezTo>
                        <a:pt x="47412" y="38688"/>
                        <a:pt x="47582" y="38657"/>
                        <a:pt x="47279" y="37143"/>
                      </a:cubicBezTo>
                      <a:close/>
                      <a:moveTo>
                        <a:pt x="13874" y="31260"/>
                      </a:moveTo>
                      <a:cubicBezTo>
                        <a:pt x="17117" y="30292"/>
                        <a:pt x="20323" y="25971"/>
                        <a:pt x="19666" y="23456"/>
                      </a:cubicBezTo>
                      <a:cubicBezTo>
                        <a:pt x="19318" y="22128"/>
                        <a:pt x="18335" y="22453"/>
                        <a:pt x="15984" y="24678"/>
                      </a:cubicBezTo>
                      <a:cubicBezTo>
                        <a:pt x="14783" y="25813"/>
                        <a:pt x="12593" y="27337"/>
                        <a:pt x="11116" y="28066"/>
                      </a:cubicBezTo>
                      <a:cubicBezTo>
                        <a:pt x="8470" y="29371"/>
                        <a:pt x="7205" y="30591"/>
                        <a:pt x="7689" y="31373"/>
                      </a:cubicBezTo>
                      <a:cubicBezTo>
                        <a:pt x="8038" y="31938"/>
                        <a:pt x="11838" y="31869"/>
                        <a:pt x="13874" y="31260"/>
                      </a:cubicBezTo>
                      <a:close/>
                    </a:path>
                  </a:pathLst>
                </a:custGeom>
                <a:solidFill>
                  <a:srgbClr val="000000"/>
                </a:solidFill>
                <a:ln w="416" cap="flat">
                  <a:solidFill>
                    <a:srgbClr val="000000"/>
                  </a:solidFill>
                  <a:prstDash val="solid"/>
                  <a:round/>
                </a:ln>
              </p:spPr>
              <p:txBody>
                <a:bodyPr/>
                <a:lstStyle/>
                <a:p>
                  <a:endParaRPr lang="en-US" dirty="0"/>
                </a:p>
              </p:txBody>
            </p:sp>
            <p:sp>
              <p:nvSpPr>
                <p:cNvPr id="111" name="Freeform: Shape 110">
                  <a:extLst>
                    <a:ext uri="{FF2B5EF4-FFF2-40B4-BE49-F238E27FC236}">
                      <a16:creationId xmlns:a16="http://schemas.microsoft.com/office/drawing/2014/main" id="{4577EDB2-CAE4-94CB-E82F-89ED9CBF0B58}"/>
                    </a:ext>
                  </a:extLst>
                </p:cNvPr>
                <p:cNvSpPr/>
                <p:nvPr/>
              </p:nvSpPr>
              <p:spPr>
                <a:xfrm rot="-5497757" flipV="1">
                  <a:off x="3708051" y="2028756"/>
                  <a:ext cx="5562" cy="2344"/>
                </a:xfrm>
                <a:custGeom>
                  <a:avLst/>
                  <a:gdLst>
                    <a:gd name="csX0" fmla="*/ 289 w 5562"/>
                    <a:gd name="csY0" fmla="*/ 1808 h 2344"/>
                    <a:gd name="csX1" fmla="*/ 913 w 5562"/>
                    <a:gd name="csY1" fmla="*/ 1262 h 2344"/>
                    <a:gd name="csX2" fmla="*/ 1605 w 5562"/>
                    <a:gd name="csY2" fmla="*/ 747 h 2344"/>
                    <a:gd name="csX3" fmla="*/ 2369 w 5562"/>
                    <a:gd name="csY3" fmla="*/ 348 h 2344"/>
                    <a:gd name="csX4" fmla="*/ 3067 w 5562"/>
                    <a:gd name="csY4" fmla="*/ 125 h 2344"/>
                    <a:gd name="csX5" fmla="*/ 3544 w 5562"/>
                    <a:gd name="csY5" fmla="*/ 84 h 2344"/>
                    <a:gd name="csX6" fmla="*/ 4021 w 5562"/>
                    <a:gd name="csY6" fmla="*/ 185 h 2344"/>
                    <a:gd name="csX7" fmla="*/ 4567 w 5562"/>
                    <a:gd name="csY7" fmla="*/ 520 h 2344"/>
                    <a:gd name="csX8" fmla="*/ 4999 w 5562"/>
                    <a:gd name="csY8" fmla="*/ 1020 h 2344"/>
                    <a:gd name="csX9" fmla="*/ 5349 w 5562"/>
                    <a:gd name="csY9" fmla="*/ 1608 h 2344"/>
                    <a:gd name="csX10" fmla="*/ 5588 w 5562"/>
                    <a:gd name="csY10" fmla="*/ 2108 h 2344"/>
                    <a:gd name="csX11" fmla="*/ 5554 w 5562"/>
                    <a:gd name="csY11" fmla="*/ 2284 h 2344"/>
                    <a:gd name="csX12" fmla="*/ 5206 w 5562"/>
                    <a:gd name="csY12" fmla="*/ 2426 h 2344"/>
                    <a:gd name="csX13" fmla="*/ 4223 w 5562"/>
                    <a:gd name="csY13" fmla="*/ 2262 h 2344"/>
                    <a:gd name="csX14" fmla="*/ 3107 w 5562"/>
                    <a:gd name="csY14" fmla="*/ 2139 h 2344"/>
                    <a:gd name="csX15" fmla="*/ 1970 w 5562"/>
                    <a:gd name="csY15" fmla="*/ 2260 h 2344"/>
                    <a:gd name="csX16" fmla="*/ 702 w 5562"/>
                    <a:gd name="csY16" fmla="*/ 2424 h 2344"/>
                    <a:gd name="csX17" fmla="*/ 71 w 5562"/>
                    <a:gd name="csY17" fmla="*/ 2232 h 2344"/>
                    <a:gd name="csX18" fmla="*/ 121 w 5562"/>
                    <a:gd name="csY18" fmla="*/ 1977 h 2344"/>
                    <a:gd name="csX19" fmla="*/ 290 w 5562"/>
                    <a:gd name="csY19" fmla="*/ 1808 h 2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562" h="2344">
                      <a:moveTo>
                        <a:pt x="289" y="1808"/>
                      </a:moveTo>
                      <a:cubicBezTo>
                        <a:pt x="419" y="1691"/>
                        <a:pt x="678" y="1459"/>
                        <a:pt x="913" y="1262"/>
                      </a:cubicBezTo>
                      <a:cubicBezTo>
                        <a:pt x="1149" y="1064"/>
                        <a:pt x="1365" y="898"/>
                        <a:pt x="1605" y="747"/>
                      </a:cubicBezTo>
                      <a:cubicBezTo>
                        <a:pt x="1844" y="596"/>
                        <a:pt x="2114" y="455"/>
                        <a:pt x="2369" y="348"/>
                      </a:cubicBezTo>
                      <a:cubicBezTo>
                        <a:pt x="2624" y="242"/>
                        <a:pt x="2875" y="166"/>
                        <a:pt x="3067" y="125"/>
                      </a:cubicBezTo>
                      <a:cubicBezTo>
                        <a:pt x="3259" y="84"/>
                        <a:pt x="3398" y="76"/>
                        <a:pt x="3544" y="84"/>
                      </a:cubicBezTo>
                      <a:cubicBezTo>
                        <a:pt x="3691" y="92"/>
                        <a:pt x="3845" y="115"/>
                        <a:pt x="4021" y="185"/>
                      </a:cubicBezTo>
                      <a:cubicBezTo>
                        <a:pt x="4197" y="255"/>
                        <a:pt x="4400" y="376"/>
                        <a:pt x="4567" y="520"/>
                      </a:cubicBezTo>
                      <a:cubicBezTo>
                        <a:pt x="4734" y="663"/>
                        <a:pt x="4872" y="835"/>
                        <a:pt x="4999" y="1020"/>
                      </a:cubicBezTo>
                      <a:cubicBezTo>
                        <a:pt x="5125" y="1206"/>
                        <a:pt x="5243" y="1408"/>
                        <a:pt x="5349" y="1608"/>
                      </a:cubicBezTo>
                      <a:cubicBezTo>
                        <a:pt x="5455" y="1807"/>
                        <a:pt x="5550" y="2004"/>
                        <a:pt x="5588" y="2108"/>
                      </a:cubicBezTo>
                      <a:cubicBezTo>
                        <a:pt x="5626" y="2213"/>
                        <a:pt x="5605" y="2226"/>
                        <a:pt x="5554" y="2284"/>
                      </a:cubicBezTo>
                      <a:cubicBezTo>
                        <a:pt x="5502" y="2343"/>
                        <a:pt x="5438" y="2425"/>
                        <a:pt x="5206" y="2426"/>
                      </a:cubicBezTo>
                      <a:cubicBezTo>
                        <a:pt x="4974" y="2428"/>
                        <a:pt x="4601" y="2335"/>
                        <a:pt x="4223" y="2262"/>
                      </a:cubicBezTo>
                      <a:cubicBezTo>
                        <a:pt x="3844" y="2189"/>
                        <a:pt x="3471" y="2139"/>
                        <a:pt x="3107" y="2139"/>
                      </a:cubicBezTo>
                      <a:cubicBezTo>
                        <a:pt x="2742" y="2139"/>
                        <a:pt x="2393" y="2189"/>
                        <a:pt x="1970" y="2260"/>
                      </a:cubicBezTo>
                      <a:cubicBezTo>
                        <a:pt x="1547" y="2331"/>
                        <a:pt x="1056" y="2424"/>
                        <a:pt x="702" y="2424"/>
                      </a:cubicBezTo>
                      <a:cubicBezTo>
                        <a:pt x="349" y="2424"/>
                        <a:pt x="137" y="2332"/>
                        <a:pt x="71" y="2232"/>
                      </a:cubicBezTo>
                      <a:cubicBezTo>
                        <a:pt x="5" y="2132"/>
                        <a:pt x="83" y="2028"/>
                        <a:pt x="121" y="1977"/>
                      </a:cubicBezTo>
                      <a:cubicBezTo>
                        <a:pt x="160" y="1925"/>
                        <a:pt x="160" y="1925"/>
                        <a:pt x="290" y="1808"/>
                      </a:cubicBezTo>
                      <a:close/>
                    </a:path>
                  </a:pathLst>
                </a:custGeom>
                <a:solidFill>
                  <a:srgbClr val="FFFFFF"/>
                </a:solidFill>
                <a:ln w="0" cap="flat">
                  <a:solidFill>
                    <a:srgbClr val="000000"/>
                  </a:solidFill>
                  <a:prstDash val="solid"/>
                  <a:miter/>
                </a:ln>
              </p:spPr>
              <p:txBody>
                <a:bodyPr/>
                <a:lstStyle/>
                <a:p>
                  <a:endParaRPr lang="en-US" dirty="0"/>
                </a:p>
              </p:txBody>
            </p:sp>
          </p:grpSp>
          <p:sp>
            <p:nvSpPr>
              <p:cNvPr id="105" name="Freeform: Shape 104">
                <a:extLst>
                  <a:ext uri="{FF2B5EF4-FFF2-40B4-BE49-F238E27FC236}">
                    <a16:creationId xmlns:a16="http://schemas.microsoft.com/office/drawing/2014/main" id="{86F51BD0-A4EA-976F-327F-BFD7CC939AF0}"/>
                  </a:ext>
                </a:extLst>
              </p:cNvPr>
              <p:cNvSpPr/>
              <p:nvPr/>
            </p:nvSpPr>
            <p:spPr>
              <a:xfrm rot="-7471726">
                <a:off x="3697567" y="2009524"/>
                <a:ext cx="18948" cy="14684"/>
              </a:xfrm>
              <a:custGeom>
                <a:avLst/>
                <a:gdLst>
                  <a:gd name="csX0" fmla="*/ 56 w 18948"/>
                  <a:gd name="csY0" fmla="*/ 2390 h 14684"/>
                  <a:gd name="csX1" fmla="*/ 1870 w 18948"/>
                  <a:gd name="csY1" fmla="*/ 5614 h 14684"/>
                  <a:gd name="csX2" fmla="*/ 4291 w 18948"/>
                  <a:gd name="csY2" fmla="*/ 9890 h 14684"/>
                  <a:gd name="csX3" fmla="*/ 8364 w 18948"/>
                  <a:gd name="csY3" fmla="*/ 14171 h 14684"/>
                  <a:gd name="csX4" fmla="*/ 9406 w 18948"/>
                  <a:gd name="csY4" fmla="*/ 14710 h 14684"/>
                  <a:gd name="csX5" fmla="*/ 6882 w 18948"/>
                  <a:gd name="csY5" fmla="*/ 12326 h 14684"/>
                  <a:gd name="csX6" fmla="*/ 4415 w 18948"/>
                  <a:gd name="csY6" fmla="*/ 9372 h 14684"/>
                  <a:gd name="csX7" fmla="*/ 948 w 18948"/>
                  <a:gd name="csY7" fmla="*/ 2986 h 14684"/>
                  <a:gd name="csX8" fmla="*/ 3430 w 18948"/>
                  <a:gd name="csY8" fmla="*/ 5935 h 14684"/>
                  <a:gd name="csX9" fmla="*/ 7110 w 18948"/>
                  <a:gd name="csY9" fmla="*/ 9527 h 14684"/>
                  <a:gd name="csX10" fmla="*/ 11858 w 18948"/>
                  <a:gd name="csY10" fmla="*/ 12730 h 14684"/>
                  <a:gd name="csX11" fmla="*/ 14781 w 18948"/>
                  <a:gd name="csY11" fmla="*/ 13788 h 14684"/>
                  <a:gd name="csX12" fmla="*/ 11655 w 18948"/>
                  <a:gd name="csY12" fmla="*/ 12357 h 14684"/>
                  <a:gd name="csX13" fmla="*/ 7628 w 18948"/>
                  <a:gd name="csY13" fmla="*/ 9501 h 14684"/>
                  <a:gd name="csX14" fmla="*/ 4710 w 18948"/>
                  <a:gd name="csY14" fmla="*/ 6511 h 14684"/>
                  <a:gd name="csX15" fmla="*/ 1777 w 18948"/>
                  <a:gd name="csY15" fmla="*/ 2789 h 14684"/>
                  <a:gd name="csX16" fmla="*/ 2513 w 18948"/>
                  <a:gd name="csY16" fmla="*/ 2074 h 14684"/>
                  <a:gd name="csX17" fmla="*/ 2767 w 18948"/>
                  <a:gd name="csY17" fmla="*/ 3147 h 14684"/>
                  <a:gd name="csX18" fmla="*/ 6203 w 18948"/>
                  <a:gd name="csY18" fmla="*/ 6210 h 14684"/>
                  <a:gd name="csX19" fmla="*/ 10551 w 18948"/>
                  <a:gd name="csY19" fmla="*/ 9377 h 14684"/>
                  <a:gd name="csX20" fmla="*/ 12251 w 18948"/>
                  <a:gd name="csY20" fmla="*/ 10310 h 14684"/>
                  <a:gd name="csX21" fmla="*/ 14698 w 18948"/>
                  <a:gd name="csY21" fmla="*/ 11502 h 14684"/>
                  <a:gd name="csX22" fmla="*/ 17528 w 18948"/>
                  <a:gd name="csY22" fmla="*/ 12580 h 14684"/>
                  <a:gd name="csX23" fmla="*/ 18689 w 18948"/>
                  <a:gd name="csY23" fmla="*/ 12829 h 14684"/>
                  <a:gd name="csX24" fmla="*/ 16761 w 18948"/>
                  <a:gd name="csY24" fmla="*/ 12057 h 14684"/>
                  <a:gd name="csX25" fmla="*/ 13262 w 18948"/>
                  <a:gd name="csY25" fmla="*/ 10388 h 14684"/>
                  <a:gd name="csX26" fmla="*/ 10520 w 18948"/>
                  <a:gd name="csY26" fmla="*/ 8734 h 14684"/>
                  <a:gd name="csX27" fmla="*/ 6830 w 18948"/>
                  <a:gd name="csY27" fmla="*/ 5852 h 14684"/>
                  <a:gd name="csX28" fmla="*/ 4835 w 18948"/>
                  <a:gd name="csY28" fmla="*/ 4194 h 14684"/>
                  <a:gd name="csX29" fmla="*/ 3353 w 18948"/>
                  <a:gd name="csY29" fmla="*/ 2608 h 14684"/>
                  <a:gd name="csX30" fmla="*/ 3016 w 18948"/>
                  <a:gd name="csY30" fmla="*/ 1711 h 14684"/>
                  <a:gd name="csX31" fmla="*/ 3638 w 18948"/>
                  <a:gd name="csY31" fmla="*/ 1447 h 14684"/>
                  <a:gd name="csX32" fmla="*/ 5073 w 18948"/>
                  <a:gd name="csY32" fmla="*/ 2996 h 14684"/>
                  <a:gd name="csX33" fmla="*/ 6384 w 18948"/>
                  <a:gd name="csY33" fmla="*/ 3986 h 14684"/>
                  <a:gd name="csX34" fmla="*/ 7670 w 18948"/>
                  <a:gd name="csY34" fmla="*/ 4945 h 14684"/>
                  <a:gd name="csX35" fmla="*/ 9162 w 18948"/>
                  <a:gd name="csY35" fmla="*/ 5909 h 14684"/>
                  <a:gd name="csX36" fmla="*/ 11101 w 18948"/>
                  <a:gd name="csY36" fmla="*/ 7247 h 14684"/>
                  <a:gd name="csX37" fmla="*/ 13174 w 18948"/>
                  <a:gd name="csY37" fmla="*/ 8501 h 14684"/>
                  <a:gd name="csX38" fmla="*/ 15874 w 18948"/>
                  <a:gd name="csY38" fmla="*/ 9662 h 14684"/>
                  <a:gd name="csX39" fmla="*/ 18984 w 18948"/>
                  <a:gd name="csY39" fmla="*/ 10056 h 14684"/>
                  <a:gd name="csX40" fmla="*/ 17082 w 18948"/>
                  <a:gd name="csY40" fmla="*/ 9460 h 14684"/>
                  <a:gd name="csX41" fmla="*/ 13827 w 18948"/>
                  <a:gd name="csY41" fmla="*/ 8169 h 14684"/>
                  <a:gd name="csX42" fmla="*/ 11547 w 18948"/>
                  <a:gd name="csY42" fmla="*/ 6822 h 14684"/>
                  <a:gd name="csX43" fmla="*/ 9380 w 18948"/>
                  <a:gd name="csY43" fmla="*/ 5225 h 14684"/>
                  <a:gd name="csX44" fmla="*/ 7266 w 18948"/>
                  <a:gd name="csY44" fmla="*/ 3831 h 14684"/>
                  <a:gd name="csX45" fmla="*/ 5395 w 18948"/>
                  <a:gd name="csY45" fmla="*/ 2260 h 14684"/>
                  <a:gd name="csX46" fmla="*/ 4083 w 18948"/>
                  <a:gd name="csY46" fmla="*/ 125 h 14684"/>
                  <a:gd name="csX47" fmla="*/ 1378 w 18948"/>
                  <a:gd name="csY47" fmla="*/ 1509 h 14684"/>
                  <a:gd name="csX48" fmla="*/ 56 w 18948"/>
                  <a:gd name="csY48" fmla="*/ 2390 h 14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948" h="14684">
                    <a:moveTo>
                      <a:pt x="56" y="2390"/>
                    </a:moveTo>
                    <a:cubicBezTo>
                      <a:pt x="139" y="3074"/>
                      <a:pt x="1264" y="4541"/>
                      <a:pt x="1870" y="5614"/>
                    </a:cubicBezTo>
                    <a:cubicBezTo>
                      <a:pt x="2575" y="6863"/>
                      <a:pt x="3301" y="8584"/>
                      <a:pt x="4291" y="9890"/>
                    </a:cubicBezTo>
                    <a:cubicBezTo>
                      <a:pt x="5369" y="11315"/>
                      <a:pt x="7509" y="13368"/>
                      <a:pt x="8364" y="14171"/>
                    </a:cubicBezTo>
                    <a:cubicBezTo>
                      <a:pt x="8649" y="14441"/>
                      <a:pt x="9650" y="15021"/>
                      <a:pt x="9406" y="14710"/>
                    </a:cubicBezTo>
                    <a:cubicBezTo>
                      <a:pt x="9157" y="14405"/>
                      <a:pt x="7675" y="13171"/>
                      <a:pt x="6882" y="12326"/>
                    </a:cubicBezTo>
                    <a:cubicBezTo>
                      <a:pt x="6053" y="11435"/>
                      <a:pt x="5104" y="10450"/>
                      <a:pt x="4415" y="9372"/>
                    </a:cubicBezTo>
                    <a:cubicBezTo>
                      <a:pt x="3425" y="7812"/>
                      <a:pt x="1108" y="3556"/>
                      <a:pt x="948" y="2986"/>
                    </a:cubicBezTo>
                    <a:cubicBezTo>
                      <a:pt x="782" y="2411"/>
                      <a:pt x="2549" y="4997"/>
                      <a:pt x="3430" y="5935"/>
                    </a:cubicBezTo>
                    <a:cubicBezTo>
                      <a:pt x="4462" y="7024"/>
                      <a:pt x="5778" y="8449"/>
                      <a:pt x="7110" y="9527"/>
                    </a:cubicBezTo>
                    <a:cubicBezTo>
                      <a:pt x="8515" y="10662"/>
                      <a:pt x="10583" y="12020"/>
                      <a:pt x="11858" y="12730"/>
                    </a:cubicBezTo>
                    <a:cubicBezTo>
                      <a:pt x="12765" y="13233"/>
                      <a:pt x="14817" y="13850"/>
                      <a:pt x="14781" y="13788"/>
                    </a:cubicBezTo>
                    <a:cubicBezTo>
                      <a:pt x="14750" y="13726"/>
                      <a:pt x="12640" y="12948"/>
                      <a:pt x="11655" y="12357"/>
                    </a:cubicBezTo>
                    <a:cubicBezTo>
                      <a:pt x="10463" y="11642"/>
                      <a:pt x="8789" y="10476"/>
                      <a:pt x="7628" y="9501"/>
                    </a:cubicBezTo>
                    <a:cubicBezTo>
                      <a:pt x="6561" y="8605"/>
                      <a:pt x="5623" y="7563"/>
                      <a:pt x="4710" y="6511"/>
                    </a:cubicBezTo>
                    <a:cubicBezTo>
                      <a:pt x="3736" y="5391"/>
                      <a:pt x="2145" y="3530"/>
                      <a:pt x="1777" y="2789"/>
                    </a:cubicBezTo>
                    <a:cubicBezTo>
                      <a:pt x="1627" y="2483"/>
                      <a:pt x="2347" y="2017"/>
                      <a:pt x="2513" y="2074"/>
                    </a:cubicBezTo>
                    <a:cubicBezTo>
                      <a:pt x="2674" y="2136"/>
                      <a:pt x="2523" y="2872"/>
                      <a:pt x="2767" y="3147"/>
                    </a:cubicBezTo>
                    <a:cubicBezTo>
                      <a:pt x="3384" y="3836"/>
                      <a:pt x="5006" y="5251"/>
                      <a:pt x="6203" y="6210"/>
                    </a:cubicBezTo>
                    <a:cubicBezTo>
                      <a:pt x="7504" y="7247"/>
                      <a:pt x="9546" y="8693"/>
                      <a:pt x="10551" y="9377"/>
                    </a:cubicBezTo>
                    <a:cubicBezTo>
                      <a:pt x="11085" y="9740"/>
                      <a:pt x="11676" y="10014"/>
                      <a:pt x="12251" y="10310"/>
                    </a:cubicBezTo>
                    <a:cubicBezTo>
                      <a:pt x="12941" y="10662"/>
                      <a:pt x="13869" y="11144"/>
                      <a:pt x="14698" y="11502"/>
                    </a:cubicBezTo>
                    <a:cubicBezTo>
                      <a:pt x="15579" y="11886"/>
                      <a:pt x="16864" y="12357"/>
                      <a:pt x="17528" y="12580"/>
                    </a:cubicBezTo>
                    <a:cubicBezTo>
                      <a:pt x="17901" y="12704"/>
                      <a:pt x="18818" y="12917"/>
                      <a:pt x="18689" y="12829"/>
                    </a:cubicBezTo>
                    <a:cubicBezTo>
                      <a:pt x="18559" y="12741"/>
                      <a:pt x="17393" y="12342"/>
                      <a:pt x="16761" y="12057"/>
                    </a:cubicBezTo>
                    <a:cubicBezTo>
                      <a:pt x="15854" y="11652"/>
                      <a:pt x="14304" y="10942"/>
                      <a:pt x="13262" y="10388"/>
                    </a:cubicBezTo>
                    <a:cubicBezTo>
                      <a:pt x="12319" y="9885"/>
                      <a:pt x="11391" y="9346"/>
                      <a:pt x="10520" y="8734"/>
                    </a:cubicBezTo>
                    <a:cubicBezTo>
                      <a:pt x="9448" y="7977"/>
                      <a:pt x="7779" y="6609"/>
                      <a:pt x="6830" y="5852"/>
                    </a:cubicBezTo>
                    <a:cubicBezTo>
                      <a:pt x="6156" y="5308"/>
                      <a:pt x="5415" y="4733"/>
                      <a:pt x="4835" y="4194"/>
                    </a:cubicBezTo>
                    <a:cubicBezTo>
                      <a:pt x="4306" y="3696"/>
                      <a:pt x="3658" y="3028"/>
                      <a:pt x="3353" y="2608"/>
                    </a:cubicBezTo>
                    <a:cubicBezTo>
                      <a:pt x="3166" y="2354"/>
                      <a:pt x="2969" y="1908"/>
                      <a:pt x="3016" y="1711"/>
                    </a:cubicBezTo>
                    <a:cubicBezTo>
                      <a:pt x="3067" y="1519"/>
                      <a:pt x="3446" y="1328"/>
                      <a:pt x="3638" y="1447"/>
                    </a:cubicBezTo>
                    <a:cubicBezTo>
                      <a:pt x="3980" y="1659"/>
                      <a:pt x="4612" y="2571"/>
                      <a:pt x="5073" y="2996"/>
                    </a:cubicBezTo>
                    <a:cubicBezTo>
                      <a:pt x="5477" y="3364"/>
                      <a:pt x="5954" y="3660"/>
                      <a:pt x="6384" y="3986"/>
                    </a:cubicBezTo>
                    <a:cubicBezTo>
                      <a:pt x="6815" y="4303"/>
                      <a:pt x="7229" y="4640"/>
                      <a:pt x="7670" y="4945"/>
                    </a:cubicBezTo>
                    <a:cubicBezTo>
                      <a:pt x="8131" y="5267"/>
                      <a:pt x="8670" y="5578"/>
                      <a:pt x="9162" y="5909"/>
                    </a:cubicBezTo>
                    <a:cubicBezTo>
                      <a:pt x="9733" y="6293"/>
                      <a:pt x="10437" y="6822"/>
                      <a:pt x="11101" y="7247"/>
                    </a:cubicBezTo>
                    <a:cubicBezTo>
                      <a:pt x="11764" y="7677"/>
                      <a:pt x="12454" y="8133"/>
                      <a:pt x="13174" y="8501"/>
                    </a:cubicBezTo>
                    <a:cubicBezTo>
                      <a:pt x="13967" y="8900"/>
                      <a:pt x="14926" y="9408"/>
                      <a:pt x="15874" y="9662"/>
                    </a:cubicBezTo>
                    <a:cubicBezTo>
                      <a:pt x="16843" y="9921"/>
                      <a:pt x="18782" y="10092"/>
                      <a:pt x="18984" y="10056"/>
                    </a:cubicBezTo>
                    <a:cubicBezTo>
                      <a:pt x="19181" y="10025"/>
                      <a:pt x="17704" y="9688"/>
                      <a:pt x="17082" y="9460"/>
                    </a:cubicBezTo>
                    <a:cubicBezTo>
                      <a:pt x="16222" y="9144"/>
                      <a:pt x="14750" y="8610"/>
                      <a:pt x="13827" y="8169"/>
                    </a:cubicBezTo>
                    <a:cubicBezTo>
                      <a:pt x="13029" y="7791"/>
                      <a:pt x="12283" y="7309"/>
                      <a:pt x="11547" y="6822"/>
                    </a:cubicBezTo>
                    <a:cubicBezTo>
                      <a:pt x="10805" y="6329"/>
                      <a:pt x="10095" y="5728"/>
                      <a:pt x="9380" y="5225"/>
                    </a:cubicBezTo>
                    <a:cubicBezTo>
                      <a:pt x="8686" y="4743"/>
                      <a:pt x="7929" y="4329"/>
                      <a:pt x="7266" y="3831"/>
                    </a:cubicBezTo>
                    <a:cubicBezTo>
                      <a:pt x="6613" y="3344"/>
                      <a:pt x="5923" y="2877"/>
                      <a:pt x="5395" y="2260"/>
                    </a:cubicBezTo>
                    <a:cubicBezTo>
                      <a:pt x="4866" y="1639"/>
                      <a:pt x="4752" y="249"/>
                      <a:pt x="4083" y="125"/>
                    </a:cubicBezTo>
                    <a:cubicBezTo>
                      <a:pt x="3415" y="1"/>
                      <a:pt x="2052" y="1125"/>
                      <a:pt x="1378" y="1509"/>
                    </a:cubicBezTo>
                    <a:cubicBezTo>
                      <a:pt x="917" y="1763"/>
                      <a:pt x="-6" y="1861"/>
                      <a:pt x="56" y="2390"/>
                    </a:cubicBezTo>
                  </a:path>
                </a:pathLst>
              </a:custGeom>
              <a:solidFill>
                <a:srgbClr val="000000"/>
              </a:solidFill>
              <a:ln w="5172" cap="flat">
                <a:noFill/>
                <a:prstDash val="solid"/>
                <a:round/>
              </a:ln>
            </p:spPr>
            <p:txBody>
              <a:bodyPr/>
              <a:lstStyle/>
              <a:p>
                <a:endParaRPr lang="en-US" dirty="0"/>
              </a:p>
            </p:txBody>
          </p:sp>
          <p:sp>
            <p:nvSpPr>
              <p:cNvPr id="109" name="Freeform: Shape 108">
                <a:extLst>
                  <a:ext uri="{FF2B5EF4-FFF2-40B4-BE49-F238E27FC236}">
                    <a16:creationId xmlns:a16="http://schemas.microsoft.com/office/drawing/2014/main" id="{8A9398CA-1552-FC2B-EB5F-308F14287F3A}"/>
                  </a:ext>
                </a:extLst>
              </p:cNvPr>
              <p:cNvSpPr/>
              <p:nvPr/>
            </p:nvSpPr>
            <p:spPr>
              <a:xfrm rot="-7471726">
                <a:off x="3699767" y="2037891"/>
                <a:ext cx="18624" cy="12747"/>
              </a:xfrm>
              <a:custGeom>
                <a:avLst/>
                <a:gdLst>
                  <a:gd name="csX0" fmla="*/ 18433 w 18624"/>
                  <a:gd name="csY0" fmla="*/ 12700 h 12747"/>
                  <a:gd name="csX1" fmla="*/ 14732 w 18624"/>
                  <a:gd name="csY1" fmla="*/ 12736 h 12747"/>
                  <a:gd name="csX2" fmla="*/ 9819 w 18624"/>
                  <a:gd name="csY2" fmla="*/ 12783 h 12747"/>
                  <a:gd name="csX3" fmla="*/ 4077 w 18624"/>
                  <a:gd name="csY3" fmla="*/ 11399 h 12747"/>
                  <a:gd name="csX4" fmla="*/ 3087 w 18624"/>
                  <a:gd name="csY4" fmla="*/ 10761 h 12747"/>
                  <a:gd name="csX5" fmla="*/ 6419 w 18624"/>
                  <a:gd name="csY5" fmla="*/ 11751 h 12747"/>
                  <a:gd name="csX6" fmla="*/ 10208 w 18624"/>
                  <a:gd name="csY6" fmla="*/ 12410 h 12747"/>
                  <a:gd name="csX7" fmla="*/ 17474 w 18624"/>
                  <a:gd name="csY7" fmla="*/ 12223 h 12747"/>
                  <a:gd name="csX8" fmla="*/ 13680 w 18624"/>
                  <a:gd name="csY8" fmla="*/ 11544 h 12747"/>
                  <a:gd name="csX9" fmla="*/ 8720 w 18624"/>
                  <a:gd name="csY9" fmla="*/ 10155 h 12747"/>
                  <a:gd name="csX10" fmla="*/ 3574 w 18624"/>
                  <a:gd name="csY10" fmla="*/ 7646 h 12747"/>
                  <a:gd name="csX11" fmla="*/ 1200 w 18624"/>
                  <a:gd name="csY11" fmla="*/ 5641 h 12747"/>
                  <a:gd name="csX12" fmla="*/ 3999 w 18624"/>
                  <a:gd name="csY12" fmla="*/ 7636 h 12747"/>
                  <a:gd name="csX13" fmla="*/ 8487 w 18624"/>
                  <a:gd name="csY13" fmla="*/ 9694 h 12747"/>
                  <a:gd name="csX14" fmla="*/ 12540 w 18624"/>
                  <a:gd name="csY14" fmla="*/ 10730 h 12747"/>
                  <a:gd name="csX15" fmla="*/ 17225 w 18624"/>
                  <a:gd name="csY15" fmla="*/ 11404 h 12747"/>
                  <a:gd name="csX16" fmla="*/ 17474 w 18624"/>
                  <a:gd name="csY16" fmla="*/ 10419 h 12747"/>
                  <a:gd name="csX17" fmla="*/ 16422 w 18624"/>
                  <a:gd name="csY17" fmla="*/ 10730 h 12747"/>
                  <a:gd name="csX18" fmla="*/ 12053 w 18624"/>
                  <a:gd name="csY18" fmla="*/ 9284 h 12747"/>
                  <a:gd name="csX19" fmla="*/ 7134 w 18624"/>
                  <a:gd name="csY19" fmla="*/ 7102 h 12747"/>
                  <a:gd name="csX20" fmla="*/ 5476 w 18624"/>
                  <a:gd name="csY20" fmla="*/ 6097 h 12747"/>
                  <a:gd name="csX21" fmla="*/ 3216 w 18624"/>
                  <a:gd name="csY21" fmla="*/ 4573 h 12747"/>
                  <a:gd name="csX22" fmla="*/ 874 w 18624"/>
                  <a:gd name="csY22" fmla="*/ 2660 h 12747"/>
                  <a:gd name="csX23" fmla="*/ 75 w 18624"/>
                  <a:gd name="csY23" fmla="*/ 1784 h 12747"/>
                  <a:gd name="csX24" fmla="*/ 1708 w 18624"/>
                  <a:gd name="csY24" fmla="*/ 3064 h 12747"/>
                  <a:gd name="csX25" fmla="*/ 4901 w 18624"/>
                  <a:gd name="csY25" fmla="*/ 5262 h 12747"/>
                  <a:gd name="csX26" fmla="*/ 7710 w 18624"/>
                  <a:gd name="csY26" fmla="*/ 6807 h 12747"/>
                  <a:gd name="csX27" fmla="*/ 12048 w 18624"/>
                  <a:gd name="csY27" fmla="*/ 8564 h 12747"/>
                  <a:gd name="csX28" fmla="*/ 14484 w 18624"/>
                  <a:gd name="csY28" fmla="*/ 9460 h 12747"/>
                  <a:gd name="csX29" fmla="*/ 16593 w 18624"/>
                  <a:gd name="csY29" fmla="*/ 9953 h 12747"/>
                  <a:gd name="csX30" fmla="*/ 17542 w 18624"/>
                  <a:gd name="csY30" fmla="*/ 9792 h 12747"/>
                  <a:gd name="csX31" fmla="*/ 17459 w 18624"/>
                  <a:gd name="csY31" fmla="*/ 9129 h 12747"/>
                  <a:gd name="csX32" fmla="*/ 15401 w 18624"/>
                  <a:gd name="csY32" fmla="*/ 8657 h 12747"/>
                  <a:gd name="csX33" fmla="*/ 13888 w 18624"/>
                  <a:gd name="csY33" fmla="*/ 8014 h 12747"/>
                  <a:gd name="csX34" fmla="*/ 12411 w 18624"/>
                  <a:gd name="csY34" fmla="*/ 7382 h 12747"/>
                  <a:gd name="csX35" fmla="*/ 10830 w 18624"/>
                  <a:gd name="csY35" fmla="*/ 6568 h 12747"/>
                  <a:gd name="csX36" fmla="*/ 8705 w 18624"/>
                  <a:gd name="csY36" fmla="*/ 5563 h 12747"/>
                  <a:gd name="csX37" fmla="*/ 6585 w 18624"/>
                  <a:gd name="csY37" fmla="*/ 4391 h 12747"/>
                  <a:gd name="csX38" fmla="*/ 4227 w 18624"/>
                  <a:gd name="csY38" fmla="*/ 2634 h 12747"/>
                  <a:gd name="csX39" fmla="*/ 2330 w 18624"/>
                  <a:gd name="csY39" fmla="*/ 141 h 12747"/>
                  <a:gd name="csX40" fmla="*/ 3797 w 18624"/>
                  <a:gd name="csY40" fmla="*/ 1489 h 12747"/>
                  <a:gd name="csX41" fmla="*/ 6538 w 18624"/>
                  <a:gd name="csY41" fmla="*/ 3661 h 12747"/>
                  <a:gd name="csX42" fmla="*/ 8850 w 18624"/>
                  <a:gd name="csY42" fmla="*/ 4962 h 12747"/>
                  <a:gd name="csX43" fmla="*/ 11312 w 18624"/>
                  <a:gd name="csY43" fmla="*/ 6045 h 12747"/>
                  <a:gd name="csX44" fmla="*/ 13582 w 18624"/>
                  <a:gd name="csY44" fmla="*/ 7180 h 12747"/>
                  <a:gd name="csX45" fmla="*/ 15878 w 18624"/>
                  <a:gd name="csY45" fmla="*/ 8009 h 12747"/>
                  <a:gd name="csX46" fmla="*/ 18381 w 18624"/>
                  <a:gd name="csY46" fmla="*/ 8077 h 12747"/>
                  <a:gd name="csX47" fmla="*/ 18537 w 18624"/>
                  <a:gd name="csY47" fmla="*/ 11109 h 12747"/>
                  <a:gd name="csX48" fmla="*/ 18433 w 18624"/>
                  <a:gd name="csY48" fmla="*/ 12700 h 12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624" h="12747">
                    <a:moveTo>
                      <a:pt x="18433" y="12700"/>
                    </a:moveTo>
                    <a:cubicBezTo>
                      <a:pt x="17796" y="12969"/>
                      <a:pt x="15966" y="12726"/>
                      <a:pt x="14732" y="12736"/>
                    </a:cubicBezTo>
                    <a:cubicBezTo>
                      <a:pt x="13297" y="12752"/>
                      <a:pt x="11447" y="12990"/>
                      <a:pt x="9819" y="12783"/>
                    </a:cubicBezTo>
                    <a:cubicBezTo>
                      <a:pt x="8047" y="12560"/>
                      <a:pt x="5201" y="11731"/>
                      <a:pt x="4077" y="11399"/>
                    </a:cubicBezTo>
                    <a:cubicBezTo>
                      <a:pt x="3703" y="11285"/>
                      <a:pt x="2698" y="10704"/>
                      <a:pt x="3087" y="10761"/>
                    </a:cubicBezTo>
                    <a:cubicBezTo>
                      <a:pt x="3475" y="10824"/>
                      <a:pt x="5289" y="11492"/>
                      <a:pt x="6419" y="11751"/>
                    </a:cubicBezTo>
                    <a:cubicBezTo>
                      <a:pt x="7606" y="12026"/>
                      <a:pt x="8928" y="12358"/>
                      <a:pt x="10208" y="12410"/>
                    </a:cubicBezTo>
                    <a:cubicBezTo>
                      <a:pt x="12053" y="12487"/>
                      <a:pt x="16894" y="12373"/>
                      <a:pt x="17474" y="12223"/>
                    </a:cubicBezTo>
                    <a:cubicBezTo>
                      <a:pt x="18049" y="12083"/>
                      <a:pt x="14929" y="11840"/>
                      <a:pt x="13680" y="11544"/>
                    </a:cubicBezTo>
                    <a:cubicBezTo>
                      <a:pt x="12219" y="11202"/>
                      <a:pt x="10327" y="10772"/>
                      <a:pt x="8720" y="10155"/>
                    </a:cubicBezTo>
                    <a:cubicBezTo>
                      <a:pt x="7041" y="9507"/>
                      <a:pt x="4828" y="8398"/>
                      <a:pt x="3574" y="7646"/>
                    </a:cubicBezTo>
                    <a:cubicBezTo>
                      <a:pt x="2688" y="7113"/>
                      <a:pt x="1127" y="5646"/>
                      <a:pt x="1200" y="5641"/>
                    </a:cubicBezTo>
                    <a:cubicBezTo>
                      <a:pt x="1267" y="5641"/>
                      <a:pt x="2999" y="7081"/>
                      <a:pt x="3999" y="7636"/>
                    </a:cubicBezTo>
                    <a:cubicBezTo>
                      <a:pt x="5217" y="8310"/>
                      <a:pt x="7067" y="9181"/>
                      <a:pt x="8487" y="9694"/>
                    </a:cubicBezTo>
                    <a:cubicBezTo>
                      <a:pt x="9798" y="10171"/>
                      <a:pt x="11172" y="10461"/>
                      <a:pt x="12540" y="10730"/>
                    </a:cubicBezTo>
                    <a:cubicBezTo>
                      <a:pt x="13997" y="11015"/>
                      <a:pt x="16401" y="11461"/>
                      <a:pt x="17225" y="11404"/>
                    </a:cubicBezTo>
                    <a:cubicBezTo>
                      <a:pt x="17567" y="11389"/>
                      <a:pt x="17609" y="10528"/>
                      <a:pt x="17474" y="10419"/>
                    </a:cubicBezTo>
                    <a:cubicBezTo>
                      <a:pt x="17345" y="10305"/>
                      <a:pt x="16780" y="10803"/>
                      <a:pt x="16422" y="10730"/>
                    </a:cubicBezTo>
                    <a:cubicBezTo>
                      <a:pt x="15515" y="10539"/>
                      <a:pt x="13478" y="9844"/>
                      <a:pt x="12053" y="9284"/>
                    </a:cubicBezTo>
                    <a:cubicBezTo>
                      <a:pt x="10503" y="8683"/>
                      <a:pt x="8228" y="7631"/>
                      <a:pt x="7134" y="7102"/>
                    </a:cubicBezTo>
                    <a:cubicBezTo>
                      <a:pt x="6554" y="6822"/>
                      <a:pt x="6020" y="6444"/>
                      <a:pt x="5476" y="6097"/>
                    </a:cubicBezTo>
                    <a:cubicBezTo>
                      <a:pt x="4828" y="5677"/>
                      <a:pt x="3947" y="5117"/>
                      <a:pt x="3216" y="4573"/>
                    </a:cubicBezTo>
                    <a:cubicBezTo>
                      <a:pt x="2454" y="4003"/>
                      <a:pt x="1397" y="3127"/>
                      <a:pt x="874" y="2660"/>
                    </a:cubicBezTo>
                    <a:cubicBezTo>
                      <a:pt x="578" y="2401"/>
                      <a:pt x="-59" y="1712"/>
                      <a:pt x="75" y="1784"/>
                    </a:cubicBezTo>
                    <a:cubicBezTo>
                      <a:pt x="215" y="1846"/>
                      <a:pt x="1148" y="2660"/>
                      <a:pt x="1708" y="3064"/>
                    </a:cubicBezTo>
                    <a:cubicBezTo>
                      <a:pt x="2511" y="3645"/>
                      <a:pt x="3900" y="4640"/>
                      <a:pt x="4901" y="5262"/>
                    </a:cubicBezTo>
                    <a:cubicBezTo>
                      <a:pt x="5808" y="5827"/>
                      <a:pt x="6741" y="6361"/>
                      <a:pt x="7710" y="6807"/>
                    </a:cubicBezTo>
                    <a:cubicBezTo>
                      <a:pt x="8902" y="7356"/>
                      <a:pt x="10918" y="8118"/>
                      <a:pt x="12048" y="8564"/>
                    </a:cubicBezTo>
                    <a:cubicBezTo>
                      <a:pt x="12851" y="8880"/>
                      <a:pt x="13727" y="9227"/>
                      <a:pt x="14484" y="9460"/>
                    </a:cubicBezTo>
                    <a:cubicBezTo>
                      <a:pt x="15173" y="9673"/>
                      <a:pt x="16080" y="9896"/>
                      <a:pt x="16593" y="9953"/>
                    </a:cubicBezTo>
                    <a:cubicBezTo>
                      <a:pt x="16909" y="9989"/>
                      <a:pt x="17396" y="9932"/>
                      <a:pt x="17542" y="9792"/>
                    </a:cubicBezTo>
                    <a:cubicBezTo>
                      <a:pt x="17682" y="9657"/>
                      <a:pt x="17656" y="9232"/>
                      <a:pt x="17459" y="9129"/>
                    </a:cubicBezTo>
                    <a:cubicBezTo>
                      <a:pt x="17101" y="8937"/>
                      <a:pt x="15997" y="8844"/>
                      <a:pt x="15401" y="8657"/>
                    </a:cubicBezTo>
                    <a:cubicBezTo>
                      <a:pt x="14878" y="8491"/>
                      <a:pt x="14385" y="8227"/>
                      <a:pt x="13888" y="8014"/>
                    </a:cubicBezTo>
                    <a:cubicBezTo>
                      <a:pt x="13395" y="7802"/>
                      <a:pt x="12898" y="7610"/>
                      <a:pt x="12411" y="7382"/>
                    </a:cubicBezTo>
                    <a:cubicBezTo>
                      <a:pt x="11903" y="7144"/>
                      <a:pt x="11364" y="6833"/>
                      <a:pt x="10830" y="6568"/>
                    </a:cubicBezTo>
                    <a:cubicBezTo>
                      <a:pt x="10213" y="6268"/>
                      <a:pt x="9405" y="5920"/>
                      <a:pt x="8705" y="5563"/>
                    </a:cubicBezTo>
                    <a:cubicBezTo>
                      <a:pt x="8000" y="5200"/>
                      <a:pt x="7259" y="4837"/>
                      <a:pt x="6585" y="4391"/>
                    </a:cubicBezTo>
                    <a:cubicBezTo>
                      <a:pt x="5839" y="3904"/>
                      <a:pt x="4921" y="3329"/>
                      <a:pt x="4227" y="2634"/>
                    </a:cubicBezTo>
                    <a:cubicBezTo>
                      <a:pt x="3517" y="1924"/>
                      <a:pt x="2397" y="333"/>
                      <a:pt x="2330" y="141"/>
                    </a:cubicBezTo>
                    <a:cubicBezTo>
                      <a:pt x="2257" y="-51"/>
                      <a:pt x="3289" y="1064"/>
                      <a:pt x="3797" y="1489"/>
                    </a:cubicBezTo>
                    <a:cubicBezTo>
                      <a:pt x="4502" y="2075"/>
                      <a:pt x="5699" y="3085"/>
                      <a:pt x="6538" y="3661"/>
                    </a:cubicBezTo>
                    <a:cubicBezTo>
                      <a:pt x="7269" y="4163"/>
                      <a:pt x="8062" y="4568"/>
                      <a:pt x="8850" y="4962"/>
                    </a:cubicBezTo>
                    <a:cubicBezTo>
                      <a:pt x="9648" y="5355"/>
                      <a:pt x="10524" y="5677"/>
                      <a:pt x="11312" y="6045"/>
                    </a:cubicBezTo>
                    <a:cubicBezTo>
                      <a:pt x="12079" y="6402"/>
                      <a:pt x="12820" y="6848"/>
                      <a:pt x="13582" y="7180"/>
                    </a:cubicBezTo>
                    <a:cubicBezTo>
                      <a:pt x="14328" y="7501"/>
                      <a:pt x="15080" y="7859"/>
                      <a:pt x="15878" y="8009"/>
                    </a:cubicBezTo>
                    <a:cubicBezTo>
                      <a:pt x="16681" y="8159"/>
                      <a:pt x="17935" y="7563"/>
                      <a:pt x="18381" y="8077"/>
                    </a:cubicBezTo>
                    <a:cubicBezTo>
                      <a:pt x="18822" y="8595"/>
                      <a:pt x="18531" y="10342"/>
                      <a:pt x="18537" y="11109"/>
                    </a:cubicBezTo>
                    <a:cubicBezTo>
                      <a:pt x="18542" y="11643"/>
                      <a:pt x="18920" y="12493"/>
                      <a:pt x="18433" y="12700"/>
                    </a:cubicBezTo>
                  </a:path>
                </a:pathLst>
              </a:custGeom>
              <a:solidFill>
                <a:srgbClr val="000000"/>
              </a:solidFill>
              <a:ln w="5172" cap="flat">
                <a:noFill/>
                <a:prstDash val="solid"/>
                <a:round/>
              </a:ln>
            </p:spPr>
            <p:txBody>
              <a:bodyPr/>
              <a:lstStyle/>
              <a:p>
                <a:endParaRPr lang="en-US" dirty="0"/>
              </a:p>
            </p:txBody>
          </p:sp>
        </p:grpSp>
        <p:sp>
          <p:nvSpPr>
            <p:cNvPr id="103" name="Freeform: Shape 102">
              <a:extLst>
                <a:ext uri="{FF2B5EF4-FFF2-40B4-BE49-F238E27FC236}">
                  <a16:creationId xmlns:a16="http://schemas.microsoft.com/office/drawing/2014/main" id="{1CA1DAB2-5775-CC92-1372-791726A22C63}"/>
                </a:ext>
              </a:extLst>
            </p:cNvPr>
            <p:cNvSpPr/>
            <p:nvPr/>
          </p:nvSpPr>
          <p:spPr>
            <a:xfrm>
              <a:off x="3602050" y="2028582"/>
              <a:ext cx="1499" cy="18229"/>
            </a:xfrm>
            <a:custGeom>
              <a:avLst/>
              <a:gdLst>
                <a:gd name="csX0" fmla="*/ 40 w 1499"/>
                <a:gd name="csY0" fmla="*/ 18134 h 18229"/>
                <a:gd name="csX1" fmla="*/ 1540 w 1499"/>
                <a:gd name="csY1" fmla="*/ -96 h 18229"/>
              </a:gdLst>
              <a:ahLst/>
              <a:cxnLst>
                <a:cxn ang="0">
                  <a:pos x="csX0" y="csY0"/>
                </a:cxn>
                <a:cxn ang="0">
                  <a:pos x="csX1" y="csY1"/>
                </a:cxn>
              </a:cxnLst>
              <a:rect l="l" t="t" r="r" b="b"/>
              <a:pathLst>
                <a:path w="1499" h="18229">
                  <a:moveTo>
                    <a:pt x="40" y="18134"/>
                  </a:moveTo>
                  <a:lnTo>
                    <a:pt x="1540" y="-96"/>
                  </a:lnTo>
                </a:path>
              </a:pathLst>
            </a:custGeom>
            <a:solidFill>
              <a:srgbClr val="FFCCAA"/>
            </a:solidFill>
            <a:ln w="9525" cap="rnd">
              <a:solidFill>
                <a:srgbClr val="FFE680"/>
              </a:solidFill>
              <a:prstDash val="solid"/>
              <a:bevel/>
            </a:ln>
          </p:spPr>
          <p:txBody>
            <a:bodyPr/>
            <a:lstStyle/>
            <a:p>
              <a:endParaRPr lang="en-US" dirty="0"/>
            </a:p>
          </p:txBody>
        </p:sp>
      </p:grpSp>
      <p:sp>
        <p:nvSpPr>
          <p:cNvPr id="100" name="Rectangle 99">
            <a:extLst>
              <a:ext uri="{FF2B5EF4-FFF2-40B4-BE49-F238E27FC236}">
                <a16:creationId xmlns:a16="http://schemas.microsoft.com/office/drawing/2014/main" id="{8594D3ED-54BC-A725-3FF5-1DB281210087}"/>
              </a:ext>
            </a:extLst>
          </p:cNvPr>
          <p:cNvSpPr/>
          <p:nvPr/>
        </p:nvSpPr>
        <p:spPr>
          <a:xfrm>
            <a:off x="2583139" y="3447861"/>
            <a:ext cx="115642" cy="364393"/>
          </a:xfrm>
          <a:prstGeom prst="rect">
            <a:avLst/>
          </a:prstGeom>
          <a:solidFill>
            <a:srgbClr val="FF9953">
              <a:alpha val="16000"/>
            </a:srgbClr>
          </a:solidFill>
          <a:ln w="0" cap="sq">
            <a:noFill/>
            <a:prstDash val="solid"/>
            <a:miter/>
          </a:ln>
        </p:spPr>
        <p:txBody>
          <a:bodyPr/>
          <a:lstStyle/>
          <a:p>
            <a:endParaRPr lang="en-US" dirty="0"/>
          </a:p>
        </p:txBody>
      </p:sp>
      <p:sp>
        <p:nvSpPr>
          <p:cNvPr id="73" name="Rectangle 72">
            <a:extLst>
              <a:ext uri="{FF2B5EF4-FFF2-40B4-BE49-F238E27FC236}">
                <a16:creationId xmlns:a16="http://schemas.microsoft.com/office/drawing/2014/main" id="{5D4BE4AA-E37F-60EC-8C08-F95CFD9FE076}"/>
              </a:ext>
            </a:extLst>
          </p:cNvPr>
          <p:cNvSpPr/>
          <p:nvPr/>
        </p:nvSpPr>
        <p:spPr>
          <a:xfrm>
            <a:off x="2577185" y="3504204"/>
            <a:ext cx="125041" cy="52967"/>
          </a:xfrm>
          <a:prstGeom prst="rect">
            <a:avLst/>
          </a:prstGeom>
          <a:solidFill>
            <a:srgbClr val="000000"/>
          </a:solidFill>
          <a:ln w="0" cap="sq">
            <a:solidFill>
              <a:srgbClr val="FFFFFF">
                <a:alpha val="2000"/>
              </a:srgbClr>
            </a:solidFill>
            <a:prstDash val="solid"/>
            <a:miter/>
          </a:ln>
        </p:spPr>
        <p:txBody>
          <a:bodyPr/>
          <a:lstStyle/>
          <a:p>
            <a:endParaRPr lang="en-US" dirty="0"/>
          </a:p>
        </p:txBody>
      </p:sp>
      <p:sp>
        <p:nvSpPr>
          <p:cNvPr id="74" name="Rectangle 73">
            <a:extLst>
              <a:ext uri="{FF2B5EF4-FFF2-40B4-BE49-F238E27FC236}">
                <a16:creationId xmlns:a16="http://schemas.microsoft.com/office/drawing/2014/main" id="{EC6684E4-60A0-27D0-67C6-D5DAB6D28C97}"/>
              </a:ext>
            </a:extLst>
          </p:cNvPr>
          <p:cNvSpPr/>
          <p:nvPr/>
        </p:nvSpPr>
        <p:spPr>
          <a:xfrm>
            <a:off x="2579227" y="3736239"/>
            <a:ext cx="125041" cy="52967"/>
          </a:xfrm>
          <a:prstGeom prst="rect">
            <a:avLst/>
          </a:prstGeom>
          <a:solidFill>
            <a:srgbClr val="000000"/>
          </a:solidFill>
          <a:ln w="0" cap="sq">
            <a:solidFill>
              <a:srgbClr val="FFFFFF">
                <a:alpha val="2000"/>
              </a:srgbClr>
            </a:solidFill>
            <a:prstDash val="solid"/>
            <a:miter/>
          </a:ln>
        </p:spPr>
        <p:txBody>
          <a:bodyPr/>
          <a:lstStyle/>
          <a:p>
            <a:endParaRPr lang="en-US" dirty="0"/>
          </a:p>
        </p:txBody>
      </p:sp>
      <p:sp>
        <p:nvSpPr>
          <p:cNvPr id="75" name="Rectangle 74">
            <a:extLst>
              <a:ext uri="{FF2B5EF4-FFF2-40B4-BE49-F238E27FC236}">
                <a16:creationId xmlns:a16="http://schemas.microsoft.com/office/drawing/2014/main" id="{F136C435-E52C-A94C-B3FD-B72C8B73A9B9}"/>
              </a:ext>
            </a:extLst>
          </p:cNvPr>
          <p:cNvSpPr/>
          <p:nvPr/>
        </p:nvSpPr>
        <p:spPr>
          <a:xfrm rot="16200000">
            <a:off x="2988694" y="4255935"/>
            <a:ext cx="130352" cy="50807"/>
          </a:xfrm>
          <a:prstGeom prst="rect">
            <a:avLst/>
          </a:prstGeom>
          <a:solidFill>
            <a:srgbClr val="000000"/>
          </a:solidFill>
          <a:ln w="0" cap="sq">
            <a:solidFill>
              <a:srgbClr val="FFFFFF">
                <a:alpha val="2000"/>
              </a:srgbClr>
            </a:solidFill>
            <a:prstDash val="solid"/>
            <a:miter/>
          </a:ln>
        </p:spPr>
        <p:txBody>
          <a:bodyPr/>
          <a:lstStyle/>
          <a:p>
            <a:endParaRPr lang="en-US" dirty="0"/>
          </a:p>
        </p:txBody>
      </p:sp>
      <p:sp>
        <p:nvSpPr>
          <p:cNvPr id="76" name="Rectangle 75">
            <a:extLst>
              <a:ext uri="{FF2B5EF4-FFF2-40B4-BE49-F238E27FC236}">
                <a16:creationId xmlns:a16="http://schemas.microsoft.com/office/drawing/2014/main" id="{21E724F5-B61E-192F-4153-3BC3C1D8EDCF}"/>
              </a:ext>
            </a:extLst>
          </p:cNvPr>
          <p:cNvSpPr/>
          <p:nvPr/>
        </p:nvSpPr>
        <p:spPr>
          <a:xfrm rot="16200000">
            <a:off x="3652974" y="4255621"/>
            <a:ext cx="130352" cy="52967"/>
          </a:xfrm>
          <a:prstGeom prst="rect">
            <a:avLst/>
          </a:prstGeom>
          <a:solidFill>
            <a:srgbClr val="000000"/>
          </a:solidFill>
          <a:ln w="0" cap="sq">
            <a:solidFill>
              <a:srgbClr val="FFFFFF">
                <a:alpha val="2000"/>
              </a:srgbClr>
            </a:solidFill>
            <a:prstDash val="solid"/>
            <a:miter/>
          </a:ln>
        </p:spPr>
        <p:txBody>
          <a:bodyPr/>
          <a:lstStyle/>
          <a:p>
            <a:endParaRPr lang="en-US" dirty="0"/>
          </a:p>
        </p:txBody>
      </p:sp>
      <p:grpSp>
        <p:nvGrpSpPr>
          <p:cNvPr id="80" name="Graphic 4">
            <a:extLst>
              <a:ext uri="{FF2B5EF4-FFF2-40B4-BE49-F238E27FC236}">
                <a16:creationId xmlns:a16="http://schemas.microsoft.com/office/drawing/2014/main" id="{E9A1D8AA-C305-B02F-6C4E-7E52EA0613E6}"/>
              </a:ext>
            </a:extLst>
          </p:cNvPr>
          <p:cNvGrpSpPr/>
          <p:nvPr/>
        </p:nvGrpSpPr>
        <p:grpSpPr>
          <a:xfrm>
            <a:off x="4197593" y="4063215"/>
            <a:ext cx="92532" cy="42150"/>
            <a:chOff x="4016828" y="1931012"/>
            <a:chExt cx="45366" cy="20665"/>
          </a:xfrm>
        </p:grpSpPr>
        <p:sp>
          <p:nvSpPr>
            <p:cNvPr id="86" name="Freeform: Shape 85">
              <a:extLst>
                <a:ext uri="{FF2B5EF4-FFF2-40B4-BE49-F238E27FC236}">
                  <a16:creationId xmlns:a16="http://schemas.microsoft.com/office/drawing/2014/main" id="{FA14C3D4-A89E-99A1-582E-72E3ADF929C8}"/>
                </a:ext>
              </a:extLst>
            </p:cNvPr>
            <p:cNvSpPr/>
            <p:nvPr/>
          </p:nvSpPr>
          <p:spPr>
            <a:xfrm rot="20878336" flipV="1">
              <a:off x="4037776" y="1943268"/>
              <a:ext cx="5562" cy="2344"/>
            </a:xfrm>
            <a:custGeom>
              <a:avLst/>
              <a:gdLst>
                <a:gd name="csX0" fmla="*/ 308 w 5562"/>
                <a:gd name="csY0" fmla="*/ 1803 h 2344"/>
                <a:gd name="csX1" fmla="*/ 932 w 5562"/>
                <a:gd name="csY1" fmla="*/ 1257 h 2344"/>
                <a:gd name="csX2" fmla="*/ 1624 w 5562"/>
                <a:gd name="csY2" fmla="*/ 742 h 2344"/>
                <a:gd name="csX3" fmla="*/ 2388 w 5562"/>
                <a:gd name="csY3" fmla="*/ 343 h 2344"/>
                <a:gd name="csX4" fmla="*/ 3086 w 5562"/>
                <a:gd name="csY4" fmla="*/ 120 h 2344"/>
                <a:gd name="csX5" fmla="*/ 3564 w 5562"/>
                <a:gd name="csY5" fmla="*/ 79 h 2344"/>
                <a:gd name="csX6" fmla="*/ 4040 w 5562"/>
                <a:gd name="csY6" fmla="*/ 180 h 2344"/>
                <a:gd name="csX7" fmla="*/ 4586 w 5562"/>
                <a:gd name="csY7" fmla="*/ 515 h 2344"/>
                <a:gd name="csX8" fmla="*/ 5018 w 5562"/>
                <a:gd name="csY8" fmla="*/ 1015 h 2344"/>
                <a:gd name="csX9" fmla="*/ 5368 w 5562"/>
                <a:gd name="csY9" fmla="*/ 1603 h 2344"/>
                <a:gd name="csX10" fmla="*/ 5607 w 5562"/>
                <a:gd name="csY10" fmla="*/ 2103 h 2344"/>
                <a:gd name="csX11" fmla="*/ 5573 w 5562"/>
                <a:gd name="csY11" fmla="*/ 2279 h 2344"/>
                <a:gd name="csX12" fmla="*/ 5225 w 5562"/>
                <a:gd name="csY12" fmla="*/ 2421 h 2344"/>
                <a:gd name="csX13" fmla="*/ 4242 w 5562"/>
                <a:gd name="csY13" fmla="*/ 2257 h 2344"/>
                <a:gd name="csX14" fmla="*/ 3126 w 5562"/>
                <a:gd name="csY14" fmla="*/ 2134 h 2344"/>
                <a:gd name="csX15" fmla="*/ 1989 w 5562"/>
                <a:gd name="csY15" fmla="*/ 2255 h 2344"/>
                <a:gd name="csX16" fmla="*/ 721 w 5562"/>
                <a:gd name="csY16" fmla="*/ 2419 h 2344"/>
                <a:gd name="csX17" fmla="*/ 90 w 5562"/>
                <a:gd name="csY17" fmla="*/ 2227 h 2344"/>
                <a:gd name="csX18" fmla="*/ 140 w 5562"/>
                <a:gd name="csY18" fmla="*/ 1972 h 2344"/>
                <a:gd name="csX19" fmla="*/ 309 w 5562"/>
                <a:gd name="csY19" fmla="*/ 1803 h 2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562" h="2344">
                  <a:moveTo>
                    <a:pt x="308" y="1803"/>
                  </a:moveTo>
                  <a:cubicBezTo>
                    <a:pt x="439" y="1686"/>
                    <a:pt x="697" y="1454"/>
                    <a:pt x="932" y="1257"/>
                  </a:cubicBezTo>
                  <a:cubicBezTo>
                    <a:pt x="1168" y="1059"/>
                    <a:pt x="1384" y="893"/>
                    <a:pt x="1624" y="742"/>
                  </a:cubicBezTo>
                  <a:cubicBezTo>
                    <a:pt x="1863" y="591"/>
                    <a:pt x="2133" y="450"/>
                    <a:pt x="2388" y="343"/>
                  </a:cubicBezTo>
                  <a:cubicBezTo>
                    <a:pt x="2643" y="237"/>
                    <a:pt x="2894" y="161"/>
                    <a:pt x="3086" y="120"/>
                  </a:cubicBezTo>
                  <a:cubicBezTo>
                    <a:pt x="3278" y="79"/>
                    <a:pt x="3417" y="71"/>
                    <a:pt x="3564" y="79"/>
                  </a:cubicBezTo>
                  <a:cubicBezTo>
                    <a:pt x="3710" y="87"/>
                    <a:pt x="3864" y="110"/>
                    <a:pt x="4040" y="180"/>
                  </a:cubicBezTo>
                  <a:cubicBezTo>
                    <a:pt x="4216" y="251"/>
                    <a:pt x="4419" y="372"/>
                    <a:pt x="4586" y="515"/>
                  </a:cubicBezTo>
                  <a:cubicBezTo>
                    <a:pt x="4753" y="658"/>
                    <a:pt x="4891" y="830"/>
                    <a:pt x="5018" y="1015"/>
                  </a:cubicBezTo>
                  <a:cubicBezTo>
                    <a:pt x="5145" y="1201"/>
                    <a:pt x="5262" y="1403"/>
                    <a:pt x="5368" y="1603"/>
                  </a:cubicBezTo>
                  <a:cubicBezTo>
                    <a:pt x="5474" y="1802"/>
                    <a:pt x="5569" y="1999"/>
                    <a:pt x="5607" y="2103"/>
                  </a:cubicBezTo>
                  <a:cubicBezTo>
                    <a:pt x="5645" y="2208"/>
                    <a:pt x="5624" y="2221"/>
                    <a:pt x="5573" y="2279"/>
                  </a:cubicBezTo>
                  <a:cubicBezTo>
                    <a:pt x="5521" y="2338"/>
                    <a:pt x="5457" y="2420"/>
                    <a:pt x="5225" y="2421"/>
                  </a:cubicBezTo>
                  <a:cubicBezTo>
                    <a:pt x="4993" y="2423"/>
                    <a:pt x="4620" y="2330"/>
                    <a:pt x="4242" y="2257"/>
                  </a:cubicBezTo>
                  <a:cubicBezTo>
                    <a:pt x="3863" y="2184"/>
                    <a:pt x="3490" y="2134"/>
                    <a:pt x="3126" y="2134"/>
                  </a:cubicBezTo>
                  <a:cubicBezTo>
                    <a:pt x="2761" y="2134"/>
                    <a:pt x="2412" y="2184"/>
                    <a:pt x="1989" y="2255"/>
                  </a:cubicBezTo>
                  <a:cubicBezTo>
                    <a:pt x="1566" y="2327"/>
                    <a:pt x="1075" y="2419"/>
                    <a:pt x="721" y="2419"/>
                  </a:cubicBezTo>
                  <a:cubicBezTo>
                    <a:pt x="368" y="2419"/>
                    <a:pt x="156" y="2327"/>
                    <a:pt x="90" y="2227"/>
                  </a:cubicBezTo>
                  <a:cubicBezTo>
                    <a:pt x="24" y="2127"/>
                    <a:pt x="102" y="2023"/>
                    <a:pt x="140" y="1972"/>
                  </a:cubicBezTo>
                  <a:cubicBezTo>
                    <a:pt x="179" y="1920"/>
                    <a:pt x="179" y="1920"/>
                    <a:pt x="309" y="1803"/>
                  </a:cubicBezTo>
                  <a:close/>
                </a:path>
              </a:pathLst>
            </a:custGeom>
            <a:solidFill>
              <a:srgbClr val="FFFFFF"/>
            </a:solidFill>
            <a:ln w="0" cap="flat">
              <a:solidFill>
                <a:srgbClr val="000000"/>
              </a:solidFill>
              <a:prstDash val="solid"/>
              <a:miter/>
            </a:ln>
          </p:spPr>
          <p:txBody>
            <a:bodyPr/>
            <a:lstStyle/>
            <a:p>
              <a:endParaRPr lang="en-US" dirty="0"/>
            </a:p>
          </p:txBody>
        </p:sp>
        <p:sp>
          <p:nvSpPr>
            <p:cNvPr id="83" name="Freeform: Shape 82">
              <a:extLst>
                <a:ext uri="{FF2B5EF4-FFF2-40B4-BE49-F238E27FC236}">
                  <a16:creationId xmlns:a16="http://schemas.microsoft.com/office/drawing/2014/main" id="{2F42697F-673E-BFFE-0549-2A63B08A5D0E}"/>
                </a:ext>
              </a:extLst>
            </p:cNvPr>
            <p:cNvSpPr/>
            <p:nvPr/>
          </p:nvSpPr>
          <p:spPr>
            <a:xfrm rot="-2695633">
              <a:off x="4043246" y="1931012"/>
              <a:ext cx="18948" cy="14684"/>
            </a:xfrm>
            <a:custGeom>
              <a:avLst/>
              <a:gdLst>
                <a:gd name="csX0" fmla="*/ 76 w 18948"/>
                <a:gd name="csY0" fmla="*/ 2386 h 14684"/>
                <a:gd name="csX1" fmla="*/ 1890 w 18948"/>
                <a:gd name="csY1" fmla="*/ 5609 h 14684"/>
                <a:gd name="csX2" fmla="*/ 4311 w 18948"/>
                <a:gd name="csY2" fmla="*/ 9885 h 14684"/>
                <a:gd name="csX3" fmla="*/ 8384 w 18948"/>
                <a:gd name="csY3" fmla="*/ 14167 h 14684"/>
                <a:gd name="csX4" fmla="*/ 9426 w 18948"/>
                <a:gd name="csY4" fmla="*/ 14706 h 14684"/>
                <a:gd name="csX5" fmla="*/ 6902 w 18948"/>
                <a:gd name="csY5" fmla="*/ 12322 h 14684"/>
                <a:gd name="csX6" fmla="*/ 4435 w 18948"/>
                <a:gd name="csY6" fmla="*/ 9367 h 14684"/>
                <a:gd name="csX7" fmla="*/ 968 w 18948"/>
                <a:gd name="csY7" fmla="*/ 2982 h 14684"/>
                <a:gd name="csX8" fmla="*/ 3450 w 18948"/>
                <a:gd name="csY8" fmla="*/ 5931 h 14684"/>
                <a:gd name="csX9" fmla="*/ 7130 w 18948"/>
                <a:gd name="csY9" fmla="*/ 9523 h 14684"/>
                <a:gd name="csX10" fmla="*/ 11878 w 18948"/>
                <a:gd name="csY10" fmla="*/ 12726 h 14684"/>
                <a:gd name="csX11" fmla="*/ 14801 w 18948"/>
                <a:gd name="csY11" fmla="*/ 13783 h 14684"/>
                <a:gd name="csX12" fmla="*/ 11675 w 18948"/>
                <a:gd name="csY12" fmla="*/ 12353 h 14684"/>
                <a:gd name="csX13" fmla="*/ 7648 w 18948"/>
                <a:gd name="csY13" fmla="*/ 9497 h 14684"/>
                <a:gd name="csX14" fmla="*/ 4730 w 18948"/>
                <a:gd name="csY14" fmla="*/ 6506 h 14684"/>
                <a:gd name="csX15" fmla="*/ 1797 w 18948"/>
                <a:gd name="csY15" fmla="*/ 2785 h 14684"/>
                <a:gd name="csX16" fmla="*/ 2533 w 18948"/>
                <a:gd name="csY16" fmla="*/ 2069 h 14684"/>
                <a:gd name="csX17" fmla="*/ 2787 w 18948"/>
                <a:gd name="csY17" fmla="*/ 3142 h 14684"/>
                <a:gd name="csX18" fmla="*/ 6223 w 18948"/>
                <a:gd name="csY18" fmla="*/ 6205 h 14684"/>
                <a:gd name="csX19" fmla="*/ 10571 w 18948"/>
                <a:gd name="csY19" fmla="*/ 9372 h 14684"/>
                <a:gd name="csX20" fmla="*/ 12271 w 18948"/>
                <a:gd name="csY20" fmla="*/ 10305 h 14684"/>
                <a:gd name="csX21" fmla="*/ 14718 w 18948"/>
                <a:gd name="csY21" fmla="*/ 11497 h 14684"/>
                <a:gd name="csX22" fmla="*/ 17548 w 18948"/>
                <a:gd name="csY22" fmla="*/ 12576 h 14684"/>
                <a:gd name="csX23" fmla="*/ 18709 w 18948"/>
                <a:gd name="csY23" fmla="*/ 12824 h 14684"/>
                <a:gd name="csX24" fmla="*/ 16781 w 18948"/>
                <a:gd name="csY24" fmla="*/ 12052 h 14684"/>
                <a:gd name="csX25" fmla="*/ 13282 w 18948"/>
                <a:gd name="csY25" fmla="*/ 10383 h 14684"/>
                <a:gd name="csX26" fmla="*/ 10540 w 18948"/>
                <a:gd name="csY26" fmla="*/ 8730 h 14684"/>
                <a:gd name="csX27" fmla="*/ 6850 w 18948"/>
                <a:gd name="csY27" fmla="*/ 5848 h 14684"/>
                <a:gd name="csX28" fmla="*/ 4855 w 18948"/>
                <a:gd name="csY28" fmla="*/ 4189 h 14684"/>
                <a:gd name="csX29" fmla="*/ 3372 w 18948"/>
                <a:gd name="csY29" fmla="*/ 2603 h 14684"/>
                <a:gd name="csX30" fmla="*/ 3036 w 18948"/>
                <a:gd name="csY30" fmla="*/ 1707 h 14684"/>
                <a:gd name="csX31" fmla="*/ 3658 w 18948"/>
                <a:gd name="csY31" fmla="*/ 1442 h 14684"/>
                <a:gd name="csX32" fmla="*/ 5093 w 18948"/>
                <a:gd name="csY32" fmla="*/ 2992 h 14684"/>
                <a:gd name="csX33" fmla="*/ 6404 w 18948"/>
                <a:gd name="csY33" fmla="*/ 3982 h 14684"/>
                <a:gd name="csX34" fmla="*/ 7690 w 18948"/>
                <a:gd name="csY34" fmla="*/ 4941 h 14684"/>
                <a:gd name="csX35" fmla="*/ 9182 w 18948"/>
                <a:gd name="csY35" fmla="*/ 5905 h 14684"/>
                <a:gd name="csX36" fmla="*/ 11121 w 18948"/>
                <a:gd name="csY36" fmla="*/ 7242 h 14684"/>
                <a:gd name="csX37" fmla="*/ 13194 w 18948"/>
                <a:gd name="csY37" fmla="*/ 8496 h 14684"/>
                <a:gd name="csX38" fmla="*/ 15894 w 18948"/>
                <a:gd name="csY38" fmla="*/ 9657 h 14684"/>
                <a:gd name="csX39" fmla="*/ 19004 w 18948"/>
                <a:gd name="csY39" fmla="*/ 10051 h 14684"/>
                <a:gd name="csX40" fmla="*/ 17102 w 18948"/>
                <a:gd name="csY40" fmla="*/ 9455 h 14684"/>
                <a:gd name="csX41" fmla="*/ 13847 w 18948"/>
                <a:gd name="csY41" fmla="*/ 8165 h 14684"/>
                <a:gd name="csX42" fmla="*/ 11567 w 18948"/>
                <a:gd name="csY42" fmla="*/ 6817 h 14684"/>
                <a:gd name="csX43" fmla="*/ 9400 w 18948"/>
                <a:gd name="csY43" fmla="*/ 5221 h 14684"/>
                <a:gd name="csX44" fmla="*/ 7286 w 18948"/>
                <a:gd name="csY44" fmla="*/ 3826 h 14684"/>
                <a:gd name="csX45" fmla="*/ 5415 w 18948"/>
                <a:gd name="csY45" fmla="*/ 2256 h 14684"/>
                <a:gd name="csX46" fmla="*/ 4103 w 18948"/>
                <a:gd name="csY46" fmla="*/ 121 h 14684"/>
                <a:gd name="csX47" fmla="*/ 1398 w 18948"/>
                <a:gd name="csY47" fmla="*/ 1504 h 14684"/>
                <a:gd name="csX48" fmla="*/ 76 w 18948"/>
                <a:gd name="csY48" fmla="*/ 2386 h 14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948" h="14684">
                  <a:moveTo>
                    <a:pt x="76" y="2386"/>
                  </a:moveTo>
                  <a:cubicBezTo>
                    <a:pt x="159" y="3070"/>
                    <a:pt x="1284" y="4537"/>
                    <a:pt x="1890" y="5609"/>
                  </a:cubicBezTo>
                  <a:cubicBezTo>
                    <a:pt x="2595" y="6859"/>
                    <a:pt x="3321" y="8579"/>
                    <a:pt x="4311" y="9885"/>
                  </a:cubicBezTo>
                  <a:cubicBezTo>
                    <a:pt x="5389" y="11311"/>
                    <a:pt x="7529" y="13363"/>
                    <a:pt x="8384" y="14167"/>
                  </a:cubicBezTo>
                  <a:cubicBezTo>
                    <a:pt x="8669" y="14436"/>
                    <a:pt x="9670" y="15017"/>
                    <a:pt x="9426" y="14706"/>
                  </a:cubicBezTo>
                  <a:cubicBezTo>
                    <a:pt x="9177" y="14400"/>
                    <a:pt x="7695" y="13166"/>
                    <a:pt x="6902" y="12322"/>
                  </a:cubicBezTo>
                  <a:cubicBezTo>
                    <a:pt x="6073" y="11430"/>
                    <a:pt x="5124" y="10445"/>
                    <a:pt x="4435" y="9367"/>
                  </a:cubicBezTo>
                  <a:cubicBezTo>
                    <a:pt x="3445" y="7807"/>
                    <a:pt x="1128" y="3552"/>
                    <a:pt x="968" y="2982"/>
                  </a:cubicBezTo>
                  <a:cubicBezTo>
                    <a:pt x="802" y="2406"/>
                    <a:pt x="2569" y="4993"/>
                    <a:pt x="3450" y="5931"/>
                  </a:cubicBezTo>
                  <a:cubicBezTo>
                    <a:pt x="4482" y="7019"/>
                    <a:pt x="5798" y="8445"/>
                    <a:pt x="7130" y="9523"/>
                  </a:cubicBezTo>
                  <a:cubicBezTo>
                    <a:pt x="8535" y="10658"/>
                    <a:pt x="10603" y="12016"/>
                    <a:pt x="11878" y="12726"/>
                  </a:cubicBezTo>
                  <a:cubicBezTo>
                    <a:pt x="12785" y="13229"/>
                    <a:pt x="14837" y="13845"/>
                    <a:pt x="14801" y="13783"/>
                  </a:cubicBezTo>
                  <a:cubicBezTo>
                    <a:pt x="14770" y="13721"/>
                    <a:pt x="12660" y="12944"/>
                    <a:pt x="11675" y="12353"/>
                  </a:cubicBezTo>
                  <a:cubicBezTo>
                    <a:pt x="10483" y="11637"/>
                    <a:pt x="8809" y="10471"/>
                    <a:pt x="7648" y="9497"/>
                  </a:cubicBezTo>
                  <a:cubicBezTo>
                    <a:pt x="6581" y="8600"/>
                    <a:pt x="5643" y="7558"/>
                    <a:pt x="4730" y="6506"/>
                  </a:cubicBezTo>
                  <a:cubicBezTo>
                    <a:pt x="3756" y="5387"/>
                    <a:pt x="2165" y="3526"/>
                    <a:pt x="1797" y="2785"/>
                  </a:cubicBezTo>
                  <a:cubicBezTo>
                    <a:pt x="1647" y="2479"/>
                    <a:pt x="2367" y="2012"/>
                    <a:pt x="2533" y="2069"/>
                  </a:cubicBezTo>
                  <a:cubicBezTo>
                    <a:pt x="2694" y="2132"/>
                    <a:pt x="2543" y="2868"/>
                    <a:pt x="2787" y="3142"/>
                  </a:cubicBezTo>
                  <a:cubicBezTo>
                    <a:pt x="3404" y="3832"/>
                    <a:pt x="5026" y="5247"/>
                    <a:pt x="6223" y="6205"/>
                  </a:cubicBezTo>
                  <a:cubicBezTo>
                    <a:pt x="7524" y="7242"/>
                    <a:pt x="9566" y="8688"/>
                    <a:pt x="10571" y="9372"/>
                  </a:cubicBezTo>
                  <a:cubicBezTo>
                    <a:pt x="11105" y="9735"/>
                    <a:pt x="11696" y="10010"/>
                    <a:pt x="12271" y="10305"/>
                  </a:cubicBezTo>
                  <a:cubicBezTo>
                    <a:pt x="12961" y="10658"/>
                    <a:pt x="13888" y="11140"/>
                    <a:pt x="14718" y="11497"/>
                  </a:cubicBezTo>
                  <a:cubicBezTo>
                    <a:pt x="15599" y="11881"/>
                    <a:pt x="16884" y="12353"/>
                    <a:pt x="17548" y="12576"/>
                  </a:cubicBezTo>
                  <a:cubicBezTo>
                    <a:pt x="17921" y="12700"/>
                    <a:pt x="18838" y="12912"/>
                    <a:pt x="18709" y="12824"/>
                  </a:cubicBezTo>
                  <a:cubicBezTo>
                    <a:pt x="18579" y="12736"/>
                    <a:pt x="17413" y="12337"/>
                    <a:pt x="16781" y="12052"/>
                  </a:cubicBezTo>
                  <a:cubicBezTo>
                    <a:pt x="15874" y="11648"/>
                    <a:pt x="14324" y="10938"/>
                    <a:pt x="13282" y="10383"/>
                  </a:cubicBezTo>
                  <a:cubicBezTo>
                    <a:pt x="12339" y="9880"/>
                    <a:pt x="11411" y="9341"/>
                    <a:pt x="10540" y="8730"/>
                  </a:cubicBezTo>
                  <a:cubicBezTo>
                    <a:pt x="9468" y="7973"/>
                    <a:pt x="7799" y="6605"/>
                    <a:pt x="6850" y="5848"/>
                  </a:cubicBezTo>
                  <a:cubicBezTo>
                    <a:pt x="6176" y="5304"/>
                    <a:pt x="5435" y="4728"/>
                    <a:pt x="4855" y="4189"/>
                  </a:cubicBezTo>
                  <a:cubicBezTo>
                    <a:pt x="4326" y="3692"/>
                    <a:pt x="3678" y="3023"/>
                    <a:pt x="3372" y="2603"/>
                  </a:cubicBezTo>
                  <a:cubicBezTo>
                    <a:pt x="3186" y="2349"/>
                    <a:pt x="2989" y="1903"/>
                    <a:pt x="3036" y="1707"/>
                  </a:cubicBezTo>
                  <a:cubicBezTo>
                    <a:pt x="3087" y="1515"/>
                    <a:pt x="3466" y="1323"/>
                    <a:pt x="3658" y="1442"/>
                  </a:cubicBezTo>
                  <a:cubicBezTo>
                    <a:pt x="4000" y="1655"/>
                    <a:pt x="4632" y="2567"/>
                    <a:pt x="5093" y="2992"/>
                  </a:cubicBezTo>
                  <a:cubicBezTo>
                    <a:pt x="5497" y="3360"/>
                    <a:pt x="5974" y="3655"/>
                    <a:pt x="6404" y="3982"/>
                  </a:cubicBezTo>
                  <a:cubicBezTo>
                    <a:pt x="6835" y="4298"/>
                    <a:pt x="7249" y="4635"/>
                    <a:pt x="7690" y="4941"/>
                  </a:cubicBezTo>
                  <a:cubicBezTo>
                    <a:pt x="8151" y="5262"/>
                    <a:pt x="8690" y="5573"/>
                    <a:pt x="9182" y="5905"/>
                  </a:cubicBezTo>
                  <a:cubicBezTo>
                    <a:pt x="9753" y="6288"/>
                    <a:pt x="10457" y="6817"/>
                    <a:pt x="11121" y="7242"/>
                  </a:cubicBezTo>
                  <a:cubicBezTo>
                    <a:pt x="11784" y="7672"/>
                    <a:pt x="12474" y="8128"/>
                    <a:pt x="13194" y="8496"/>
                  </a:cubicBezTo>
                  <a:cubicBezTo>
                    <a:pt x="13987" y="8896"/>
                    <a:pt x="14946" y="9403"/>
                    <a:pt x="15894" y="9657"/>
                  </a:cubicBezTo>
                  <a:cubicBezTo>
                    <a:pt x="16863" y="9917"/>
                    <a:pt x="18802" y="10088"/>
                    <a:pt x="19004" y="10051"/>
                  </a:cubicBezTo>
                  <a:cubicBezTo>
                    <a:pt x="19201" y="10020"/>
                    <a:pt x="17724" y="9683"/>
                    <a:pt x="17102" y="9455"/>
                  </a:cubicBezTo>
                  <a:cubicBezTo>
                    <a:pt x="16241" y="9139"/>
                    <a:pt x="14770" y="8605"/>
                    <a:pt x="13847" y="8165"/>
                  </a:cubicBezTo>
                  <a:cubicBezTo>
                    <a:pt x="13049" y="7786"/>
                    <a:pt x="12303" y="7304"/>
                    <a:pt x="11567" y="6817"/>
                  </a:cubicBezTo>
                  <a:cubicBezTo>
                    <a:pt x="10825" y="6325"/>
                    <a:pt x="10115" y="5723"/>
                    <a:pt x="9400" y="5221"/>
                  </a:cubicBezTo>
                  <a:cubicBezTo>
                    <a:pt x="8706" y="4739"/>
                    <a:pt x="7949" y="4324"/>
                    <a:pt x="7286" y="3826"/>
                  </a:cubicBezTo>
                  <a:cubicBezTo>
                    <a:pt x="6632" y="3339"/>
                    <a:pt x="5943" y="2873"/>
                    <a:pt x="5415" y="2256"/>
                  </a:cubicBezTo>
                  <a:cubicBezTo>
                    <a:pt x="4886" y="1634"/>
                    <a:pt x="4772" y="245"/>
                    <a:pt x="4103" y="121"/>
                  </a:cubicBezTo>
                  <a:cubicBezTo>
                    <a:pt x="3435" y="-4"/>
                    <a:pt x="2072" y="1121"/>
                    <a:pt x="1398" y="1504"/>
                  </a:cubicBezTo>
                  <a:cubicBezTo>
                    <a:pt x="937" y="1758"/>
                    <a:pt x="14" y="1857"/>
                    <a:pt x="76" y="2386"/>
                  </a:cubicBezTo>
                </a:path>
              </a:pathLst>
            </a:custGeom>
            <a:solidFill>
              <a:srgbClr val="000000"/>
            </a:solidFill>
            <a:ln w="5172" cap="flat">
              <a:noFill/>
              <a:prstDash val="solid"/>
              <a:round/>
            </a:ln>
          </p:spPr>
          <p:txBody>
            <a:bodyPr/>
            <a:lstStyle/>
            <a:p>
              <a:endParaRPr lang="en-US" dirty="0"/>
            </a:p>
          </p:txBody>
        </p:sp>
        <p:sp>
          <p:nvSpPr>
            <p:cNvPr id="84" name="Freeform: Shape 83">
              <a:extLst>
                <a:ext uri="{FF2B5EF4-FFF2-40B4-BE49-F238E27FC236}">
                  <a16:creationId xmlns:a16="http://schemas.microsoft.com/office/drawing/2014/main" id="{ACE8B947-50D4-803B-DB77-C039A5E06A78}"/>
                </a:ext>
              </a:extLst>
            </p:cNvPr>
            <p:cNvSpPr/>
            <p:nvPr/>
          </p:nvSpPr>
          <p:spPr>
            <a:xfrm rot="-2695633">
              <a:off x="4016828" y="1938930"/>
              <a:ext cx="18624" cy="12747"/>
            </a:xfrm>
            <a:custGeom>
              <a:avLst/>
              <a:gdLst>
                <a:gd name="csX0" fmla="*/ 18451 w 18624"/>
                <a:gd name="csY0" fmla="*/ 12694 h 12747"/>
                <a:gd name="csX1" fmla="*/ 14751 w 18624"/>
                <a:gd name="csY1" fmla="*/ 12730 h 12747"/>
                <a:gd name="csX2" fmla="*/ 9837 w 18624"/>
                <a:gd name="csY2" fmla="*/ 12777 h 12747"/>
                <a:gd name="csX3" fmla="*/ 4095 w 18624"/>
                <a:gd name="csY3" fmla="*/ 11393 h 12747"/>
                <a:gd name="csX4" fmla="*/ 3105 w 18624"/>
                <a:gd name="csY4" fmla="*/ 10756 h 12747"/>
                <a:gd name="csX5" fmla="*/ 6437 w 18624"/>
                <a:gd name="csY5" fmla="*/ 11746 h 12747"/>
                <a:gd name="csX6" fmla="*/ 10226 w 18624"/>
                <a:gd name="csY6" fmla="*/ 12404 h 12747"/>
                <a:gd name="csX7" fmla="*/ 17493 w 18624"/>
                <a:gd name="csY7" fmla="*/ 12217 h 12747"/>
                <a:gd name="csX8" fmla="*/ 13699 w 18624"/>
                <a:gd name="csY8" fmla="*/ 11538 h 12747"/>
                <a:gd name="csX9" fmla="*/ 8739 w 18624"/>
                <a:gd name="csY9" fmla="*/ 10149 h 12747"/>
                <a:gd name="csX10" fmla="*/ 3592 w 18624"/>
                <a:gd name="csY10" fmla="*/ 7641 h 12747"/>
                <a:gd name="csX11" fmla="*/ 1218 w 18624"/>
                <a:gd name="csY11" fmla="*/ 5635 h 12747"/>
                <a:gd name="csX12" fmla="*/ 4017 w 18624"/>
                <a:gd name="csY12" fmla="*/ 7630 h 12747"/>
                <a:gd name="csX13" fmla="*/ 8505 w 18624"/>
                <a:gd name="csY13" fmla="*/ 9688 h 12747"/>
                <a:gd name="csX14" fmla="*/ 12558 w 18624"/>
                <a:gd name="csY14" fmla="*/ 10725 h 12747"/>
                <a:gd name="csX15" fmla="*/ 17244 w 18624"/>
                <a:gd name="csY15" fmla="*/ 11398 h 12747"/>
                <a:gd name="csX16" fmla="*/ 17493 w 18624"/>
                <a:gd name="csY16" fmla="*/ 10414 h 12747"/>
                <a:gd name="csX17" fmla="*/ 16440 w 18624"/>
                <a:gd name="csY17" fmla="*/ 10725 h 12747"/>
                <a:gd name="csX18" fmla="*/ 12071 w 18624"/>
                <a:gd name="csY18" fmla="*/ 9279 h 12747"/>
                <a:gd name="csX19" fmla="*/ 7153 w 18624"/>
                <a:gd name="csY19" fmla="*/ 7096 h 12747"/>
                <a:gd name="csX20" fmla="*/ 5494 w 18624"/>
                <a:gd name="csY20" fmla="*/ 6091 h 12747"/>
                <a:gd name="csX21" fmla="*/ 3234 w 18624"/>
                <a:gd name="csY21" fmla="*/ 4567 h 12747"/>
                <a:gd name="csX22" fmla="*/ 892 w 18624"/>
                <a:gd name="csY22" fmla="*/ 2655 h 12747"/>
                <a:gd name="csX23" fmla="*/ 94 w 18624"/>
                <a:gd name="csY23" fmla="*/ 1779 h 12747"/>
                <a:gd name="csX24" fmla="*/ 1726 w 18624"/>
                <a:gd name="csY24" fmla="*/ 3059 h 12747"/>
                <a:gd name="csX25" fmla="*/ 4919 w 18624"/>
                <a:gd name="csY25" fmla="*/ 5256 h 12747"/>
                <a:gd name="csX26" fmla="*/ 7728 w 18624"/>
                <a:gd name="csY26" fmla="*/ 6801 h 12747"/>
                <a:gd name="csX27" fmla="*/ 12066 w 18624"/>
                <a:gd name="csY27" fmla="*/ 8558 h 12747"/>
                <a:gd name="csX28" fmla="*/ 14502 w 18624"/>
                <a:gd name="csY28" fmla="*/ 9455 h 12747"/>
                <a:gd name="csX29" fmla="*/ 16611 w 18624"/>
                <a:gd name="csY29" fmla="*/ 9947 h 12747"/>
                <a:gd name="csX30" fmla="*/ 17560 w 18624"/>
                <a:gd name="csY30" fmla="*/ 9786 h 12747"/>
                <a:gd name="csX31" fmla="*/ 17477 w 18624"/>
                <a:gd name="csY31" fmla="*/ 9123 h 12747"/>
                <a:gd name="csX32" fmla="*/ 15419 w 18624"/>
                <a:gd name="csY32" fmla="*/ 8651 h 12747"/>
                <a:gd name="csX33" fmla="*/ 13906 w 18624"/>
                <a:gd name="csY33" fmla="*/ 8009 h 12747"/>
                <a:gd name="csX34" fmla="*/ 12429 w 18624"/>
                <a:gd name="csY34" fmla="*/ 7376 h 12747"/>
                <a:gd name="csX35" fmla="*/ 10848 w 18624"/>
                <a:gd name="csY35" fmla="*/ 6563 h 12747"/>
                <a:gd name="csX36" fmla="*/ 8723 w 18624"/>
                <a:gd name="csY36" fmla="*/ 5557 h 12747"/>
                <a:gd name="csX37" fmla="*/ 6603 w 18624"/>
                <a:gd name="csY37" fmla="*/ 4386 h 12747"/>
                <a:gd name="csX38" fmla="*/ 4245 w 18624"/>
                <a:gd name="csY38" fmla="*/ 2629 h 12747"/>
                <a:gd name="csX39" fmla="*/ 2348 w 18624"/>
                <a:gd name="csY39" fmla="*/ 136 h 12747"/>
                <a:gd name="csX40" fmla="*/ 3815 w 18624"/>
                <a:gd name="csY40" fmla="*/ 1483 h 12747"/>
                <a:gd name="csX41" fmla="*/ 6557 w 18624"/>
                <a:gd name="csY41" fmla="*/ 3655 h 12747"/>
                <a:gd name="csX42" fmla="*/ 8868 w 18624"/>
                <a:gd name="csY42" fmla="*/ 4956 h 12747"/>
                <a:gd name="csX43" fmla="*/ 11330 w 18624"/>
                <a:gd name="csY43" fmla="*/ 6039 h 12747"/>
                <a:gd name="csX44" fmla="*/ 13600 w 18624"/>
                <a:gd name="csY44" fmla="*/ 7174 h 12747"/>
                <a:gd name="csX45" fmla="*/ 15896 w 18624"/>
                <a:gd name="csY45" fmla="*/ 8003 h 12747"/>
                <a:gd name="csX46" fmla="*/ 18400 w 18624"/>
                <a:gd name="csY46" fmla="*/ 8071 h 12747"/>
                <a:gd name="csX47" fmla="*/ 18555 w 18624"/>
                <a:gd name="csY47" fmla="*/ 11103 h 12747"/>
                <a:gd name="csX48" fmla="*/ 18451 w 18624"/>
                <a:gd name="csY48" fmla="*/ 12694 h 12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624" h="12747">
                  <a:moveTo>
                    <a:pt x="18451" y="12694"/>
                  </a:moveTo>
                  <a:cubicBezTo>
                    <a:pt x="17814" y="12964"/>
                    <a:pt x="15984" y="12720"/>
                    <a:pt x="14751" y="12730"/>
                  </a:cubicBezTo>
                  <a:cubicBezTo>
                    <a:pt x="13315" y="12746"/>
                    <a:pt x="11465" y="12984"/>
                    <a:pt x="9837" y="12777"/>
                  </a:cubicBezTo>
                  <a:cubicBezTo>
                    <a:pt x="8065" y="12554"/>
                    <a:pt x="5220" y="11725"/>
                    <a:pt x="4095" y="11393"/>
                  </a:cubicBezTo>
                  <a:cubicBezTo>
                    <a:pt x="3722" y="11279"/>
                    <a:pt x="2716" y="10699"/>
                    <a:pt x="3105" y="10756"/>
                  </a:cubicBezTo>
                  <a:cubicBezTo>
                    <a:pt x="3494" y="10818"/>
                    <a:pt x="5308" y="11487"/>
                    <a:pt x="6437" y="11746"/>
                  </a:cubicBezTo>
                  <a:cubicBezTo>
                    <a:pt x="7624" y="12020"/>
                    <a:pt x="8946" y="12352"/>
                    <a:pt x="10226" y="12404"/>
                  </a:cubicBezTo>
                  <a:cubicBezTo>
                    <a:pt x="12071" y="12482"/>
                    <a:pt x="16912" y="12368"/>
                    <a:pt x="17493" y="12217"/>
                  </a:cubicBezTo>
                  <a:cubicBezTo>
                    <a:pt x="18068" y="12077"/>
                    <a:pt x="14948" y="11834"/>
                    <a:pt x="13699" y="11538"/>
                  </a:cubicBezTo>
                  <a:cubicBezTo>
                    <a:pt x="12237" y="11196"/>
                    <a:pt x="10345" y="10766"/>
                    <a:pt x="8739" y="10149"/>
                  </a:cubicBezTo>
                  <a:cubicBezTo>
                    <a:pt x="7059" y="9501"/>
                    <a:pt x="4846" y="8392"/>
                    <a:pt x="3592" y="7641"/>
                  </a:cubicBezTo>
                  <a:cubicBezTo>
                    <a:pt x="2706" y="7107"/>
                    <a:pt x="1146" y="5640"/>
                    <a:pt x="1218" y="5635"/>
                  </a:cubicBezTo>
                  <a:cubicBezTo>
                    <a:pt x="1286" y="5635"/>
                    <a:pt x="3017" y="7076"/>
                    <a:pt x="4017" y="7630"/>
                  </a:cubicBezTo>
                  <a:cubicBezTo>
                    <a:pt x="5235" y="8304"/>
                    <a:pt x="7085" y="9175"/>
                    <a:pt x="8505" y="9688"/>
                  </a:cubicBezTo>
                  <a:cubicBezTo>
                    <a:pt x="9817" y="10165"/>
                    <a:pt x="11190" y="10455"/>
                    <a:pt x="12558" y="10725"/>
                  </a:cubicBezTo>
                  <a:cubicBezTo>
                    <a:pt x="14015" y="11010"/>
                    <a:pt x="16420" y="11455"/>
                    <a:pt x="17244" y="11398"/>
                  </a:cubicBezTo>
                  <a:cubicBezTo>
                    <a:pt x="17586" y="11383"/>
                    <a:pt x="17627" y="10522"/>
                    <a:pt x="17493" y="10414"/>
                  </a:cubicBezTo>
                  <a:cubicBezTo>
                    <a:pt x="17363" y="10300"/>
                    <a:pt x="16798" y="10797"/>
                    <a:pt x="16440" y="10725"/>
                  </a:cubicBezTo>
                  <a:cubicBezTo>
                    <a:pt x="15533" y="10533"/>
                    <a:pt x="13497" y="9838"/>
                    <a:pt x="12071" y="9279"/>
                  </a:cubicBezTo>
                  <a:cubicBezTo>
                    <a:pt x="10522" y="8677"/>
                    <a:pt x="8246" y="7625"/>
                    <a:pt x="7153" y="7096"/>
                  </a:cubicBezTo>
                  <a:cubicBezTo>
                    <a:pt x="6572" y="6817"/>
                    <a:pt x="6038" y="6438"/>
                    <a:pt x="5494" y="6091"/>
                  </a:cubicBezTo>
                  <a:cubicBezTo>
                    <a:pt x="4846" y="5671"/>
                    <a:pt x="3965" y="5111"/>
                    <a:pt x="3234" y="4567"/>
                  </a:cubicBezTo>
                  <a:cubicBezTo>
                    <a:pt x="2473" y="3997"/>
                    <a:pt x="1415" y="3121"/>
                    <a:pt x="892" y="2655"/>
                  </a:cubicBezTo>
                  <a:cubicBezTo>
                    <a:pt x="596" y="2395"/>
                    <a:pt x="-41" y="1706"/>
                    <a:pt x="94" y="1779"/>
                  </a:cubicBezTo>
                  <a:cubicBezTo>
                    <a:pt x="234" y="1841"/>
                    <a:pt x="1167" y="2655"/>
                    <a:pt x="1726" y="3059"/>
                  </a:cubicBezTo>
                  <a:cubicBezTo>
                    <a:pt x="2530" y="3639"/>
                    <a:pt x="3919" y="4634"/>
                    <a:pt x="4919" y="5256"/>
                  </a:cubicBezTo>
                  <a:cubicBezTo>
                    <a:pt x="5826" y="5821"/>
                    <a:pt x="6759" y="6355"/>
                    <a:pt x="7728" y="6801"/>
                  </a:cubicBezTo>
                  <a:cubicBezTo>
                    <a:pt x="8920" y="7350"/>
                    <a:pt x="10936" y="8112"/>
                    <a:pt x="12066" y="8558"/>
                  </a:cubicBezTo>
                  <a:cubicBezTo>
                    <a:pt x="12869" y="8874"/>
                    <a:pt x="13745" y="9222"/>
                    <a:pt x="14502" y="9455"/>
                  </a:cubicBezTo>
                  <a:cubicBezTo>
                    <a:pt x="15191" y="9667"/>
                    <a:pt x="16098" y="9890"/>
                    <a:pt x="16611" y="9947"/>
                  </a:cubicBezTo>
                  <a:cubicBezTo>
                    <a:pt x="16928" y="9983"/>
                    <a:pt x="17415" y="9926"/>
                    <a:pt x="17560" y="9786"/>
                  </a:cubicBezTo>
                  <a:cubicBezTo>
                    <a:pt x="17700" y="9652"/>
                    <a:pt x="17674" y="9227"/>
                    <a:pt x="17477" y="9123"/>
                  </a:cubicBezTo>
                  <a:cubicBezTo>
                    <a:pt x="17119" y="8931"/>
                    <a:pt x="16015" y="8838"/>
                    <a:pt x="15419" y="8651"/>
                  </a:cubicBezTo>
                  <a:cubicBezTo>
                    <a:pt x="14896" y="8486"/>
                    <a:pt x="14404" y="8221"/>
                    <a:pt x="13906" y="8009"/>
                  </a:cubicBezTo>
                  <a:cubicBezTo>
                    <a:pt x="13414" y="7796"/>
                    <a:pt x="12916" y="7604"/>
                    <a:pt x="12429" y="7376"/>
                  </a:cubicBezTo>
                  <a:cubicBezTo>
                    <a:pt x="11921" y="7138"/>
                    <a:pt x="11382" y="6827"/>
                    <a:pt x="10848" y="6563"/>
                  </a:cubicBezTo>
                  <a:cubicBezTo>
                    <a:pt x="10231" y="6262"/>
                    <a:pt x="9423" y="5915"/>
                    <a:pt x="8723" y="5557"/>
                  </a:cubicBezTo>
                  <a:cubicBezTo>
                    <a:pt x="8018" y="5194"/>
                    <a:pt x="7277" y="4831"/>
                    <a:pt x="6603" y="4386"/>
                  </a:cubicBezTo>
                  <a:cubicBezTo>
                    <a:pt x="5857" y="3898"/>
                    <a:pt x="4940" y="3323"/>
                    <a:pt x="4245" y="2629"/>
                  </a:cubicBezTo>
                  <a:cubicBezTo>
                    <a:pt x="3535" y="1918"/>
                    <a:pt x="2416" y="327"/>
                    <a:pt x="2348" y="136"/>
                  </a:cubicBezTo>
                  <a:cubicBezTo>
                    <a:pt x="2276" y="-56"/>
                    <a:pt x="3307" y="1058"/>
                    <a:pt x="3815" y="1483"/>
                  </a:cubicBezTo>
                  <a:cubicBezTo>
                    <a:pt x="4520" y="2069"/>
                    <a:pt x="5717" y="3080"/>
                    <a:pt x="6557" y="3655"/>
                  </a:cubicBezTo>
                  <a:cubicBezTo>
                    <a:pt x="7287" y="4158"/>
                    <a:pt x="8080" y="4562"/>
                    <a:pt x="8868" y="4956"/>
                  </a:cubicBezTo>
                  <a:cubicBezTo>
                    <a:pt x="9666" y="5350"/>
                    <a:pt x="10542" y="5671"/>
                    <a:pt x="11330" y="6039"/>
                  </a:cubicBezTo>
                  <a:cubicBezTo>
                    <a:pt x="12097" y="6397"/>
                    <a:pt x="12838" y="6842"/>
                    <a:pt x="13600" y="7174"/>
                  </a:cubicBezTo>
                  <a:cubicBezTo>
                    <a:pt x="14347" y="7496"/>
                    <a:pt x="15098" y="7853"/>
                    <a:pt x="15896" y="8003"/>
                  </a:cubicBezTo>
                  <a:cubicBezTo>
                    <a:pt x="16700" y="8154"/>
                    <a:pt x="17954" y="7558"/>
                    <a:pt x="18400" y="8071"/>
                  </a:cubicBezTo>
                  <a:cubicBezTo>
                    <a:pt x="18840" y="8589"/>
                    <a:pt x="18550" y="10336"/>
                    <a:pt x="18555" y="11103"/>
                  </a:cubicBezTo>
                  <a:cubicBezTo>
                    <a:pt x="18560" y="11637"/>
                    <a:pt x="18939" y="12487"/>
                    <a:pt x="18451" y="12694"/>
                  </a:cubicBezTo>
                </a:path>
              </a:pathLst>
            </a:custGeom>
            <a:solidFill>
              <a:srgbClr val="000000"/>
            </a:solidFill>
            <a:ln w="5172" cap="flat">
              <a:noFill/>
              <a:prstDash val="solid"/>
              <a:round/>
            </a:ln>
          </p:spPr>
          <p:txBody>
            <a:bodyPr/>
            <a:lstStyle/>
            <a:p>
              <a:endParaRPr lang="en-US" dirty="0"/>
            </a:p>
          </p:txBody>
        </p:sp>
      </p:grpSp>
      <p:grpSp>
        <p:nvGrpSpPr>
          <p:cNvPr id="29" name="Graphic 4">
            <a:extLst>
              <a:ext uri="{FF2B5EF4-FFF2-40B4-BE49-F238E27FC236}">
                <a16:creationId xmlns:a16="http://schemas.microsoft.com/office/drawing/2014/main" id="{23FB6143-D49A-0F35-7E99-A3C4B547DFAF}"/>
              </a:ext>
            </a:extLst>
          </p:cNvPr>
          <p:cNvGrpSpPr/>
          <p:nvPr/>
        </p:nvGrpSpPr>
        <p:grpSpPr>
          <a:xfrm>
            <a:off x="3077880" y="2843221"/>
            <a:ext cx="274058" cy="1056371"/>
            <a:chOff x="3460544" y="1283502"/>
            <a:chExt cx="134363" cy="563713"/>
          </a:xfrm>
        </p:grpSpPr>
        <p:sp>
          <p:nvSpPr>
            <p:cNvPr id="67" name="Rectangle 66">
              <a:extLst>
                <a:ext uri="{FF2B5EF4-FFF2-40B4-BE49-F238E27FC236}">
                  <a16:creationId xmlns:a16="http://schemas.microsoft.com/office/drawing/2014/main" id="{34111D1C-F795-3AE1-40AE-F91204E27A57}"/>
                </a:ext>
              </a:extLst>
            </p:cNvPr>
            <p:cNvSpPr/>
            <p:nvPr/>
          </p:nvSpPr>
          <p:spPr>
            <a:xfrm rot="-5400000">
              <a:off x="3243063" y="1500983"/>
              <a:ext cx="563713" cy="128751"/>
            </a:xfrm>
            <a:prstGeom prst="rect">
              <a:avLst/>
            </a:prstGeom>
            <a:solidFill>
              <a:srgbClr val="800080">
                <a:alpha val="26000"/>
              </a:srgbClr>
            </a:solidFill>
            <a:ln w="8706" cap="sq">
              <a:noFill/>
              <a:custDash>
                <a:ds d="28423" sp="28423"/>
              </a:custDash>
              <a:miter/>
            </a:ln>
          </p:spPr>
          <p:txBody>
            <a:bodyPr/>
            <a:lstStyle/>
            <a:p>
              <a:endParaRPr lang="en-US" dirty="0"/>
            </a:p>
          </p:txBody>
        </p:sp>
        <p:grpSp>
          <p:nvGrpSpPr>
            <p:cNvPr id="68" name="Graphic 4">
              <a:extLst>
                <a:ext uri="{FF2B5EF4-FFF2-40B4-BE49-F238E27FC236}">
                  <a16:creationId xmlns:a16="http://schemas.microsoft.com/office/drawing/2014/main" id="{F742910F-6AD7-7BC6-CAAB-9DD6450A2E28}"/>
                </a:ext>
              </a:extLst>
            </p:cNvPr>
            <p:cNvGrpSpPr/>
            <p:nvPr/>
          </p:nvGrpSpPr>
          <p:grpSpPr>
            <a:xfrm>
              <a:off x="3463574" y="1337917"/>
              <a:ext cx="131333" cy="471296"/>
              <a:chOff x="3463574" y="1337917"/>
              <a:chExt cx="131333" cy="471296"/>
            </a:xfrm>
            <a:solidFill>
              <a:srgbClr val="000000"/>
            </a:solidFill>
          </p:grpSpPr>
          <p:sp>
            <p:nvSpPr>
              <p:cNvPr id="69" name="TextBox 68">
                <a:extLst>
                  <a:ext uri="{FF2B5EF4-FFF2-40B4-BE49-F238E27FC236}">
                    <a16:creationId xmlns:a16="http://schemas.microsoft.com/office/drawing/2014/main" id="{4980F37F-AE4A-72F8-A7CF-48DBEDECBB5C}"/>
                  </a:ext>
                </a:extLst>
              </p:cNvPr>
              <p:cNvSpPr txBox="1"/>
              <p:nvPr/>
            </p:nvSpPr>
            <p:spPr>
              <a:xfrm rot="16200000">
                <a:off x="3293593" y="1507898"/>
                <a:ext cx="471296" cy="131333"/>
              </a:xfrm>
              <a:prstGeom prst="rect">
                <a:avLst/>
              </a:prstGeom>
              <a:noFill/>
            </p:spPr>
            <p:txBody>
              <a:bodyPr wrap="none" rtlCol="0">
                <a:spAutoFit/>
              </a:bodyPr>
              <a:lstStyle/>
              <a:p>
                <a:pPr algn="l"/>
                <a:r>
                  <a:rPr lang="en-US" sz="1000" b="1" spc="0" baseline="0" dirty="0">
                    <a:ln/>
                    <a:solidFill>
                      <a:srgbClr val="000000"/>
                    </a:solidFill>
                    <a:latin typeface="Helvetica"/>
                    <a:cs typeface="Helvetica"/>
                    <a:sym typeface="Helvetica"/>
                    <a:rtl val="0"/>
                  </a:rPr>
                  <a:t>CORRIDOR</a:t>
                </a:r>
              </a:p>
            </p:txBody>
          </p:sp>
        </p:grpSp>
      </p:grpSp>
      <p:grpSp>
        <p:nvGrpSpPr>
          <p:cNvPr id="30" name="Graphic 4">
            <a:extLst>
              <a:ext uri="{FF2B5EF4-FFF2-40B4-BE49-F238E27FC236}">
                <a16:creationId xmlns:a16="http://schemas.microsoft.com/office/drawing/2014/main" id="{2262115D-79CC-F602-7D77-AF92272C4231}"/>
              </a:ext>
            </a:extLst>
          </p:cNvPr>
          <p:cNvGrpSpPr/>
          <p:nvPr/>
        </p:nvGrpSpPr>
        <p:grpSpPr>
          <a:xfrm>
            <a:off x="3895778" y="2783802"/>
            <a:ext cx="204701" cy="464610"/>
            <a:chOff x="3868857" y="1303754"/>
            <a:chExt cx="100359" cy="227785"/>
          </a:xfrm>
        </p:grpSpPr>
        <p:grpSp>
          <p:nvGrpSpPr>
            <p:cNvPr id="60" name="Graphic 4">
              <a:extLst>
                <a:ext uri="{FF2B5EF4-FFF2-40B4-BE49-F238E27FC236}">
                  <a16:creationId xmlns:a16="http://schemas.microsoft.com/office/drawing/2014/main" id="{66B3C133-70E9-4C04-4361-574F872F69F1}"/>
                </a:ext>
              </a:extLst>
            </p:cNvPr>
            <p:cNvGrpSpPr/>
            <p:nvPr/>
          </p:nvGrpSpPr>
          <p:grpSpPr>
            <a:xfrm>
              <a:off x="3868857" y="1303754"/>
              <a:ext cx="100359" cy="227785"/>
              <a:chOff x="3868857" y="1303754"/>
              <a:chExt cx="100359" cy="227785"/>
            </a:xfrm>
          </p:grpSpPr>
          <p:grpSp>
            <p:nvGrpSpPr>
              <p:cNvPr id="62" name="Graphic 4">
                <a:extLst>
                  <a:ext uri="{FF2B5EF4-FFF2-40B4-BE49-F238E27FC236}">
                    <a16:creationId xmlns:a16="http://schemas.microsoft.com/office/drawing/2014/main" id="{42FA4475-8625-D67D-4ECE-4575E2CD3E25}"/>
                  </a:ext>
                </a:extLst>
              </p:cNvPr>
              <p:cNvGrpSpPr/>
              <p:nvPr/>
            </p:nvGrpSpPr>
            <p:grpSpPr>
              <a:xfrm>
                <a:off x="3868857" y="1303754"/>
                <a:ext cx="85501" cy="227785"/>
                <a:chOff x="3868857" y="1303754"/>
                <a:chExt cx="85501" cy="227785"/>
              </a:xfrm>
            </p:grpSpPr>
            <p:sp>
              <p:nvSpPr>
                <p:cNvPr id="65" name="Freeform: Shape 64">
                  <a:extLst>
                    <a:ext uri="{FF2B5EF4-FFF2-40B4-BE49-F238E27FC236}">
                      <a16:creationId xmlns:a16="http://schemas.microsoft.com/office/drawing/2014/main" id="{368672AD-D585-E948-D128-EA6A0DDEFBEC}"/>
                    </a:ext>
                  </a:extLst>
                </p:cNvPr>
                <p:cNvSpPr/>
                <p:nvPr/>
              </p:nvSpPr>
              <p:spPr>
                <a:xfrm rot="1574325">
                  <a:off x="3868857" y="1303754"/>
                  <a:ext cx="53128" cy="227785"/>
                </a:xfrm>
                <a:custGeom>
                  <a:avLst/>
                  <a:gdLst>
                    <a:gd name="csX0" fmla="*/ 20048 w 53128"/>
                    <a:gd name="csY0" fmla="*/ 225088 h 227785"/>
                    <a:gd name="csX1" fmla="*/ 12524 w 53128"/>
                    <a:gd name="csY1" fmla="*/ 208598 h 227785"/>
                    <a:gd name="csX2" fmla="*/ 16593 w 53128"/>
                    <a:gd name="csY2" fmla="*/ 189283 h 227785"/>
                    <a:gd name="csX3" fmla="*/ 27885 w 53128"/>
                    <a:gd name="csY3" fmla="*/ 173063 h 227785"/>
                    <a:gd name="csX4" fmla="*/ 38704 w 53128"/>
                    <a:gd name="csY4" fmla="*/ 152330 h 227785"/>
                    <a:gd name="csX5" fmla="*/ 35122 w 53128"/>
                    <a:gd name="csY5" fmla="*/ 139693 h 227785"/>
                    <a:gd name="csX6" fmla="*/ 31798 w 53128"/>
                    <a:gd name="csY6" fmla="*/ 132274 h 227785"/>
                    <a:gd name="csX7" fmla="*/ 30005 w 53128"/>
                    <a:gd name="csY7" fmla="*/ 128111 h 227785"/>
                    <a:gd name="csX8" fmla="*/ 28176 w 53128"/>
                    <a:gd name="csY8" fmla="*/ 127842 h 227785"/>
                    <a:gd name="csX9" fmla="*/ 25056 w 53128"/>
                    <a:gd name="csY9" fmla="*/ 126906 h 227785"/>
                    <a:gd name="csX10" fmla="*/ 23601 w 53128"/>
                    <a:gd name="csY10" fmla="*/ 126238 h 227785"/>
                    <a:gd name="csX11" fmla="*/ 22943 w 53128"/>
                    <a:gd name="csY11" fmla="*/ 127888 h 227785"/>
                    <a:gd name="csX12" fmla="*/ 18711 w 53128"/>
                    <a:gd name="csY12" fmla="*/ 130174 h 227785"/>
                    <a:gd name="csX13" fmla="*/ 19637 w 53128"/>
                    <a:gd name="csY13" fmla="*/ 130649 h 227785"/>
                    <a:gd name="csX14" fmla="*/ 17273 w 53128"/>
                    <a:gd name="csY14" fmla="*/ 129564 h 227785"/>
                    <a:gd name="csX15" fmla="*/ 16238 w 53128"/>
                    <a:gd name="csY15" fmla="*/ 128996 h 227785"/>
                    <a:gd name="csX16" fmla="*/ 12287 w 53128"/>
                    <a:gd name="csY16" fmla="*/ 123836 h 227785"/>
                    <a:gd name="csX17" fmla="*/ 10448 w 53128"/>
                    <a:gd name="csY17" fmla="*/ 122017 h 227785"/>
                    <a:gd name="csX18" fmla="*/ 7887 w 53128"/>
                    <a:gd name="csY18" fmla="*/ 118895 h 227785"/>
                    <a:gd name="csX19" fmla="*/ 4902 w 53128"/>
                    <a:gd name="csY19" fmla="*/ 113631 h 227785"/>
                    <a:gd name="csX20" fmla="*/ 1008 w 53128"/>
                    <a:gd name="csY20" fmla="*/ 85766 h 227785"/>
                    <a:gd name="csX21" fmla="*/ 2911 w 53128"/>
                    <a:gd name="csY21" fmla="*/ 59398 h 227785"/>
                    <a:gd name="csX22" fmla="*/ 7169 w 53128"/>
                    <a:gd name="csY22" fmla="*/ 35708 h 227785"/>
                    <a:gd name="csX23" fmla="*/ 7949 w 53128"/>
                    <a:gd name="csY23" fmla="*/ 33070 h 227785"/>
                    <a:gd name="csX24" fmla="*/ 7049 w 53128"/>
                    <a:gd name="csY24" fmla="*/ 32112 h 227785"/>
                    <a:gd name="csX25" fmla="*/ 10641 w 53128"/>
                    <a:gd name="csY25" fmla="*/ 26830 h 227785"/>
                    <a:gd name="csX26" fmla="*/ 17831 w 53128"/>
                    <a:gd name="csY26" fmla="*/ 17791 h 227785"/>
                    <a:gd name="csX27" fmla="*/ 25158 w 53128"/>
                    <a:gd name="csY27" fmla="*/ 8179 h 227785"/>
                    <a:gd name="csX28" fmla="*/ 29224 w 53128"/>
                    <a:gd name="csY28" fmla="*/ 3936 h 227785"/>
                    <a:gd name="csX29" fmla="*/ 30988 w 53128"/>
                    <a:gd name="csY29" fmla="*/ 1820 h 227785"/>
                    <a:gd name="csX30" fmla="*/ 32529 w 53128"/>
                    <a:gd name="csY30" fmla="*/ 636 h 227785"/>
                    <a:gd name="csX31" fmla="*/ 36420 w 53128"/>
                    <a:gd name="csY31" fmla="*/ 1715 h 227785"/>
                    <a:gd name="csX32" fmla="*/ 37069 w 53128"/>
                    <a:gd name="csY32" fmla="*/ 3313 h 227785"/>
                    <a:gd name="csX33" fmla="*/ 37491 w 53128"/>
                    <a:gd name="csY33" fmla="*/ 4922 h 227785"/>
                    <a:gd name="csX34" fmla="*/ 38448 w 53128"/>
                    <a:gd name="csY34" fmla="*/ 6855 h 227785"/>
                    <a:gd name="csX35" fmla="*/ 38906 w 53128"/>
                    <a:gd name="csY35" fmla="*/ 8144 h 227785"/>
                    <a:gd name="csX36" fmla="*/ 41781 w 53128"/>
                    <a:gd name="csY36" fmla="*/ 13073 h 227785"/>
                    <a:gd name="csX37" fmla="*/ 45055 w 53128"/>
                    <a:gd name="csY37" fmla="*/ 26489 h 227785"/>
                    <a:gd name="csX38" fmla="*/ 46049 w 53128"/>
                    <a:gd name="csY38" fmla="*/ 32398 h 227785"/>
                    <a:gd name="csX39" fmla="*/ 47689 w 53128"/>
                    <a:gd name="csY39" fmla="*/ 35981 h 227785"/>
                    <a:gd name="csX40" fmla="*/ 47403 w 53128"/>
                    <a:gd name="csY40" fmla="*/ 38918 h 227785"/>
                    <a:gd name="csX41" fmla="*/ 45686 w 53128"/>
                    <a:gd name="csY41" fmla="*/ 39647 h 227785"/>
                    <a:gd name="csX42" fmla="*/ 45212 w 53128"/>
                    <a:gd name="csY42" fmla="*/ 44747 h 227785"/>
                    <a:gd name="csX43" fmla="*/ 45156 w 53128"/>
                    <a:gd name="csY43" fmla="*/ 62452 h 227785"/>
                    <a:gd name="csX44" fmla="*/ 45354 w 53128"/>
                    <a:gd name="csY44" fmla="*/ 70130 h 227785"/>
                    <a:gd name="csX45" fmla="*/ 51280 w 53128"/>
                    <a:gd name="csY45" fmla="*/ 89731 h 227785"/>
                    <a:gd name="csX46" fmla="*/ 49969 w 53128"/>
                    <a:gd name="csY46" fmla="*/ 111047 h 227785"/>
                    <a:gd name="csX47" fmla="*/ 43606 w 53128"/>
                    <a:gd name="csY47" fmla="*/ 119588 h 227785"/>
                    <a:gd name="csX48" fmla="*/ 37770 w 53128"/>
                    <a:gd name="csY48" fmla="*/ 125205 h 227785"/>
                    <a:gd name="csX49" fmla="*/ 36207 w 53128"/>
                    <a:gd name="csY49" fmla="*/ 126446 h 227785"/>
                    <a:gd name="csX50" fmla="*/ 39101 w 53128"/>
                    <a:gd name="csY50" fmla="*/ 132541 h 227785"/>
                    <a:gd name="csX51" fmla="*/ 45369 w 53128"/>
                    <a:gd name="csY51" fmla="*/ 151939 h 227785"/>
                    <a:gd name="csX52" fmla="*/ 40236 w 53128"/>
                    <a:gd name="csY52" fmla="*/ 167869 h 227785"/>
                    <a:gd name="csX53" fmla="*/ 32903 w 53128"/>
                    <a:gd name="csY53" fmla="*/ 176011 h 227785"/>
                    <a:gd name="csX54" fmla="*/ 24435 w 53128"/>
                    <a:gd name="csY54" fmla="*/ 185655 h 227785"/>
                    <a:gd name="csX55" fmla="*/ 22110 w 53128"/>
                    <a:gd name="csY55" fmla="*/ 223932 h 227785"/>
                    <a:gd name="csX56" fmla="*/ 23148 w 53128"/>
                    <a:gd name="csY56" fmla="*/ 227817 h 227785"/>
                    <a:gd name="csX57" fmla="*/ 20048 w 53128"/>
                    <a:gd name="csY57" fmla="*/ 225088 h 227785"/>
                    <a:gd name="csX58" fmla="*/ 15809 w 53128"/>
                    <a:gd name="csY58" fmla="*/ 197551 h 227785"/>
                    <a:gd name="csX59" fmla="*/ 30293 w 53128"/>
                    <a:gd name="csY59" fmla="*/ 172791 h 227785"/>
                    <a:gd name="csX60" fmla="*/ 37829 w 53128"/>
                    <a:gd name="csY60" fmla="*/ 164844 h 227785"/>
                    <a:gd name="csX61" fmla="*/ 40873 w 53128"/>
                    <a:gd name="csY61" fmla="*/ 147453 h 227785"/>
                    <a:gd name="csX62" fmla="*/ 36672 w 53128"/>
                    <a:gd name="csY62" fmla="*/ 134024 h 227785"/>
                    <a:gd name="csX63" fmla="*/ 33649 w 53128"/>
                    <a:gd name="csY63" fmla="*/ 127155 h 227785"/>
                    <a:gd name="csX64" fmla="*/ 33649 w 53128"/>
                    <a:gd name="csY64" fmla="*/ 127155 h 227785"/>
                    <a:gd name="csX65" fmla="*/ 33649 w 53128"/>
                    <a:gd name="csY65" fmla="*/ 127155 h 227785"/>
                    <a:gd name="csX66" fmla="*/ 36576 w 53128"/>
                    <a:gd name="csY66" fmla="*/ 134020 h 227785"/>
                    <a:gd name="csX67" fmla="*/ 41270 w 53128"/>
                    <a:gd name="csY67" fmla="*/ 151671 h 227785"/>
                    <a:gd name="csX68" fmla="*/ 40455 w 53128"/>
                    <a:gd name="csY68" fmla="*/ 159501 h 227785"/>
                    <a:gd name="csX69" fmla="*/ 30293 w 53128"/>
                    <a:gd name="csY69" fmla="*/ 172791 h 227785"/>
                    <a:gd name="csX70" fmla="*/ 18011 w 53128"/>
                    <a:gd name="csY70" fmla="*/ 191320 h 227785"/>
                    <a:gd name="csX71" fmla="*/ 14623 w 53128"/>
                    <a:gd name="csY71" fmla="*/ 202958 h 227785"/>
                    <a:gd name="csX72" fmla="*/ 14580 w 53128"/>
                    <a:gd name="csY72" fmla="*/ 202309 h 227785"/>
                    <a:gd name="csX73" fmla="*/ 15809 w 53128"/>
                    <a:gd name="csY73" fmla="*/ 197551 h 227785"/>
                    <a:gd name="csX74" fmla="*/ 47297 w 53128"/>
                    <a:gd name="csY74" fmla="*/ 37107 h 227785"/>
                    <a:gd name="csX75" fmla="*/ 45845 w 53128"/>
                    <a:gd name="csY75" fmla="*/ 34297 h 227785"/>
                    <a:gd name="csX76" fmla="*/ 42435 w 53128"/>
                    <a:gd name="csY76" fmla="*/ 27823 h 227785"/>
                    <a:gd name="csX77" fmla="*/ 39931 w 53128"/>
                    <a:gd name="csY77" fmla="*/ 25724 h 227785"/>
                    <a:gd name="csX78" fmla="*/ 39125 w 53128"/>
                    <a:gd name="csY78" fmla="*/ 28903 h 227785"/>
                    <a:gd name="csX79" fmla="*/ 44953 w 53128"/>
                    <a:gd name="csY79" fmla="*/ 37531 h 227785"/>
                    <a:gd name="csX80" fmla="*/ 47297 w 53128"/>
                    <a:gd name="csY80" fmla="*/ 37107 h 227785"/>
                    <a:gd name="csX81" fmla="*/ 13891 w 53128"/>
                    <a:gd name="csY81" fmla="*/ 31225 h 227785"/>
                    <a:gd name="csX82" fmla="*/ 19683 w 53128"/>
                    <a:gd name="csY82" fmla="*/ 23420 h 227785"/>
                    <a:gd name="csX83" fmla="*/ 16001 w 53128"/>
                    <a:gd name="csY83" fmla="*/ 24642 h 227785"/>
                    <a:gd name="csX84" fmla="*/ 11133 w 53128"/>
                    <a:gd name="csY84" fmla="*/ 28030 h 227785"/>
                    <a:gd name="csX85" fmla="*/ 7706 w 53128"/>
                    <a:gd name="csY85" fmla="*/ 31337 h 227785"/>
                    <a:gd name="csX86" fmla="*/ 13891 w 53128"/>
                    <a:gd name="csY86" fmla="*/ 31224 h 227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53128" h="227785">
                      <a:moveTo>
                        <a:pt x="20048" y="225088"/>
                      </a:moveTo>
                      <a:cubicBezTo>
                        <a:pt x="15991" y="220660"/>
                        <a:pt x="13160" y="214457"/>
                        <a:pt x="12524" y="208598"/>
                      </a:cubicBezTo>
                      <a:cubicBezTo>
                        <a:pt x="11852" y="202407"/>
                        <a:pt x="13144" y="196277"/>
                        <a:pt x="16593" y="189283"/>
                      </a:cubicBezTo>
                      <a:cubicBezTo>
                        <a:pt x="19409" y="183574"/>
                        <a:pt x="22744" y="178785"/>
                        <a:pt x="27885" y="173063"/>
                      </a:cubicBezTo>
                      <a:cubicBezTo>
                        <a:pt x="36898" y="163032"/>
                        <a:pt x="38693" y="159593"/>
                        <a:pt x="38704" y="152330"/>
                      </a:cubicBezTo>
                      <a:cubicBezTo>
                        <a:pt x="38709" y="148689"/>
                        <a:pt x="37735" y="145250"/>
                        <a:pt x="35122" y="139693"/>
                      </a:cubicBezTo>
                      <a:cubicBezTo>
                        <a:pt x="34281" y="137902"/>
                        <a:pt x="32785" y="134564"/>
                        <a:pt x="31798" y="132274"/>
                      </a:cubicBezTo>
                      <a:lnTo>
                        <a:pt x="30005" y="128111"/>
                      </a:lnTo>
                      <a:lnTo>
                        <a:pt x="28176" y="127842"/>
                      </a:lnTo>
                      <a:cubicBezTo>
                        <a:pt x="27170" y="127695"/>
                        <a:pt x="25766" y="127273"/>
                        <a:pt x="25056" y="126906"/>
                      </a:cubicBezTo>
                      <a:cubicBezTo>
                        <a:pt x="24345" y="126538"/>
                        <a:pt x="23690" y="126238"/>
                        <a:pt x="23601" y="126238"/>
                      </a:cubicBezTo>
                      <a:cubicBezTo>
                        <a:pt x="23511" y="126238"/>
                        <a:pt x="23215" y="126980"/>
                        <a:pt x="22943" y="127888"/>
                      </a:cubicBezTo>
                      <a:cubicBezTo>
                        <a:pt x="22190" y="130403"/>
                        <a:pt x="19919" y="131630"/>
                        <a:pt x="18711" y="130174"/>
                      </a:cubicBezTo>
                      <a:cubicBezTo>
                        <a:pt x="18418" y="129820"/>
                        <a:pt x="19956" y="130526"/>
                        <a:pt x="19637" y="130649"/>
                      </a:cubicBezTo>
                      <a:cubicBezTo>
                        <a:pt x="19319" y="130771"/>
                        <a:pt x="17133" y="129789"/>
                        <a:pt x="17273" y="129564"/>
                      </a:cubicBezTo>
                      <a:cubicBezTo>
                        <a:pt x="17273" y="129564"/>
                        <a:pt x="16554" y="129170"/>
                        <a:pt x="16238" y="128996"/>
                      </a:cubicBezTo>
                      <a:cubicBezTo>
                        <a:pt x="15753" y="128934"/>
                        <a:pt x="12641" y="124871"/>
                        <a:pt x="12287" y="123836"/>
                      </a:cubicBezTo>
                      <a:cubicBezTo>
                        <a:pt x="12151" y="123440"/>
                        <a:pt x="11323" y="122621"/>
                        <a:pt x="10448" y="122017"/>
                      </a:cubicBezTo>
                      <a:cubicBezTo>
                        <a:pt x="9487" y="121355"/>
                        <a:pt x="8471" y="120115"/>
                        <a:pt x="7887" y="118895"/>
                      </a:cubicBezTo>
                      <a:cubicBezTo>
                        <a:pt x="7355" y="117782"/>
                        <a:pt x="6012" y="115413"/>
                        <a:pt x="4902" y="113631"/>
                      </a:cubicBezTo>
                      <a:cubicBezTo>
                        <a:pt x="-54" y="105669"/>
                        <a:pt x="-922" y="99463"/>
                        <a:pt x="1008" y="85766"/>
                      </a:cubicBezTo>
                      <a:cubicBezTo>
                        <a:pt x="2348" y="76252"/>
                        <a:pt x="2908" y="68492"/>
                        <a:pt x="2911" y="59398"/>
                      </a:cubicBezTo>
                      <a:cubicBezTo>
                        <a:pt x="2914" y="48518"/>
                        <a:pt x="4135" y="41724"/>
                        <a:pt x="7169" y="35708"/>
                      </a:cubicBezTo>
                      <a:cubicBezTo>
                        <a:pt x="7968" y="34124"/>
                        <a:pt x="8250" y="33171"/>
                        <a:pt x="7949" y="33070"/>
                      </a:cubicBezTo>
                      <a:cubicBezTo>
                        <a:pt x="7690" y="32984"/>
                        <a:pt x="7285" y="32553"/>
                        <a:pt x="7049" y="32112"/>
                      </a:cubicBezTo>
                      <a:cubicBezTo>
                        <a:pt x="6473" y="31036"/>
                        <a:pt x="8633" y="27860"/>
                        <a:pt x="10641" y="26830"/>
                      </a:cubicBezTo>
                      <a:cubicBezTo>
                        <a:pt x="12424" y="25915"/>
                        <a:pt x="16215" y="21150"/>
                        <a:pt x="17831" y="17791"/>
                      </a:cubicBezTo>
                      <a:cubicBezTo>
                        <a:pt x="19485" y="14354"/>
                        <a:pt x="22335" y="10616"/>
                        <a:pt x="25158" y="8179"/>
                      </a:cubicBezTo>
                      <a:cubicBezTo>
                        <a:pt x="26461" y="7054"/>
                        <a:pt x="28246" y="5109"/>
                        <a:pt x="29224" y="3936"/>
                      </a:cubicBezTo>
                      <a:lnTo>
                        <a:pt x="30988" y="1820"/>
                      </a:lnTo>
                      <a:cubicBezTo>
                        <a:pt x="32024" y="964"/>
                        <a:pt x="31935" y="1015"/>
                        <a:pt x="32529" y="636"/>
                      </a:cubicBezTo>
                      <a:cubicBezTo>
                        <a:pt x="34645" y="-459"/>
                        <a:pt x="35521" y="-51"/>
                        <a:pt x="36420" y="1715"/>
                      </a:cubicBezTo>
                      <a:cubicBezTo>
                        <a:pt x="36857" y="2574"/>
                        <a:pt x="36778" y="2637"/>
                        <a:pt x="37069" y="3313"/>
                      </a:cubicBezTo>
                      <a:cubicBezTo>
                        <a:pt x="37322" y="4177"/>
                        <a:pt x="37315" y="4311"/>
                        <a:pt x="37491" y="4922"/>
                      </a:cubicBezTo>
                      <a:cubicBezTo>
                        <a:pt x="38110" y="6283"/>
                        <a:pt x="37787" y="5520"/>
                        <a:pt x="38448" y="6855"/>
                      </a:cubicBezTo>
                      <a:lnTo>
                        <a:pt x="38906" y="8144"/>
                      </a:lnTo>
                      <a:cubicBezTo>
                        <a:pt x="39134" y="8953"/>
                        <a:pt x="40006" y="10604"/>
                        <a:pt x="41781" y="13073"/>
                      </a:cubicBezTo>
                      <a:cubicBezTo>
                        <a:pt x="43938" y="16074"/>
                        <a:pt x="45120" y="20916"/>
                        <a:pt x="45055" y="26489"/>
                      </a:cubicBezTo>
                      <a:cubicBezTo>
                        <a:pt x="45005" y="30735"/>
                        <a:pt x="45069" y="31112"/>
                        <a:pt x="46049" y="32398"/>
                      </a:cubicBezTo>
                      <a:cubicBezTo>
                        <a:pt x="46626" y="33153"/>
                        <a:pt x="47364" y="34766"/>
                        <a:pt x="47689" y="35981"/>
                      </a:cubicBezTo>
                      <a:cubicBezTo>
                        <a:pt x="48255" y="38092"/>
                        <a:pt x="48243" y="38222"/>
                        <a:pt x="47403" y="38918"/>
                      </a:cubicBezTo>
                      <a:cubicBezTo>
                        <a:pt x="46921" y="39319"/>
                        <a:pt x="46148" y="39647"/>
                        <a:pt x="45686" y="39647"/>
                      </a:cubicBezTo>
                      <a:cubicBezTo>
                        <a:pt x="44869" y="39647"/>
                        <a:pt x="44856" y="39789"/>
                        <a:pt x="45212" y="44747"/>
                      </a:cubicBezTo>
                      <a:cubicBezTo>
                        <a:pt x="45621" y="50454"/>
                        <a:pt x="45607" y="54924"/>
                        <a:pt x="45156" y="62452"/>
                      </a:cubicBezTo>
                      <a:cubicBezTo>
                        <a:pt x="44946" y="65948"/>
                        <a:pt x="45009" y="68375"/>
                        <a:pt x="45354" y="70130"/>
                      </a:cubicBezTo>
                      <a:cubicBezTo>
                        <a:pt x="45880" y="72803"/>
                        <a:pt x="48450" y="81306"/>
                        <a:pt x="51280" y="89731"/>
                      </a:cubicBezTo>
                      <a:cubicBezTo>
                        <a:pt x="54146" y="98268"/>
                        <a:pt x="53835" y="103341"/>
                        <a:pt x="49969" y="111047"/>
                      </a:cubicBezTo>
                      <a:cubicBezTo>
                        <a:pt x="48181" y="114611"/>
                        <a:pt x="47262" y="115845"/>
                        <a:pt x="43606" y="119588"/>
                      </a:cubicBezTo>
                      <a:cubicBezTo>
                        <a:pt x="41256" y="121995"/>
                        <a:pt x="38630" y="124522"/>
                        <a:pt x="37770" y="125205"/>
                      </a:cubicBezTo>
                      <a:lnTo>
                        <a:pt x="36207" y="126446"/>
                      </a:lnTo>
                      <a:lnTo>
                        <a:pt x="39101" y="132541"/>
                      </a:lnTo>
                      <a:cubicBezTo>
                        <a:pt x="44387" y="143674"/>
                        <a:pt x="45369" y="146713"/>
                        <a:pt x="45369" y="151939"/>
                      </a:cubicBezTo>
                      <a:cubicBezTo>
                        <a:pt x="45369" y="157430"/>
                        <a:pt x="43597" y="162929"/>
                        <a:pt x="40236" y="167869"/>
                      </a:cubicBezTo>
                      <a:cubicBezTo>
                        <a:pt x="39535" y="168899"/>
                        <a:pt x="36235" y="172563"/>
                        <a:pt x="32903" y="176011"/>
                      </a:cubicBezTo>
                      <a:cubicBezTo>
                        <a:pt x="29571" y="179459"/>
                        <a:pt x="25760" y="183799"/>
                        <a:pt x="24435" y="185655"/>
                      </a:cubicBezTo>
                      <a:cubicBezTo>
                        <a:pt x="14393" y="199719"/>
                        <a:pt x="13605" y="212695"/>
                        <a:pt x="22110" y="223932"/>
                      </a:cubicBezTo>
                      <a:cubicBezTo>
                        <a:pt x="24101" y="226562"/>
                        <a:pt x="24436" y="227817"/>
                        <a:pt x="23148" y="227817"/>
                      </a:cubicBezTo>
                      <a:cubicBezTo>
                        <a:pt x="22818" y="227817"/>
                        <a:pt x="21422" y="226589"/>
                        <a:pt x="20048" y="225088"/>
                      </a:cubicBezTo>
                      <a:close/>
                      <a:moveTo>
                        <a:pt x="15809" y="197551"/>
                      </a:moveTo>
                      <a:cubicBezTo>
                        <a:pt x="18578" y="188980"/>
                        <a:pt x="21185" y="182220"/>
                        <a:pt x="30293" y="172791"/>
                      </a:cubicBezTo>
                      <a:cubicBezTo>
                        <a:pt x="33278" y="169700"/>
                        <a:pt x="36963" y="166153"/>
                        <a:pt x="37829" y="164844"/>
                      </a:cubicBezTo>
                      <a:cubicBezTo>
                        <a:pt x="41459" y="159355"/>
                        <a:pt x="42209" y="154108"/>
                        <a:pt x="40873" y="147453"/>
                      </a:cubicBezTo>
                      <a:cubicBezTo>
                        <a:pt x="40460" y="145400"/>
                        <a:pt x="38799" y="138856"/>
                        <a:pt x="36672" y="134024"/>
                      </a:cubicBezTo>
                      <a:lnTo>
                        <a:pt x="33649" y="127155"/>
                      </a:lnTo>
                      <a:lnTo>
                        <a:pt x="33649" y="127155"/>
                      </a:lnTo>
                      <a:cubicBezTo>
                        <a:pt x="32997" y="127382"/>
                        <a:pt x="33646" y="126892"/>
                        <a:pt x="33649" y="127155"/>
                      </a:cubicBezTo>
                      <a:cubicBezTo>
                        <a:pt x="33651" y="127419"/>
                        <a:pt x="35183" y="130929"/>
                        <a:pt x="36576" y="134020"/>
                      </a:cubicBezTo>
                      <a:cubicBezTo>
                        <a:pt x="40959" y="143744"/>
                        <a:pt x="41019" y="146936"/>
                        <a:pt x="41270" y="151671"/>
                      </a:cubicBezTo>
                      <a:cubicBezTo>
                        <a:pt x="41465" y="155376"/>
                        <a:pt x="41381" y="156842"/>
                        <a:pt x="40455" y="159501"/>
                      </a:cubicBezTo>
                      <a:cubicBezTo>
                        <a:pt x="39027" y="163600"/>
                        <a:pt x="35678" y="167056"/>
                        <a:pt x="30293" y="172791"/>
                      </a:cubicBezTo>
                      <a:cubicBezTo>
                        <a:pt x="25131" y="178288"/>
                        <a:pt x="20802" y="185429"/>
                        <a:pt x="18011" y="191320"/>
                      </a:cubicBezTo>
                      <a:cubicBezTo>
                        <a:pt x="15999" y="195567"/>
                        <a:pt x="14553" y="200548"/>
                        <a:pt x="14623" y="202958"/>
                      </a:cubicBezTo>
                      <a:cubicBezTo>
                        <a:pt x="14661" y="204260"/>
                        <a:pt x="14281" y="204083"/>
                        <a:pt x="14580" y="202309"/>
                      </a:cubicBezTo>
                      <a:cubicBezTo>
                        <a:pt x="14764" y="201216"/>
                        <a:pt x="15317" y="199075"/>
                        <a:pt x="15809" y="197551"/>
                      </a:cubicBezTo>
                      <a:close/>
                      <a:moveTo>
                        <a:pt x="47297" y="37107"/>
                      </a:moveTo>
                      <a:cubicBezTo>
                        <a:pt x="47154" y="36397"/>
                        <a:pt x="46501" y="35133"/>
                        <a:pt x="45845" y="34297"/>
                      </a:cubicBezTo>
                      <a:cubicBezTo>
                        <a:pt x="44413" y="32475"/>
                        <a:pt x="43592" y="30915"/>
                        <a:pt x="42435" y="27823"/>
                      </a:cubicBezTo>
                      <a:cubicBezTo>
                        <a:pt x="41410" y="25085"/>
                        <a:pt x="41009" y="24748"/>
                        <a:pt x="39931" y="25724"/>
                      </a:cubicBezTo>
                      <a:cubicBezTo>
                        <a:pt x="39308" y="26288"/>
                        <a:pt x="39125" y="27009"/>
                        <a:pt x="39125" y="28903"/>
                      </a:cubicBezTo>
                      <a:cubicBezTo>
                        <a:pt x="39125" y="32861"/>
                        <a:pt x="41102" y="35788"/>
                        <a:pt x="44953" y="37531"/>
                      </a:cubicBezTo>
                      <a:cubicBezTo>
                        <a:pt x="47429" y="38652"/>
                        <a:pt x="47599" y="38622"/>
                        <a:pt x="47297" y="37107"/>
                      </a:cubicBezTo>
                      <a:close/>
                      <a:moveTo>
                        <a:pt x="13891" y="31225"/>
                      </a:moveTo>
                      <a:cubicBezTo>
                        <a:pt x="17134" y="30256"/>
                        <a:pt x="20340" y="25935"/>
                        <a:pt x="19683" y="23420"/>
                      </a:cubicBezTo>
                      <a:cubicBezTo>
                        <a:pt x="19335" y="22092"/>
                        <a:pt x="18352" y="22417"/>
                        <a:pt x="16001" y="24642"/>
                      </a:cubicBezTo>
                      <a:cubicBezTo>
                        <a:pt x="14801" y="25777"/>
                        <a:pt x="12610" y="27302"/>
                        <a:pt x="11133" y="28030"/>
                      </a:cubicBezTo>
                      <a:cubicBezTo>
                        <a:pt x="8487" y="29335"/>
                        <a:pt x="7223" y="30555"/>
                        <a:pt x="7706" y="31337"/>
                      </a:cubicBezTo>
                      <a:cubicBezTo>
                        <a:pt x="8055" y="31902"/>
                        <a:pt x="11855" y="31833"/>
                        <a:pt x="13891" y="31224"/>
                      </a:cubicBezTo>
                      <a:close/>
                    </a:path>
                  </a:pathLst>
                </a:custGeom>
                <a:solidFill>
                  <a:srgbClr val="000000"/>
                </a:solidFill>
                <a:ln w="416" cap="flat">
                  <a:solidFill>
                    <a:srgbClr val="000000"/>
                  </a:solidFill>
                  <a:prstDash val="solid"/>
                  <a:round/>
                </a:ln>
              </p:spPr>
              <p:txBody>
                <a:bodyPr/>
                <a:lstStyle/>
                <a:p>
                  <a:endParaRPr lang="en-US" dirty="0"/>
                </a:p>
              </p:txBody>
            </p:sp>
            <p:sp>
              <p:nvSpPr>
                <p:cNvPr id="66" name="Freeform: Shape 65">
                  <a:extLst>
                    <a:ext uri="{FF2B5EF4-FFF2-40B4-BE49-F238E27FC236}">
                      <a16:creationId xmlns:a16="http://schemas.microsoft.com/office/drawing/2014/main" id="{B35B8BE8-A9FD-E804-FE3B-170D4BB991AB}"/>
                    </a:ext>
                  </a:extLst>
                </p:cNvPr>
                <p:cNvSpPr/>
                <p:nvPr/>
              </p:nvSpPr>
              <p:spPr>
                <a:xfrm rot="1574325">
                  <a:off x="3948796" y="1318578"/>
                  <a:ext cx="5562" cy="2344"/>
                </a:xfrm>
                <a:custGeom>
                  <a:avLst/>
                  <a:gdLst>
                    <a:gd name="csX0" fmla="*/ 303 w 5562"/>
                    <a:gd name="csY0" fmla="*/ 1767 h 2344"/>
                    <a:gd name="csX1" fmla="*/ 927 w 5562"/>
                    <a:gd name="csY1" fmla="*/ 1221 h 2344"/>
                    <a:gd name="csX2" fmla="*/ 1618 w 5562"/>
                    <a:gd name="csY2" fmla="*/ 706 h 2344"/>
                    <a:gd name="csX3" fmla="*/ 2383 w 5562"/>
                    <a:gd name="csY3" fmla="*/ 307 h 2344"/>
                    <a:gd name="csX4" fmla="*/ 3081 w 5562"/>
                    <a:gd name="csY4" fmla="*/ 84 h 2344"/>
                    <a:gd name="csX5" fmla="*/ 3558 w 5562"/>
                    <a:gd name="csY5" fmla="*/ 43 h 2344"/>
                    <a:gd name="csX6" fmla="*/ 4035 w 5562"/>
                    <a:gd name="csY6" fmla="*/ 144 h 2344"/>
                    <a:gd name="csX7" fmla="*/ 4581 w 5562"/>
                    <a:gd name="csY7" fmla="*/ 479 h 2344"/>
                    <a:gd name="csX8" fmla="*/ 5013 w 5562"/>
                    <a:gd name="csY8" fmla="*/ 979 h 2344"/>
                    <a:gd name="csX9" fmla="*/ 5363 w 5562"/>
                    <a:gd name="csY9" fmla="*/ 1567 h 2344"/>
                    <a:gd name="csX10" fmla="*/ 5602 w 5562"/>
                    <a:gd name="csY10" fmla="*/ 2067 h 2344"/>
                    <a:gd name="csX11" fmla="*/ 5568 w 5562"/>
                    <a:gd name="csY11" fmla="*/ 2243 h 2344"/>
                    <a:gd name="csX12" fmla="*/ 5220 w 5562"/>
                    <a:gd name="csY12" fmla="*/ 2385 h 2344"/>
                    <a:gd name="csX13" fmla="*/ 4237 w 5562"/>
                    <a:gd name="csY13" fmla="*/ 2221 h 2344"/>
                    <a:gd name="csX14" fmla="*/ 3121 w 5562"/>
                    <a:gd name="csY14" fmla="*/ 2098 h 2344"/>
                    <a:gd name="csX15" fmla="*/ 1984 w 5562"/>
                    <a:gd name="csY15" fmla="*/ 2219 h 2344"/>
                    <a:gd name="csX16" fmla="*/ 716 w 5562"/>
                    <a:gd name="csY16" fmla="*/ 2383 h 2344"/>
                    <a:gd name="csX17" fmla="*/ 85 w 5562"/>
                    <a:gd name="csY17" fmla="*/ 2191 h 2344"/>
                    <a:gd name="csX18" fmla="*/ 135 w 5562"/>
                    <a:gd name="csY18" fmla="*/ 1936 h 2344"/>
                    <a:gd name="csX19" fmla="*/ 304 w 5562"/>
                    <a:gd name="csY19" fmla="*/ 1767 h 2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562" h="2344">
                      <a:moveTo>
                        <a:pt x="303" y="1767"/>
                      </a:moveTo>
                      <a:cubicBezTo>
                        <a:pt x="433" y="1650"/>
                        <a:pt x="692" y="1418"/>
                        <a:pt x="927" y="1221"/>
                      </a:cubicBezTo>
                      <a:cubicBezTo>
                        <a:pt x="1163" y="1023"/>
                        <a:pt x="1379" y="857"/>
                        <a:pt x="1618" y="706"/>
                      </a:cubicBezTo>
                      <a:cubicBezTo>
                        <a:pt x="1858" y="555"/>
                        <a:pt x="2128" y="414"/>
                        <a:pt x="2383" y="307"/>
                      </a:cubicBezTo>
                      <a:cubicBezTo>
                        <a:pt x="2638" y="201"/>
                        <a:pt x="2889" y="125"/>
                        <a:pt x="3081" y="84"/>
                      </a:cubicBezTo>
                      <a:cubicBezTo>
                        <a:pt x="3273" y="43"/>
                        <a:pt x="3412" y="35"/>
                        <a:pt x="3558" y="43"/>
                      </a:cubicBezTo>
                      <a:cubicBezTo>
                        <a:pt x="3705" y="51"/>
                        <a:pt x="3859" y="74"/>
                        <a:pt x="4035" y="144"/>
                      </a:cubicBezTo>
                      <a:cubicBezTo>
                        <a:pt x="4211" y="214"/>
                        <a:pt x="4414" y="335"/>
                        <a:pt x="4581" y="479"/>
                      </a:cubicBezTo>
                      <a:cubicBezTo>
                        <a:pt x="4748" y="622"/>
                        <a:pt x="4886" y="794"/>
                        <a:pt x="5013" y="979"/>
                      </a:cubicBezTo>
                      <a:cubicBezTo>
                        <a:pt x="5139" y="1165"/>
                        <a:pt x="5257" y="1367"/>
                        <a:pt x="5363" y="1567"/>
                      </a:cubicBezTo>
                      <a:cubicBezTo>
                        <a:pt x="5469" y="1766"/>
                        <a:pt x="5564" y="1963"/>
                        <a:pt x="5602" y="2067"/>
                      </a:cubicBezTo>
                      <a:cubicBezTo>
                        <a:pt x="5640" y="2172"/>
                        <a:pt x="5619" y="2185"/>
                        <a:pt x="5568" y="2243"/>
                      </a:cubicBezTo>
                      <a:cubicBezTo>
                        <a:pt x="5516" y="2302"/>
                        <a:pt x="5452" y="2384"/>
                        <a:pt x="5220" y="2385"/>
                      </a:cubicBezTo>
                      <a:cubicBezTo>
                        <a:pt x="4987" y="2386"/>
                        <a:pt x="4615" y="2294"/>
                        <a:pt x="4237" y="2221"/>
                      </a:cubicBezTo>
                      <a:cubicBezTo>
                        <a:pt x="3858" y="2148"/>
                        <a:pt x="3485" y="2098"/>
                        <a:pt x="3121" y="2098"/>
                      </a:cubicBezTo>
                      <a:cubicBezTo>
                        <a:pt x="2756" y="2098"/>
                        <a:pt x="2407" y="2148"/>
                        <a:pt x="1984" y="2219"/>
                      </a:cubicBezTo>
                      <a:cubicBezTo>
                        <a:pt x="1561" y="2290"/>
                        <a:pt x="1070" y="2383"/>
                        <a:pt x="716" y="2383"/>
                      </a:cubicBezTo>
                      <a:cubicBezTo>
                        <a:pt x="362" y="2383"/>
                        <a:pt x="151" y="2291"/>
                        <a:pt x="85" y="2191"/>
                      </a:cubicBezTo>
                      <a:cubicBezTo>
                        <a:pt x="19" y="2091"/>
                        <a:pt x="97" y="1987"/>
                        <a:pt x="135" y="1936"/>
                      </a:cubicBezTo>
                      <a:cubicBezTo>
                        <a:pt x="174" y="1884"/>
                        <a:pt x="174" y="1884"/>
                        <a:pt x="304" y="1767"/>
                      </a:cubicBezTo>
                      <a:close/>
                    </a:path>
                  </a:pathLst>
                </a:custGeom>
                <a:solidFill>
                  <a:srgbClr val="FFFFFF"/>
                </a:solidFill>
                <a:ln w="0" cap="flat">
                  <a:solidFill>
                    <a:srgbClr val="000000"/>
                  </a:solidFill>
                  <a:prstDash val="solid"/>
                  <a:miter/>
                </a:ln>
              </p:spPr>
              <p:txBody>
                <a:bodyPr/>
                <a:lstStyle/>
                <a:p>
                  <a:endParaRPr lang="en-US" dirty="0"/>
                </a:p>
              </p:txBody>
            </p:sp>
          </p:grpSp>
          <p:sp>
            <p:nvSpPr>
              <p:cNvPr id="63" name="Freeform: Shape 62">
                <a:extLst>
                  <a:ext uri="{FF2B5EF4-FFF2-40B4-BE49-F238E27FC236}">
                    <a16:creationId xmlns:a16="http://schemas.microsoft.com/office/drawing/2014/main" id="{A6F242A1-8DEF-6924-ED8C-F05FBE96C254}"/>
                  </a:ext>
                </a:extLst>
              </p:cNvPr>
              <p:cNvSpPr/>
              <p:nvPr/>
            </p:nvSpPr>
            <p:spPr>
              <a:xfrm rot="3548294" flipV="1">
                <a:off x="3952400" y="1321294"/>
                <a:ext cx="18948" cy="14684"/>
              </a:xfrm>
              <a:custGeom>
                <a:avLst/>
                <a:gdLst>
                  <a:gd name="csX0" fmla="*/ 71 w 18948"/>
                  <a:gd name="csY0" fmla="*/ 2350 h 14684"/>
                  <a:gd name="csX1" fmla="*/ 1885 w 18948"/>
                  <a:gd name="csY1" fmla="*/ 5574 h 14684"/>
                  <a:gd name="csX2" fmla="*/ 4305 w 18948"/>
                  <a:gd name="csY2" fmla="*/ 9850 h 14684"/>
                  <a:gd name="csX3" fmla="*/ 8379 w 18948"/>
                  <a:gd name="csY3" fmla="*/ 14132 h 14684"/>
                  <a:gd name="csX4" fmla="*/ 9421 w 18948"/>
                  <a:gd name="csY4" fmla="*/ 14671 h 14684"/>
                  <a:gd name="csX5" fmla="*/ 6897 w 18948"/>
                  <a:gd name="csY5" fmla="*/ 12286 h 14684"/>
                  <a:gd name="csX6" fmla="*/ 4430 w 18948"/>
                  <a:gd name="csY6" fmla="*/ 9332 h 14684"/>
                  <a:gd name="csX7" fmla="*/ 962 w 18948"/>
                  <a:gd name="csY7" fmla="*/ 2946 h 14684"/>
                  <a:gd name="csX8" fmla="*/ 3445 w 18948"/>
                  <a:gd name="csY8" fmla="*/ 5896 h 14684"/>
                  <a:gd name="csX9" fmla="*/ 7125 w 18948"/>
                  <a:gd name="csY9" fmla="*/ 9487 h 14684"/>
                  <a:gd name="csX10" fmla="*/ 11872 w 18948"/>
                  <a:gd name="csY10" fmla="*/ 12691 h 14684"/>
                  <a:gd name="csX11" fmla="*/ 14795 w 18948"/>
                  <a:gd name="csY11" fmla="*/ 13748 h 14684"/>
                  <a:gd name="csX12" fmla="*/ 11670 w 18948"/>
                  <a:gd name="csY12" fmla="*/ 12317 h 14684"/>
                  <a:gd name="csX13" fmla="*/ 7643 w 18948"/>
                  <a:gd name="csY13" fmla="*/ 9462 h 14684"/>
                  <a:gd name="csX14" fmla="*/ 4725 w 18948"/>
                  <a:gd name="csY14" fmla="*/ 6471 h 14684"/>
                  <a:gd name="csX15" fmla="*/ 1792 w 18948"/>
                  <a:gd name="csY15" fmla="*/ 2749 h 14684"/>
                  <a:gd name="csX16" fmla="*/ 2528 w 18948"/>
                  <a:gd name="csY16" fmla="*/ 2034 h 14684"/>
                  <a:gd name="csX17" fmla="*/ 2782 w 18948"/>
                  <a:gd name="csY17" fmla="*/ 3107 h 14684"/>
                  <a:gd name="csX18" fmla="*/ 6218 w 18948"/>
                  <a:gd name="csY18" fmla="*/ 6170 h 14684"/>
                  <a:gd name="csX19" fmla="*/ 10566 w 18948"/>
                  <a:gd name="csY19" fmla="*/ 9337 h 14684"/>
                  <a:gd name="csX20" fmla="*/ 12266 w 18948"/>
                  <a:gd name="csY20" fmla="*/ 10270 h 14684"/>
                  <a:gd name="csX21" fmla="*/ 14712 w 18948"/>
                  <a:gd name="csY21" fmla="*/ 11462 h 14684"/>
                  <a:gd name="csX22" fmla="*/ 17542 w 18948"/>
                  <a:gd name="csY22" fmla="*/ 12540 h 14684"/>
                  <a:gd name="csX23" fmla="*/ 18703 w 18948"/>
                  <a:gd name="csY23" fmla="*/ 12789 h 14684"/>
                  <a:gd name="csX24" fmla="*/ 16775 w 18948"/>
                  <a:gd name="csY24" fmla="*/ 12017 h 14684"/>
                  <a:gd name="csX25" fmla="*/ 13277 w 18948"/>
                  <a:gd name="csY25" fmla="*/ 10348 h 14684"/>
                  <a:gd name="csX26" fmla="*/ 10535 w 18948"/>
                  <a:gd name="csY26" fmla="*/ 8694 h 14684"/>
                  <a:gd name="csX27" fmla="*/ 6845 w 18948"/>
                  <a:gd name="csY27" fmla="*/ 5813 h 14684"/>
                  <a:gd name="csX28" fmla="*/ 4850 w 18948"/>
                  <a:gd name="csY28" fmla="*/ 4154 h 14684"/>
                  <a:gd name="csX29" fmla="*/ 3367 w 18948"/>
                  <a:gd name="csY29" fmla="*/ 2568 h 14684"/>
                  <a:gd name="csX30" fmla="*/ 3030 w 18948"/>
                  <a:gd name="csY30" fmla="*/ 1671 h 14684"/>
                  <a:gd name="csX31" fmla="*/ 3652 w 18948"/>
                  <a:gd name="csY31" fmla="*/ 1407 h 14684"/>
                  <a:gd name="csX32" fmla="*/ 5088 w 18948"/>
                  <a:gd name="csY32" fmla="*/ 2957 h 14684"/>
                  <a:gd name="csX33" fmla="*/ 6399 w 18948"/>
                  <a:gd name="csY33" fmla="*/ 3947 h 14684"/>
                  <a:gd name="csX34" fmla="*/ 7685 w 18948"/>
                  <a:gd name="csY34" fmla="*/ 4906 h 14684"/>
                  <a:gd name="csX35" fmla="*/ 9177 w 18948"/>
                  <a:gd name="csY35" fmla="*/ 5870 h 14684"/>
                  <a:gd name="csX36" fmla="*/ 11116 w 18948"/>
                  <a:gd name="csY36" fmla="*/ 7207 h 14684"/>
                  <a:gd name="csX37" fmla="*/ 13189 w 18948"/>
                  <a:gd name="csY37" fmla="*/ 8461 h 14684"/>
                  <a:gd name="csX38" fmla="*/ 15889 w 18948"/>
                  <a:gd name="csY38" fmla="*/ 9622 h 14684"/>
                  <a:gd name="csX39" fmla="*/ 18999 w 18948"/>
                  <a:gd name="csY39" fmla="*/ 10016 h 14684"/>
                  <a:gd name="csX40" fmla="*/ 17097 w 18948"/>
                  <a:gd name="csY40" fmla="*/ 9420 h 14684"/>
                  <a:gd name="csX41" fmla="*/ 13842 w 18948"/>
                  <a:gd name="csY41" fmla="*/ 8129 h 14684"/>
                  <a:gd name="csX42" fmla="*/ 11561 w 18948"/>
                  <a:gd name="csY42" fmla="*/ 6782 h 14684"/>
                  <a:gd name="csX43" fmla="*/ 9395 w 18948"/>
                  <a:gd name="csY43" fmla="*/ 5185 h 14684"/>
                  <a:gd name="csX44" fmla="*/ 7280 w 18948"/>
                  <a:gd name="csY44" fmla="*/ 3791 h 14684"/>
                  <a:gd name="csX45" fmla="*/ 5409 w 18948"/>
                  <a:gd name="csY45" fmla="*/ 2221 h 14684"/>
                  <a:gd name="csX46" fmla="*/ 4098 w 18948"/>
                  <a:gd name="csY46" fmla="*/ 85 h 14684"/>
                  <a:gd name="csX47" fmla="*/ 1393 w 18948"/>
                  <a:gd name="csY47" fmla="*/ 1469 h 14684"/>
                  <a:gd name="csX48" fmla="*/ 71 w 18948"/>
                  <a:gd name="csY48" fmla="*/ 2350 h 14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948" h="14684">
                    <a:moveTo>
                      <a:pt x="71" y="2350"/>
                    </a:moveTo>
                    <a:cubicBezTo>
                      <a:pt x="154" y="3034"/>
                      <a:pt x="1279" y="4501"/>
                      <a:pt x="1885" y="5574"/>
                    </a:cubicBezTo>
                    <a:cubicBezTo>
                      <a:pt x="2590" y="6823"/>
                      <a:pt x="3315" y="8544"/>
                      <a:pt x="4305" y="9850"/>
                    </a:cubicBezTo>
                    <a:cubicBezTo>
                      <a:pt x="5383" y="11276"/>
                      <a:pt x="7524" y="13328"/>
                      <a:pt x="8379" y="14132"/>
                    </a:cubicBezTo>
                    <a:cubicBezTo>
                      <a:pt x="8664" y="14401"/>
                      <a:pt x="9664" y="14982"/>
                      <a:pt x="9421" y="14671"/>
                    </a:cubicBezTo>
                    <a:cubicBezTo>
                      <a:pt x="9172" y="14365"/>
                      <a:pt x="7690" y="13131"/>
                      <a:pt x="6897" y="12286"/>
                    </a:cubicBezTo>
                    <a:cubicBezTo>
                      <a:pt x="6067" y="11395"/>
                      <a:pt x="5119" y="10410"/>
                      <a:pt x="4430" y="9332"/>
                    </a:cubicBezTo>
                    <a:cubicBezTo>
                      <a:pt x="3440" y="7772"/>
                      <a:pt x="1123" y="3517"/>
                      <a:pt x="962" y="2946"/>
                    </a:cubicBezTo>
                    <a:cubicBezTo>
                      <a:pt x="797" y="2371"/>
                      <a:pt x="2564" y="4957"/>
                      <a:pt x="3445" y="5896"/>
                    </a:cubicBezTo>
                    <a:cubicBezTo>
                      <a:pt x="4476" y="6984"/>
                      <a:pt x="5793" y="8409"/>
                      <a:pt x="7125" y="9487"/>
                    </a:cubicBezTo>
                    <a:cubicBezTo>
                      <a:pt x="8529" y="10623"/>
                      <a:pt x="10597" y="11981"/>
                      <a:pt x="11872" y="12691"/>
                    </a:cubicBezTo>
                    <a:cubicBezTo>
                      <a:pt x="12779" y="13193"/>
                      <a:pt x="14832" y="13810"/>
                      <a:pt x="14795" y="13748"/>
                    </a:cubicBezTo>
                    <a:cubicBezTo>
                      <a:pt x="14764" y="13686"/>
                      <a:pt x="12655" y="12908"/>
                      <a:pt x="11670" y="12317"/>
                    </a:cubicBezTo>
                    <a:cubicBezTo>
                      <a:pt x="10478" y="11602"/>
                      <a:pt x="8804" y="10436"/>
                      <a:pt x="7643" y="9462"/>
                    </a:cubicBezTo>
                    <a:cubicBezTo>
                      <a:pt x="6575" y="8565"/>
                      <a:pt x="5637" y="7523"/>
                      <a:pt x="4725" y="6471"/>
                    </a:cubicBezTo>
                    <a:cubicBezTo>
                      <a:pt x="3751" y="5351"/>
                      <a:pt x="2160" y="3491"/>
                      <a:pt x="1792" y="2749"/>
                    </a:cubicBezTo>
                    <a:cubicBezTo>
                      <a:pt x="1641" y="2444"/>
                      <a:pt x="2362" y="1977"/>
                      <a:pt x="2528" y="2034"/>
                    </a:cubicBezTo>
                    <a:cubicBezTo>
                      <a:pt x="2688" y="2096"/>
                      <a:pt x="2538" y="2832"/>
                      <a:pt x="2782" y="3107"/>
                    </a:cubicBezTo>
                    <a:cubicBezTo>
                      <a:pt x="3398" y="3796"/>
                      <a:pt x="5021" y="5211"/>
                      <a:pt x="6218" y="6170"/>
                    </a:cubicBezTo>
                    <a:cubicBezTo>
                      <a:pt x="7519" y="7207"/>
                      <a:pt x="9561" y="8653"/>
                      <a:pt x="10566" y="9337"/>
                    </a:cubicBezTo>
                    <a:cubicBezTo>
                      <a:pt x="11100" y="9700"/>
                      <a:pt x="11691" y="9975"/>
                      <a:pt x="12266" y="10270"/>
                    </a:cubicBezTo>
                    <a:cubicBezTo>
                      <a:pt x="12955" y="10623"/>
                      <a:pt x="13883" y="11105"/>
                      <a:pt x="14712" y="11462"/>
                    </a:cubicBezTo>
                    <a:cubicBezTo>
                      <a:pt x="15594" y="11846"/>
                      <a:pt x="16879" y="12317"/>
                      <a:pt x="17542" y="12540"/>
                    </a:cubicBezTo>
                    <a:cubicBezTo>
                      <a:pt x="17915" y="12665"/>
                      <a:pt x="18833" y="12877"/>
                      <a:pt x="18703" y="12789"/>
                    </a:cubicBezTo>
                    <a:cubicBezTo>
                      <a:pt x="18574" y="12701"/>
                      <a:pt x="17408" y="12302"/>
                      <a:pt x="16775" y="12017"/>
                    </a:cubicBezTo>
                    <a:cubicBezTo>
                      <a:pt x="15868" y="11613"/>
                      <a:pt x="14319" y="10902"/>
                      <a:pt x="13277" y="10348"/>
                    </a:cubicBezTo>
                    <a:cubicBezTo>
                      <a:pt x="12334" y="9845"/>
                      <a:pt x="11406" y="9306"/>
                      <a:pt x="10535" y="8694"/>
                    </a:cubicBezTo>
                    <a:cubicBezTo>
                      <a:pt x="9462" y="7938"/>
                      <a:pt x="7793" y="6569"/>
                      <a:pt x="6845" y="5813"/>
                    </a:cubicBezTo>
                    <a:cubicBezTo>
                      <a:pt x="6171" y="5268"/>
                      <a:pt x="5430" y="4693"/>
                      <a:pt x="4850" y="4154"/>
                    </a:cubicBezTo>
                    <a:cubicBezTo>
                      <a:pt x="4321" y="3656"/>
                      <a:pt x="3673" y="2988"/>
                      <a:pt x="3367" y="2568"/>
                    </a:cubicBezTo>
                    <a:cubicBezTo>
                      <a:pt x="3181" y="2314"/>
                      <a:pt x="2984" y="1868"/>
                      <a:pt x="3030" y="1671"/>
                    </a:cubicBezTo>
                    <a:cubicBezTo>
                      <a:pt x="3082" y="1480"/>
                      <a:pt x="3461" y="1288"/>
                      <a:pt x="3652" y="1407"/>
                    </a:cubicBezTo>
                    <a:cubicBezTo>
                      <a:pt x="3994" y="1619"/>
                      <a:pt x="4627" y="2532"/>
                      <a:pt x="5088" y="2957"/>
                    </a:cubicBezTo>
                    <a:cubicBezTo>
                      <a:pt x="5492" y="3325"/>
                      <a:pt x="5969" y="3620"/>
                      <a:pt x="6399" y="3947"/>
                    </a:cubicBezTo>
                    <a:cubicBezTo>
                      <a:pt x="6829" y="4263"/>
                      <a:pt x="7244" y="4600"/>
                      <a:pt x="7685" y="4906"/>
                    </a:cubicBezTo>
                    <a:cubicBezTo>
                      <a:pt x="8146" y="5227"/>
                      <a:pt x="8685" y="5538"/>
                      <a:pt x="9177" y="5870"/>
                    </a:cubicBezTo>
                    <a:cubicBezTo>
                      <a:pt x="9747" y="6253"/>
                      <a:pt x="10452" y="6782"/>
                      <a:pt x="11116" y="7207"/>
                    </a:cubicBezTo>
                    <a:cubicBezTo>
                      <a:pt x="11779" y="7637"/>
                      <a:pt x="12468" y="8093"/>
                      <a:pt x="13189" y="8461"/>
                    </a:cubicBezTo>
                    <a:cubicBezTo>
                      <a:pt x="13982" y="8860"/>
                      <a:pt x="14941" y="9368"/>
                      <a:pt x="15889" y="9622"/>
                    </a:cubicBezTo>
                    <a:cubicBezTo>
                      <a:pt x="16858" y="9881"/>
                      <a:pt x="18797" y="10052"/>
                      <a:pt x="18999" y="10016"/>
                    </a:cubicBezTo>
                    <a:cubicBezTo>
                      <a:pt x="19196" y="9985"/>
                      <a:pt x="17719" y="9648"/>
                      <a:pt x="17097" y="9420"/>
                    </a:cubicBezTo>
                    <a:cubicBezTo>
                      <a:pt x="16236" y="9104"/>
                      <a:pt x="14764" y="8570"/>
                      <a:pt x="13842" y="8129"/>
                    </a:cubicBezTo>
                    <a:cubicBezTo>
                      <a:pt x="13044" y="7751"/>
                      <a:pt x="12297" y="7269"/>
                      <a:pt x="11561" y="6782"/>
                    </a:cubicBezTo>
                    <a:cubicBezTo>
                      <a:pt x="10820" y="6289"/>
                      <a:pt x="10110" y="5688"/>
                      <a:pt x="9395" y="5185"/>
                    </a:cubicBezTo>
                    <a:cubicBezTo>
                      <a:pt x="8700" y="4703"/>
                      <a:pt x="7944" y="4289"/>
                      <a:pt x="7280" y="3791"/>
                    </a:cubicBezTo>
                    <a:cubicBezTo>
                      <a:pt x="6627" y="3304"/>
                      <a:pt x="5938" y="2838"/>
                      <a:pt x="5409" y="2221"/>
                    </a:cubicBezTo>
                    <a:cubicBezTo>
                      <a:pt x="4881" y="1599"/>
                      <a:pt x="4767" y="210"/>
                      <a:pt x="4098" y="85"/>
                    </a:cubicBezTo>
                    <a:cubicBezTo>
                      <a:pt x="3429" y="-39"/>
                      <a:pt x="2066" y="1086"/>
                      <a:pt x="1393" y="1469"/>
                    </a:cubicBezTo>
                    <a:cubicBezTo>
                      <a:pt x="931" y="1723"/>
                      <a:pt x="9" y="1822"/>
                      <a:pt x="71" y="2350"/>
                    </a:cubicBezTo>
                  </a:path>
                </a:pathLst>
              </a:custGeom>
              <a:solidFill>
                <a:srgbClr val="000000"/>
              </a:solidFill>
              <a:ln w="5172" cap="flat">
                <a:noFill/>
                <a:prstDash val="solid"/>
                <a:round/>
              </a:ln>
            </p:spPr>
            <p:txBody>
              <a:bodyPr/>
              <a:lstStyle/>
              <a:p>
                <a:endParaRPr lang="en-US" dirty="0"/>
              </a:p>
            </p:txBody>
          </p:sp>
          <p:sp>
            <p:nvSpPr>
              <p:cNvPr id="64" name="Freeform: Shape 63">
                <a:extLst>
                  <a:ext uri="{FF2B5EF4-FFF2-40B4-BE49-F238E27FC236}">
                    <a16:creationId xmlns:a16="http://schemas.microsoft.com/office/drawing/2014/main" id="{A99C25A3-0322-A30E-DB96-47E0EF64F64A}"/>
                  </a:ext>
                </a:extLst>
              </p:cNvPr>
              <p:cNvSpPr/>
              <p:nvPr/>
            </p:nvSpPr>
            <p:spPr>
              <a:xfrm rot="3548294" flipV="1">
                <a:off x="3928501" y="1308999"/>
                <a:ext cx="18624" cy="12747"/>
              </a:xfrm>
              <a:custGeom>
                <a:avLst/>
                <a:gdLst>
                  <a:gd name="csX0" fmla="*/ 18446 w 18624"/>
                  <a:gd name="csY0" fmla="*/ 12658 h 12747"/>
                  <a:gd name="csX1" fmla="*/ 14746 w 18624"/>
                  <a:gd name="csY1" fmla="*/ 12694 h 12747"/>
                  <a:gd name="csX2" fmla="*/ 9832 w 18624"/>
                  <a:gd name="csY2" fmla="*/ 12741 h 12747"/>
                  <a:gd name="csX3" fmla="*/ 4090 w 18624"/>
                  <a:gd name="csY3" fmla="*/ 11357 h 12747"/>
                  <a:gd name="csX4" fmla="*/ 3100 w 18624"/>
                  <a:gd name="csY4" fmla="*/ 10719 h 12747"/>
                  <a:gd name="csX5" fmla="*/ 6432 w 18624"/>
                  <a:gd name="csY5" fmla="*/ 11709 h 12747"/>
                  <a:gd name="csX6" fmla="*/ 10221 w 18624"/>
                  <a:gd name="csY6" fmla="*/ 12368 h 12747"/>
                  <a:gd name="csX7" fmla="*/ 17487 w 18624"/>
                  <a:gd name="csY7" fmla="*/ 12181 h 12747"/>
                  <a:gd name="csX8" fmla="*/ 13694 w 18624"/>
                  <a:gd name="csY8" fmla="*/ 11502 h 12747"/>
                  <a:gd name="csX9" fmla="*/ 8734 w 18624"/>
                  <a:gd name="csY9" fmla="*/ 10113 h 12747"/>
                  <a:gd name="csX10" fmla="*/ 3587 w 18624"/>
                  <a:gd name="csY10" fmla="*/ 7604 h 12747"/>
                  <a:gd name="csX11" fmla="*/ 1213 w 18624"/>
                  <a:gd name="csY11" fmla="*/ 5598 h 12747"/>
                  <a:gd name="csX12" fmla="*/ 4012 w 18624"/>
                  <a:gd name="csY12" fmla="*/ 7594 h 12747"/>
                  <a:gd name="csX13" fmla="*/ 8500 w 18624"/>
                  <a:gd name="csY13" fmla="*/ 9652 h 12747"/>
                  <a:gd name="csX14" fmla="*/ 12553 w 18624"/>
                  <a:gd name="csY14" fmla="*/ 10688 h 12747"/>
                  <a:gd name="csX15" fmla="*/ 17239 w 18624"/>
                  <a:gd name="csY15" fmla="*/ 11362 h 12747"/>
                  <a:gd name="csX16" fmla="*/ 17487 w 18624"/>
                  <a:gd name="csY16" fmla="*/ 10377 h 12747"/>
                  <a:gd name="csX17" fmla="*/ 16435 w 18624"/>
                  <a:gd name="csY17" fmla="*/ 10688 h 12747"/>
                  <a:gd name="csX18" fmla="*/ 12066 w 18624"/>
                  <a:gd name="csY18" fmla="*/ 9242 h 12747"/>
                  <a:gd name="csX19" fmla="*/ 7148 w 18624"/>
                  <a:gd name="csY19" fmla="*/ 7060 h 12747"/>
                  <a:gd name="csX20" fmla="*/ 5489 w 18624"/>
                  <a:gd name="csY20" fmla="*/ 6055 h 12747"/>
                  <a:gd name="csX21" fmla="*/ 3229 w 18624"/>
                  <a:gd name="csY21" fmla="*/ 4531 h 12747"/>
                  <a:gd name="csX22" fmla="*/ 887 w 18624"/>
                  <a:gd name="csY22" fmla="*/ 2618 h 12747"/>
                  <a:gd name="csX23" fmla="*/ 89 w 18624"/>
                  <a:gd name="csY23" fmla="*/ 1742 h 12747"/>
                  <a:gd name="csX24" fmla="*/ 1721 w 18624"/>
                  <a:gd name="csY24" fmla="*/ 3022 h 12747"/>
                  <a:gd name="csX25" fmla="*/ 4914 w 18624"/>
                  <a:gd name="csY25" fmla="*/ 5220 h 12747"/>
                  <a:gd name="csX26" fmla="*/ 7723 w 18624"/>
                  <a:gd name="csY26" fmla="*/ 6765 h 12747"/>
                  <a:gd name="csX27" fmla="*/ 12061 w 18624"/>
                  <a:gd name="csY27" fmla="*/ 8522 h 12747"/>
                  <a:gd name="csX28" fmla="*/ 14497 w 18624"/>
                  <a:gd name="csY28" fmla="*/ 9418 h 12747"/>
                  <a:gd name="csX29" fmla="*/ 16606 w 18624"/>
                  <a:gd name="csY29" fmla="*/ 9911 h 12747"/>
                  <a:gd name="csX30" fmla="*/ 17555 w 18624"/>
                  <a:gd name="csY30" fmla="*/ 9750 h 12747"/>
                  <a:gd name="csX31" fmla="*/ 17472 w 18624"/>
                  <a:gd name="csY31" fmla="*/ 9087 h 12747"/>
                  <a:gd name="csX32" fmla="*/ 15414 w 18624"/>
                  <a:gd name="csY32" fmla="*/ 8615 h 12747"/>
                  <a:gd name="csX33" fmla="*/ 13901 w 18624"/>
                  <a:gd name="csY33" fmla="*/ 7972 h 12747"/>
                  <a:gd name="csX34" fmla="*/ 12424 w 18624"/>
                  <a:gd name="csY34" fmla="*/ 7340 h 12747"/>
                  <a:gd name="csX35" fmla="*/ 10843 w 18624"/>
                  <a:gd name="csY35" fmla="*/ 6526 h 12747"/>
                  <a:gd name="csX36" fmla="*/ 8718 w 18624"/>
                  <a:gd name="csY36" fmla="*/ 5521 h 12747"/>
                  <a:gd name="csX37" fmla="*/ 6598 w 18624"/>
                  <a:gd name="csY37" fmla="*/ 4349 h 12747"/>
                  <a:gd name="csX38" fmla="*/ 4240 w 18624"/>
                  <a:gd name="csY38" fmla="*/ 2592 h 12747"/>
                  <a:gd name="csX39" fmla="*/ 2343 w 18624"/>
                  <a:gd name="csY39" fmla="*/ 99 h 12747"/>
                  <a:gd name="csX40" fmla="*/ 3810 w 18624"/>
                  <a:gd name="csY40" fmla="*/ 1447 h 12747"/>
                  <a:gd name="csX41" fmla="*/ 6552 w 18624"/>
                  <a:gd name="csY41" fmla="*/ 3618 h 12747"/>
                  <a:gd name="csX42" fmla="*/ 8863 w 18624"/>
                  <a:gd name="csY42" fmla="*/ 4919 h 12747"/>
                  <a:gd name="csX43" fmla="*/ 11325 w 18624"/>
                  <a:gd name="csY43" fmla="*/ 6003 h 12747"/>
                  <a:gd name="csX44" fmla="*/ 13595 w 18624"/>
                  <a:gd name="csY44" fmla="*/ 7138 h 12747"/>
                  <a:gd name="csX45" fmla="*/ 15891 w 18624"/>
                  <a:gd name="csY45" fmla="*/ 7967 h 12747"/>
                  <a:gd name="csX46" fmla="*/ 18394 w 18624"/>
                  <a:gd name="csY46" fmla="*/ 8034 h 12747"/>
                  <a:gd name="csX47" fmla="*/ 18550 w 18624"/>
                  <a:gd name="csY47" fmla="*/ 11067 h 12747"/>
                  <a:gd name="csX48" fmla="*/ 18446 w 18624"/>
                  <a:gd name="csY48" fmla="*/ 12658 h 12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624" h="12747">
                    <a:moveTo>
                      <a:pt x="18446" y="12658"/>
                    </a:moveTo>
                    <a:cubicBezTo>
                      <a:pt x="17809" y="12927"/>
                      <a:pt x="15979" y="12684"/>
                      <a:pt x="14746" y="12694"/>
                    </a:cubicBezTo>
                    <a:cubicBezTo>
                      <a:pt x="13310" y="12710"/>
                      <a:pt x="11460" y="12948"/>
                      <a:pt x="9832" y="12741"/>
                    </a:cubicBezTo>
                    <a:cubicBezTo>
                      <a:pt x="8060" y="12518"/>
                      <a:pt x="5214" y="11689"/>
                      <a:pt x="4090" y="11357"/>
                    </a:cubicBezTo>
                    <a:cubicBezTo>
                      <a:pt x="3717" y="11243"/>
                      <a:pt x="2711" y="10662"/>
                      <a:pt x="3100" y="10719"/>
                    </a:cubicBezTo>
                    <a:cubicBezTo>
                      <a:pt x="3489" y="10782"/>
                      <a:pt x="5303" y="11450"/>
                      <a:pt x="6432" y="11709"/>
                    </a:cubicBezTo>
                    <a:cubicBezTo>
                      <a:pt x="7619" y="11984"/>
                      <a:pt x="8941" y="12316"/>
                      <a:pt x="10221" y="12368"/>
                    </a:cubicBezTo>
                    <a:cubicBezTo>
                      <a:pt x="12066" y="12445"/>
                      <a:pt x="16907" y="12331"/>
                      <a:pt x="17487" y="12181"/>
                    </a:cubicBezTo>
                    <a:cubicBezTo>
                      <a:pt x="18063" y="12041"/>
                      <a:pt x="14943" y="11797"/>
                      <a:pt x="13694" y="11502"/>
                    </a:cubicBezTo>
                    <a:cubicBezTo>
                      <a:pt x="12232" y="11160"/>
                      <a:pt x="10340" y="10730"/>
                      <a:pt x="8734" y="10113"/>
                    </a:cubicBezTo>
                    <a:cubicBezTo>
                      <a:pt x="7054" y="9465"/>
                      <a:pt x="4841" y="8356"/>
                      <a:pt x="3587" y="7604"/>
                    </a:cubicBezTo>
                    <a:cubicBezTo>
                      <a:pt x="2701" y="7070"/>
                      <a:pt x="1141" y="5604"/>
                      <a:pt x="1213" y="5598"/>
                    </a:cubicBezTo>
                    <a:cubicBezTo>
                      <a:pt x="1281" y="5598"/>
                      <a:pt x="3012" y="7039"/>
                      <a:pt x="4012" y="7594"/>
                    </a:cubicBezTo>
                    <a:cubicBezTo>
                      <a:pt x="5230" y="8268"/>
                      <a:pt x="7080" y="9138"/>
                      <a:pt x="8500" y="9652"/>
                    </a:cubicBezTo>
                    <a:cubicBezTo>
                      <a:pt x="9812" y="10128"/>
                      <a:pt x="11185" y="10419"/>
                      <a:pt x="12553" y="10688"/>
                    </a:cubicBezTo>
                    <a:cubicBezTo>
                      <a:pt x="14010" y="10973"/>
                      <a:pt x="16415" y="11419"/>
                      <a:pt x="17239" y="11362"/>
                    </a:cubicBezTo>
                    <a:cubicBezTo>
                      <a:pt x="17581" y="11346"/>
                      <a:pt x="17622" y="10486"/>
                      <a:pt x="17487" y="10377"/>
                    </a:cubicBezTo>
                    <a:cubicBezTo>
                      <a:pt x="17358" y="10263"/>
                      <a:pt x="16793" y="10761"/>
                      <a:pt x="16435" y="10688"/>
                    </a:cubicBezTo>
                    <a:cubicBezTo>
                      <a:pt x="15528" y="10496"/>
                      <a:pt x="13491" y="9802"/>
                      <a:pt x="12066" y="9242"/>
                    </a:cubicBezTo>
                    <a:cubicBezTo>
                      <a:pt x="10516" y="8641"/>
                      <a:pt x="8241" y="7589"/>
                      <a:pt x="7148" y="7060"/>
                    </a:cubicBezTo>
                    <a:cubicBezTo>
                      <a:pt x="6567" y="6780"/>
                      <a:pt x="6033" y="6402"/>
                      <a:pt x="5489" y="6055"/>
                    </a:cubicBezTo>
                    <a:cubicBezTo>
                      <a:pt x="4841" y="5635"/>
                      <a:pt x="3960" y="5075"/>
                      <a:pt x="3229" y="4531"/>
                    </a:cubicBezTo>
                    <a:cubicBezTo>
                      <a:pt x="2468" y="3961"/>
                      <a:pt x="1410" y="3085"/>
                      <a:pt x="887" y="2618"/>
                    </a:cubicBezTo>
                    <a:cubicBezTo>
                      <a:pt x="591" y="2359"/>
                      <a:pt x="-46" y="1670"/>
                      <a:pt x="89" y="1742"/>
                    </a:cubicBezTo>
                    <a:cubicBezTo>
                      <a:pt x="229" y="1804"/>
                      <a:pt x="1161" y="2618"/>
                      <a:pt x="1721" y="3022"/>
                    </a:cubicBezTo>
                    <a:cubicBezTo>
                      <a:pt x="2525" y="3603"/>
                      <a:pt x="3914" y="4598"/>
                      <a:pt x="4914" y="5220"/>
                    </a:cubicBezTo>
                    <a:cubicBezTo>
                      <a:pt x="5821" y="5785"/>
                      <a:pt x="6754" y="6319"/>
                      <a:pt x="7723" y="6765"/>
                    </a:cubicBezTo>
                    <a:cubicBezTo>
                      <a:pt x="8915" y="7314"/>
                      <a:pt x="10931" y="8076"/>
                      <a:pt x="12061" y="8522"/>
                    </a:cubicBezTo>
                    <a:cubicBezTo>
                      <a:pt x="12864" y="8838"/>
                      <a:pt x="13740" y="9185"/>
                      <a:pt x="14497" y="9418"/>
                    </a:cubicBezTo>
                    <a:cubicBezTo>
                      <a:pt x="15186" y="9631"/>
                      <a:pt x="16093" y="9854"/>
                      <a:pt x="16606" y="9911"/>
                    </a:cubicBezTo>
                    <a:cubicBezTo>
                      <a:pt x="16922" y="9947"/>
                      <a:pt x="17410" y="9890"/>
                      <a:pt x="17555" y="9750"/>
                    </a:cubicBezTo>
                    <a:cubicBezTo>
                      <a:pt x="17695" y="9615"/>
                      <a:pt x="17669" y="9190"/>
                      <a:pt x="17472" y="9087"/>
                    </a:cubicBezTo>
                    <a:cubicBezTo>
                      <a:pt x="17114" y="8895"/>
                      <a:pt x="16010" y="8802"/>
                      <a:pt x="15414" y="8615"/>
                    </a:cubicBezTo>
                    <a:cubicBezTo>
                      <a:pt x="14891" y="8449"/>
                      <a:pt x="14398" y="8185"/>
                      <a:pt x="13901" y="7972"/>
                    </a:cubicBezTo>
                    <a:cubicBezTo>
                      <a:pt x="13409" y="7760"/>
                      <a:pt x="12911" y="7568"/>
                      <a:pt x="12424" y="7340"/>
                    </a:cubicBezTo>
                    <a:cubicBezTo>
                      <a:pt x="11916" y="7102"/>
                      <a:pt x="11377" y="6791"/>
                      <a:pt x="10843" y="6526"/>
                    </a:cubicBezTo>
                    <a:cubicBezTo>
                      <a:pt x="10226" y="6226"/>
                      <a:pt x="9418" y="5878"/>
                      <a:pt x="8718" y="5521"/>
                    </a:cubicBezTo>
                    <a:cubicBezTo>
                      <a:pt x="8013" y="5158"/>
                      <a:pt x="7272" y="4795"/>
                      <a:pt x="6598" y="4349"/>
                    </a:cubicBezTo>
                    <a:cubicBezTo>
                      <a:pt x="5852" y="3862"/>
                      <a:pt x="4935" y="3287"/>
                      <a:pt x="4240" y="2592"/>
                    </a:cubicBezTo>
                    <a:cubicBezTo>
                      <a:pt x="3530" y="1882"/>
                      <a:pt x="2410" y="291"/>
                      <a:pt x="2343" y="99"/>
                    </a:cubicBezTo>
                    <a:cubicBezTo>
                      <a:pt x="2271" y="-93"/>
                      <a:pt x="3302" y="1022"/>
                      <a:pt x="3810" y="1447"/>
                    </a:cubicBezTo>
                    <a:cubicBezTo>
                      <a:pt x="4515" y="2032"/>
                      <a:pt x="5712" y="3043"/>
                      <a:pt x="6552" y="3618"/>
                    </a:cubicBezTo>
                    <a:cubicBezTo>
                      <a:pt x="7282" y="4121"/>
                      <a:pt x="8075" y="4526"/>
                      <a:pt x="8863" y="4919"/>
                    </a:cubicBezTo>
                    <a:cubicBezTo>
                      <a:pt x="9661" y="5313"/>
                      <a:pt x="10537" y="5635"/>
                      <a:pt x="11325" y="6003"/>
                    </a:cubicBezTo>
                    <a:cubicBezTo>
                      <a:pt x="12092" y="6360"/>
                      <a:pt x="12833" y="6806"/>
                      <a:pt x="13595" y="7138"/>
                    </a:cubicBezTo>
                    <a:cubicBezTo>
                      <a:pt x="14341" y="7459"/>
                      <a:pt x="15093" y="7817"/>
                      <a:pt x="15891" y="7967"/>
                    </a:cubicBezTo>
                    <a:cubicBezTo>
                      <a:pt x="16694" y="8117"/>
                      <a:pt x="17949" y="7521"/>
                      <a:pt x="18394" y="8034"/>
                    </a:cubicBezTo>
                    <a:cubicBezTo>
                      <a:pt x="18835" y="8553"/>
                      <a:pt x="18545" y="10299"/>
                      <a:pt x="18550" y="11067"/>
                    </a:cubicBezTo>
                    <a:cubicBezTo>
                      <a:pt x="18555" y="11600"/>
                      <a:pt x="18933" y="12450"/>
                      <a:pt x="18446" y="12658"/>
                    </a:cubicBezTo>
                  </a:path>
                </a:pathLst>
              </a:custGeom>
              <a:solidFill>
                <a:srgbClr val="000000"/>
              </a:solidFill>
              <a:ln w="5172" cap="flat">
                <a:noFill/>
                <a:prstDash val="solid"/>
                <a:round/>
              </a:ln>
            </p:spPr>
            <p:txBody>
              <a:bodyPr/>
              <a:lstStyle/>
              <a:p>
                <a:endParaRPr lang="en-US" dirty="0"/>
              </a:p>
            </p:txBody>
          </p:sp>
        </p:grpSp>
        <p:sp>
          <p:nvSpPr>
            <p:cNvPr id="61" name="Freeform: Shape 60">
              <a:extLst>
                <a:ext uri="{FF2B5EF4-FFF2-40B4-BE49-F238E27FC236}">
                  <a16:creationId xmlns:a16="http://schemas.microsoft.com/office/drawing/2014/main" id="{6C51D520-CE05-1EAD-B8A8-D8D472DA4E8E}"/>
                </a:ext>
              </a:extLst>
            </p:cNvPr>
            <p:cNvSpPr/>
            <p:nvPr/>
          </p:nvSpPr>
          <p:spPr>
            <a:xfrm rot="1574325">
              <a:off x="3887447" y="1407301"/>
              <a:ext cx="18290" cy="17318"/>
            </a:xfrm>
            <a:custGeom>
              <a:avLst/>
              <a:gdLst>
                <a:gd name="csX0" fmla="*/ -110 w 18290"/>
                <a:gd name="csY0" fmla="*/ 125 h 17318"/>
                <a:gd name="csX1" fmla="*/ 18180 w 18290"/>
                <a:gd name="csY1" fmla="*/ 125 h 17318"/>
              </a:gdLst>
              <a:ahLst/>
              <a:cxnLst>
                <a:cxn ang="0">
                  <a:pos x="csX0" y="csY0"/>
                </a:cxn>
                <a:cxn ang="0">
                  <a:pos x="csX1" y="csY1"/>
                </a:cxn>
              </a:cxnLst>
              <a:rect l="l" t="t" r="r" b="b"/>
              <a:pathLst>
                <a:path w="18290" h="17318">
                  <a:moveTo>
                    <a:pt x="-110" y="125"/>
                  </a:moveTo>
                  <a:lnTo>
                    <a:pt x="18180" y="125"/>
                  </a:lnTo>
                </a:path>
              </a:pathLst>
            </a:custGeom>
            <a:solidFill>
              <a:srgbClr val="AAEEFF"/>
            </a:solidFill>
            <a:ln w="12700" cap="rnd">
              <a:solidFill>
                <a:srgbClr val="B761CD"/>
              </a:solidFill>
              <a:prstDash val="solid"/>
              <a:bevel/>
            </a:ln>
          </p:spPr>
          <p:txBody>
            <a:bodyPr/>
            <a:lstStyle/>
            <a:p>
              <a:endParaRPr lang="en-US" dirty="0"/>
            </a:p>
          </p:txBody>
        </p:sp>
      </p:grpSp>
      <p:grpSp>
        <p:nvGrpSpPr>
          <p:cNvPr id="31" name="Graphic 4">
            <a:extLst>
              <a:ext uri="{FF2B5EF4-FFF2-40B4-BE49-F238E27FC236}">
                <a16:creationId xmlns:a16="http://schemas.microsoft.com/office/drawing/2014/main" id="{1A84766B-F56B-8F7F-ED3A-4C7EFB534308}"/>
              </a:ext>
            </a:extLst>
          </p:cNvPr>
          <p:cNvGrpSpPr/>
          <p:nvPr/>
        </p:nvGrpSpPr>
        <p:grpSpPr>
          <a:xfrm>
            <a:off x="2301208" y="4292561"/>
            <a:ext cx="499938" cy="243433"/>
            <a:chOff x="3087085" y="2043455"/>
            <a:chExt cx="245105" cy="119348"/>
          </a:xfrm>
        </p:grpSpPr>
        <p:grpSp>
          <p:nvGrpSpPr>
            <p:cNvPr id="53" name="Graphic 4">
              <a:extLst>
                <a:ext uri="{FF2B5EF4-FFF2-40B4-BE49-F238E27FC236}">
                  <a16:creationId xmlns:a16="http://schemas.microsoft.com/office/drawing/2014/main" id="{3FBA7F90-8B7A-2995-8E95-27F4A06FA4D6}"/>
                </a:ext>
              </a:extLst>
            </p:cNvPr>
            <p:cNvGrpSpPr/>
            <p:nvPr/>
          </p:nvGrpSpPr>
          <p:grpSpPr>
            <a:xfrm>
              <a:off x="3088661" y="2043849"/>
              <a:ext cx="241955" cy="118559"/>
              <a:chOff x="3088661" y="2043849"/>
              <a:chExt cx="241955" cy="118559"/>
            </a:xfrm>
          </p:grpSpPr>
          <p:grpSp>
            <p:nvGrpSpPr>
              <p:cNvPr id="55" name="Graphic 4">
                <a:extLst>
                  <a:ext uri="{FF2B5EF4-FFF2-40B4-BE49-F238E27FC236}">
                    <a16:creationId xmlns:a16="http://schemas.microsoft.com/office/drawing/2014/main" id="{CB84152B-508B-8257-7386-798D97C382B1}"/>
                  </a:ext>
                </a:extLst>
              </p:cNvPr>
              <p:cNvGrpSpPr/>
              <p:nvPr/>
            </p:nvGrpSpPr>
            <p:grpSpPr>
              <a:xfrm>
                <a:off x="3095408" y="2043849"/>
                <a:ext cx="233723" cy="111282"/>
                <a:chOff x="3095408" y="2043849"/>
                <a:chExt cx="233723" cy="111282"/>
              </a:xfrm>
            </p:grpSpPr>
            <p:sp>
              <p:nvSpPr>
                <p:cNvPr id="58" name="Freeform: Shape 57">
                  <a:extLst>
                    <a:ext uri="{FF2B5EF4-FFF2-40B4-BE49-F238E27FC236}">
                      <a16:creationId xmlns:a16="http://schemas.microsoft.com/office/drawing/2014/main" id="{6E03B418-5C83-AC30-4190-88000E9C8844}"/>
                    </a:ext>
                  </a:extLst>
                </p:cNvPr>
                <p:cNvSpPr/>
                <p:nvPr/>
              </p:nvSpPr>
              <p:spPr>
                <a:xfrm rot="4483216" flipV="1">
                  <a:off x="3185705" y="1985597"/>
                  <a:ext cx="53128" cy="227785"/>
                </a:xfrm>
                <a:custGeom>
                  <a:avLst/>
                  <a:gdLst>
                    <a:gd name="csX0" fmla="*/ 20008 w 53128"/>
                    <a:gd name="csY0" fmla="*/ 225127 h 227785"/>
                    <a:gd name="csX1" fmla="*/ 12485 w 53128"/>
                    <a:gd name="csY1" fmla="*/ 208637 h 227785"/>
                    <a:gd name="csX2" fmla="*/ 16554 w 53128"/>
                    <a:gd name="csY2" fmla="*/ 189323 h 227785"/>
                    <a:gd name="csX3" fmla="*/ 27845 w 53128"/>
                    <a:gd name="csY3" fmla="*/ 173102 h 227785"/>
                    <a:gd name="csX4" fmla="*/ 38664 w 53128"/>
                    <a:gd name="csY4" fmla="*/ 152369 h 227785"/>
                    <a:gd name="csX5" fmla="*/ 35083 w 53128"/>
                    <a:gd name="csY5" fmla="*/ 139733 h 227785"/>
                    <a:gd name="csX6" fmla="*/ 31759 w 53128"/>
                    <a:gd name="csY6" fmla="*/ 132313 h 227785"/>
                    <a:gd name="csX7" fmla="*/ 29965 w 53128"/>
                    <a:gd name="csY7" fmla="*/ 128150 h 227785"/>
                    <a:gd name="csX8" fmla="*/ 28137 w 53128"/>
                    <a:gd name="csY8" fmla="*/ 127882 h 227785"/>
                    <a:gd name="csX9" fmla="*/ 25016 w 53128"/>
                    <a:gd name="csY9" fmla="*/ 126945 h 227785"/>
                    <a:gd name="csX10" fmla="*/ 23561 w 53128"/>
                    <a:gd name="csY10" fmla="*/ 126277 h 227785"/>
                    <a:gd name="csX11" fmla="*/ 22904 w 53128"/>
                    <a:gd name="csY11" fmla="*/ 127927 h 227785"/>
                    <a:gd name="csX12" fmla="*/ 18672 w 53128"/>
                    <a:gd name="csY12" fmla="*/ 130213 h 227785"/>
                    <a:gd name="csX13" fmla="*/ 19598 w 53128"/>
                    <a:gd name="csY13" fmla="*/ 130688 h 227785"/>
                    <a:gd name="csX14" fmla="*/ 17233 w 53128"/>
                    <a:gd name="csY14" fmla="*/ 129603 h 227785"/>
                    <a:gd name="csX15" fmla="*/ 16198 w 53128"/>
                    <a:gd name="csY15" fmla="*/ 129035 h 227785"/>
                    <a:gd name="csX16" fmla="*/ 12247 w 53128"/>
                    <a:gd name="csY16" fmla="*/ 123876 h 227785"/>
                    <a:gd name="csX17" fmla="*/ 10408 w 53128"/>
                    <a:gd name="csY17" fmla="*/ 122057 h 227785"/>
                    <a:gd name="csX18" fmla="*/ 7848 w 53128"/>
                    <a:gd name="csY18" fmla="*/ 118934 h 227785"/>
                    <a:gd name="csX19" fmla="*/ 4863 w 53128"/>
                    <a:gd name="csY19" fmla="*/ 113670 h 227785"/>
                    <a:gd name="csX20" fmla="*/ 968 w 53128"/>
                    <a:gd name="csY20" fmla="*/ 85805 h 227785"/>
                    <a:gd name="csX21" fmla="*/ 2871 w 53128"/>
                    <a:gd name="csY21" fmla="*/ 59437 h 227785"/>
                    <a:gd name="csX22" fmla="*/ 7129 w 53128"/>
                    <a:gd name="csY22" fmla="*/ 35748 h 227785"/>
                    <a:gd name="csX23" fmla="*/ 7909 w 53128"/>
                    <a:gd name="csY23" fmla="*/ 33110 h 227785"/>
                    <a:gd name="csX24" fmla="*/ 7010 w 53128"/>
                    <a:gd name="csY24" fmla="*/ 32152 h 227785"/>
                    <a:gd name="csX25" fmla="*/ 10602 w 53128"/>
                    <a:gd name="csY25" fmla="*/ 26869 h 227785"/>
                    <a:gd name="csX26" fmla="*/ 17792 w 53128"/>
                    <a:gd name="csY26" fmla="*/ 17830 h 227785"/>
                    <a:gd name="csX27" fmla="*/ 25118 w 53128"/>
                    <a:gd name="csY27" fmla="*/ 8219 h 227785"/>
                    <a:gd name="csX28" fmla="*/ 29184 w 53128"/>
                    <a:gd name="csY28" fmla="*/ 3975 h 227785"/>
                    <a:gd name="csX29" fmla="*/ 30948 w 53128"/>
                    <a:gd name="csY29" fmla="*/ 1859 h 227785"/>
                    <a:gd name="csX30" fmla="*/ 32489 w 53128"/>
                    <a:gd name="csY30" fmla="*/ 675 h 227785"/>
                    <a:gd name="csX31" fmla="*/ 36380 w 53128"/>
                    <a:gd name="csY31" fmla="*/ 1755 h 227785"/>
                    <a:gd name="csX32" fmla="*/ 37029 w 53128"/>
                    <a:gd name="csY32" fmla="*/ 3353 h 227785"/>
                    <a:gd name="csX33" fmla="*/ 37451 w 53128"/>
                    <a:gd name="csY33" fmla="*/ 4962 h 227785"/>
                    <a:gd name="csX34" fmla="*/ 38409 w 53128"/>
                    <a:gd name="csY34" fmla="*/ 6895 h 227785"/>
                    <a:gd name="csX35" fmla="*/ 38866 w 53128"/>
                    <a:gd name="csY35" fmla="*/ 8183 h 227785"/>
                    <a:gd name="csX36" fmla="*/ 41741 w 53128"/>
                    <a:gd name="csY36" fmla="*/ 13113 h 227785"/>
                    <a:gd name="csX37" fmla="*/ 45015 w 53128"/>
                    <a:gd name="csY37" fmla="*/ 26528 h 227785"/>
                    <a:gd name="csX38" fmla="*/ 46010 w 53128"/>
                    <a:gd name="csY38" fmla="*/ 32437 h 227785"/>
                    <a:gd name="csX39" fmla="*/ 47650 w 53128"/>
                    <a:gd name="csY39" fmla="*/ 36020 h 227785"/>
                    <a:gd name="csX40" fmla="*/ 47364 w 53128"/>
                    <a:gd name="csY40" fmla="*/ 38958 h 227785"/>
                    <a:gd name="csX41" fmla="*/ 45646 w 53128"/>
                    <a:gd name="csY41" fmla="*/ 39686 h 227785"/>
                    <a:gd name="csX42" fmla="*/ 45172 w 53128"/>
                    <a:gd name="csY42" fmla="*/ 44786 h 227785"/>
                    <a:gd name="csX43" fmla="*/ 45116 w 53128"/>
                    <a:gd name="csY43" fmla="*/ 62491 h 227785"/>
                    <a:gd name="csX44" fmla="*/ 45315 w 53128"/>
                    <a:gd name="csY44" fmla="*/ 70169 h 227785"/>
                    <a:gd name="csX45" fmla="*/ 51240 w 53128"/>
                    <a:gd name="csY45" fmla="*/ 89770 h 227785"/>
                    <a:gd name="csX46" fmla="*/ 49929 w 53128"/>
                    <a:gd name="csY46" fmla="*/ 111086 h 227785"/>
                    <a:gd name="csX47" fmla="*/ 43567 w 53128"/>
                    <a:gd name="csY47" fmla="*/ 119628 h 227785"/>
                    <a:gd name="csX48" fmla="*/ 37731 w 53128"/>
                    <a:gd name="csY48" fmla="*/ 125245 h 227785"/>
                    <a:gd name="csX49" fmla="*/ 36168 w 53128"/>
                    <a:gd name="csY49" fmla="*/ 126486 h 227785"/>
                    <a:gd name="csX50" fmla="*/ 39062 w 53128"/>
                    <a:gd name="csY50" fmla="*/ 132581 h 227785"/>
                    <a:gd name="csX51" fmla="*/ 45330 w 53128"/>
                    <a:gd name="csY51" fmla="*/ 151978 h 227785"/>
                    <a:gd name="csX52" fmla="*/ 40196 w 53128"/>
                    <a:gd name="csY52" fmla="*/ 167908 h 227785"/>
                    <a:gd name="csX53" fmla="*/ 32863 w 53128"/>
                    <a:gd name="csY53" fmla="*/ 176051 h 227785"/>
                    <a:gd name="csX54" fmla="*/ 24395 w 53128"/>
                    <a:gd name="csY54" fmla="*/ 185695 h 227785"/>
                    <a:gd name="csX55" fmla="*/ 22071 w 53128"/>
                    <a:gd name="csY55" fmla="*/ 223971 h 227785"/>
                    <a:gd name="csX56" fmla="*/ 23109 w 53128"/>
                    <a:gd name="csY56" fmla="*/ 227856 h 227785"/>
                    <a:gd name="csX57" fmla="*/ 20008 w 53128"/>
                    <a:gd name="csY57" fmla="*/ 225128 h 227785"/>
                    <a:gd name="csX58" fmla="*/ 15770 w 53128"/>
                    <a:gd name="csY58" fmla="*/ 197590 h 227785"/>
                    <a:gd name="csX59" fmla="*/ 30253 w 53128"/>
                    <a:gd name="csY59" fmla="*/ 172831 h 227785"/>
                    <a:gd name="csX60" fmla="*/ 37790 w 53128"/>
                    <a:gd name="csY60" fmla="*/ 164883 h 227785"/>
                    <a:gd name="csX61" fmla="*/ 40833 w 53128"/>
                    <a:gd name="csY61" fmla="*/ 147492 h 227785"/>
                    <a:gd name="csX62" fmla="*/ 36633 w 53128"/>
                    <a:gd name="csY62" fmla="*/ 134064 h 227785"/>
                    <a:gd name="csX63" fmla="*/ 33609 w 53128"/>
                    <a:gd name="csY63" fmla="*/ 127195 h 227785"/>
                    <a:gd name="csX64" fmla="*/ 33609 w 53128"/>
                    <a:gd name="csY64" fmla="*/ 127195 h 227785"/>
                    <a:gd name="csX65" fmla="*/ 33609 w 53128"/>
                    <a:gd name="csY65" fmla="*/ 127195 h 227785"/>
                    <a:gd name="csX66" fmla="*/ 36537 w 53128"/>
                    <a:gd name="csY66" fmla="*/ 134060 h 227785"/>
                    <a:gd name="csX67" fmla="*/ 41230 w 53128"/>
                    <a:gd name="csY67" fmla="*/ 151710 h 227785"/>
                    <a:gd name="csX68" fmla="*/ 40415 w 53128"/>
                    <a:gd name="csY68" fmla="*/ 159541 h 227785"/>
                    <a:gd name="csX69" fmla="*/ 30253 w 53128"/>
                    <a:gd name="csY69" fmla="*/ 172831 h 227785"/>
                    <a:gd name="csX70" fmla="*/ 17971 w 53128"/>
                    <a:gd name="csY70" fmla="*/ 191360 h 227785"/>
                    <a:gd name="csX71" fmla="*/ 14584 w 53128"/>
                    <a:gd name="csY71" fmla="*/ 202997 h 227785"/>
                    <a:gd name="csX72" fmla="*/ 14540 w 53128"/>
                    <a:gd name="csY72" fmla="*/ 202348 h 227785"/>
                    <a:gd name="csX73" fmla="*/ 15770 w 53128"/>
                    <a:gd name="csY73" fmla="*/ 197590 h 227785"/>
                    <a:gd name="csX74" fmla="*/ 47257 w 53128"/>
                    <a:gd name="csY74" fmla="*/ 37146 h 227785"/>
                    <a:gd name="csX75" fmla="*/ 45805 w 53128"/>
                    <a:gd name="csY75" fmla="*/ 34336 h 227785"/>
                    <a:gd name="csX76" fmla="*/ 42396 w 53128"/>
                    <a:gd name="csY76" fmla="*/ 27863 h 227785"/>
                    <a:gd name="csX77" fmla="*/ 39892 w 53128"/>
                    <a:gd name="csY77" fmla="*/ 25763 h 227785"/>
                    <a:gd name="csX78" fmla="*/ 39085 w 53128"/>
                    <a:gd name="csY78" fmla="*/ 28943 h 227785"/>
                    <a:gd name="csX79" fmla="*/ 44913 w 53128"/>
                    <a:gd name="csY79" fmla="*/ 37570 h 227785"/>
                    <a:gd name="csX80" fmla="*/ 47257 w 53128"/>
                    <a:gd name="csY80" fmla="*/ 37146 h 227785"/>
                    <a:gd name="csX81" fmla="*/ 13852 w 53128"/>
                    <a:gd name="csY81" fmla="*/ 31264 h 227785"/>
                    <a:gd name="csX82" fmla="*/ 19643 w 53128"/>
                    <a:gd name="csY82" fmla="*/ 23460 h 227785"/>
                    <a:gd name="csX83" fmla="*/ 15961 w 53128"/>
                    <a:gd name="csY83" fmla="*/ 24681 h 227785"/>
                    <a:gd name="csX84" fmla="*/ 11094 w 53128"/>
                    <a:gd name="csY84" fmla="*/ 28069 h 227785"/>
                    <a:gd name="csX85" fmla="*/ 7666 w 53128"/>
                    <a:gd name="csY85" fmla="*/ 31376 h 227785"/>
                    <a:gd name="csX86" fmla="*/ 13852 w 53128"/>
                    <a:gd name="csY86" fmla="*/ 31263 h 227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53128" h="227785">
                      <a:moveTo>
                        <a:pt x="20008" y="225127"/>
                      </a:moveTo>
                      <a:cubicBezTo>
                        <a:pt x="15951" y="220700"/>
                        <a:pt x="13121" y="214496"/>
                        <a:pt x="12485" y="208637"/>
                      </a:cubicBezTo>
                      <a:cubicBezTo>
                        <a:pt x="11813" y="202447"/>
                        <a:pt x="13104" y="196316"/>
                        <a:pt x="16554" y="189323"/>
                      </a:cubicBezTo>
                      <a:cubicBezTo>
                        <a:pt x="19370" y="183614"/>
                        <a:pt x="22704" y="178824"/>
                        <a:pt x="27845" y="173102"/>
                      </a:cubicBezTo>
                      <a:cubicBezTo>
                        <a:pt x="36859" y="163071"/>
                        <a:pt x="38653" y="159632"/>
                        <a:pt x="38664" y="152369"/>
                      </a:cubicBezTo>
                      <a:cubicBezTo>
                        <a:pt x="38670" y="148729"/>
                        <a:pt x="37695" y="145290"/>
                        <a:pt x="35083" y="139733"/>
                      </a:cubicBezTo>
                      <a:cubicBezTo>
                        <a:pt x="34241" y="137942"/>
                        <a:pt x="32745" y="134603"/>
                        <a:pt x="31759" y="132313"/>
                      </a:cubicBezTo>
                      <a:lnTo>
                        <a:pt x="29965" y="128150"/>
                      </a:lnTo>
                      <a:lnTo>
                        <a:pt x="28137" y="127882"/>
                      </a:lnTo>
                      <a:cubicBezTo>
                        <a:pt x="27131" y="127734"/>
                        <a:pt x="25727" y="127313"/>
                        <a:pt x="25016" y="126945"/>
                      </a:cubicBezTo>
                      <a:cubicBezTo>
                        <a:pt x="24306" y="126578"/>
                        <a:pt x="23651" y="126277"/>
                        <a:pt x="23561" y="126277"/>
                      </a:cubicBezTo>
                      <a:cubicBezTo>
                        <a:pt x="23472" y="126277"/>
                        <a:pt x="23176" y="127020"/>
                        <a:pt x="22904" y="127927"/>
                      </a:cubicBezTo>
                      <a:cubicBezTo>
                        <a:pt x="22150" y="130443"/>
                        <a:pt x="19880" y="131669"/>
                        <a:pt x="18672" y="130213"/>
                      </a:cubicBezTo>
                      <a:cubicBezTo>
                        <a:pt x="18378" y="129859"/>
                        <a:pt x="19916" y="130566"/>
                        <a:pt x="19598" y="130688"/>
                      </a:cubicBezTo>
                      <a:cubicBezTo>
                        <a:pt x="19279" y="130810"/>
                        <a:pt x="17094" y="129829"/>
                        <a:pt x="17233" y="129603"/>
                      </a:cubicBezTo>
                      <a:cubicBezTo>
                        <a:pt x="17233" y="129603"/>
                        <a:pt x="16515" y="129209"/>
                        <a:pt x="16198" y="129035"/>
                      </a:cubicBezTo>
                      <a:cubicBezTo>
                        <a:pt x="15714" y="128973"/>
                        <a:pt x="12602" y="124910"/>
                        <a:pt x="12247" y="123876"/>
                      </a:cubicBezTo>
                      <a:cubicBezTo>
                        <a:pt x="12112" y="123479"/>
                        <a:pt x="11284" y="122661"/>
                        <a:pt x="10408" y="122057"/>
                      </a:cubicBezTo>
                      <a:cubicBezTo>
                        <a:pt x="9448" y="121394"/>
                        <a:pt x="8432" y="120155"/>
                        <a:pt x="7848" y="118934"/>
                      </a:cubicBezTo>
                      <a:cubicBezTo>
                        <a:pt x="7316" y="117821"/>
                        <a:pt x="5972" y="115452"/>
                        <a:pt x="4863" y="113670"/>
                      </a:cubicBezTo>
                      <a:cubicBezTo>
                        <a:pt x="-94" y="105708"/>
                        <a:pt x="-961" y="99503"/>
                        <a:pt x="968" y="85805"/>
                      </a:cubicBezTo>
                      <a:cubicBezTo>
                        <a:pt x="2308" y="76291"/>
                        <a:pt x="2868" y="68531"/>
                        <a:pt x="2871" y="59437"/>
                      </a:cubicBezTo>
                      <a:cubicBezTo>
                        <a:pt x="2875" y="48557"/>
                        <a:pt x="4096" y="41763"/>
                        <a:pt x="7129" y="35748"/>
                      </a:cubicBezTo>
                      <a:cubicBezTo>
                        <a:pt x="7928" y="34163"/>
                        <a:pt x="8210" y="33210"/>
                        <a:pt x="7909" y="33110"/>
                      </a:cubicBezTo>
                      <a:cubicBezTo>
                        <a:pt x="7650" y="33024"/>
                        <a:pt x="7245" y="32592"/>
                        <a:pt x="7010" y="32152"/>
                      </a:cubicBezTo>
                      <a:cubicBezTo>
                        <a:pt x="6434" y="31076"/>
                        <a:pt x="8594" y="27899"/>
                        <a:pt x="10602" y="26869"/>
                      </a:cubicBezTo>
                      <a:cubicBezTo>
                        <a:pt x="12385" y="25955"/>
                        <a:pt x="16175" y="21189"/>
                        <a:pt x="17792" y="17830"/>
                      </a:cubicBezTo>
                      <a:cubicBezTo>
                        <a:pt x="19446" y="14393"/>
                        <a:pt x="22295" y="10655"/>
                        <a:pt x="25118" y="8219"/>
                      </a:cubicBezTo>
                      <a:cubicBezTo>
                        <a:pt x="26422" y="7094"/>
                        <a:pt x="28206" y="5148"/>
                        <a:pt x="29184" y="3975"/>
                      </a:cubicBezTo>
                      <a:lnTo>
                        <a:pt x="30948" y="1859"/>
                      </a:lnTo>
                      <a:cubicBezTo>
                        <a:pt x="31984" y="1003"/>
                        <a:pt x="31895" y="1054"/>
                        <a:pt x="32489" y="675"/>
                      </a:cubicBezTo>
                      <a:cubicBezTo>
                        <a:pt x="34605" y="-419"/>
                        <a:pt x="35482" y="-11"/>
                        <a:pt x="36380" y="1755"/>
                      </a:cubicBezTo>
                      <a:cubicBezTo>
                        <a:pt x="36817" y="2613"/>
                        <a:pt x="36738" y="2677"/>
                        <a:pt x="37029" y="3353"/>
                      </a:cubicBezTo>
                      <a:cubicBezTo>
                        <a:pt x="37282" y="4216"/>
                        <a:pt x="37275" y="4350"/>
                        <a:pt x="37451" y="4962"/>
                      </a:cubicBezTo>
                      <a:cubicBezTo>
                        <a:pt x="38071" y="6322"/>
                        <a:pt x="37747" y="5559"/>
                        <a:pt x="38409" y="6895"/>
                      </a:cubicBezTo>
                      <a:lnTo>
                        <a:pt x="38866" y="8183"/>
                      </a:lnTo>
                      <a:cubicBezTo>
                        <a:pt x="39094" y="8993"/>
                        <a:pt x="39966" y="10644"/>
                        <a:pt x="41741" y="13113"/>
                      </a:cubicBezTo>
                      <a:cubicBezTo>
                        <a:pt x="43899" y="16114"/>
                        <a:pt x="45080" y="20955"/>
                        <a:pt x="45015" y="26528"/>
                      </a:cubicBezTo>
                      <a:cubicBezTo>
                        <a:pt x="44966" y="30774"/>
                        <a:pt x="45029" y="31151"/>
                        <a:pt x="46010" y="32437"/>
                      </a:cubicBezTo>
                      <a:cubicBezTo>
                        <a:pt x="46586" y="33193"/>
                        <a:pt x="47324" y="34805"/>
                        <a:pt x="47650" y="36020"/>
                      </a:cubicBezTo>
                      <a:cubicBezTo>
                        <a:pt x="48216" y="38132"/>
                        <a:pt x="48203" y="38261"/>
                        <a:pt x="47364" y="38958"/>
                      </a:cubicBezTo>
                      <a:cubicBezTo>
                        <a:pt x="46881" y="39359"/>
                        <a:pt x="46108" y="39686"/>
                        <a:pt x="45646" y="39686"/>
                      </a:cubicBezTo>
                      <a:cubicBezTo>
                        <a:pt x="44830" y="39686"/>
                        <a:pt x="44817" y="39829"/>
                        <a:pt x="45172" y="44786"/>
                      </a:cubicBezTo>
                      <a:cubicBezTo>
                        <a:pt x="45581" y="50493"/>
                        <a:pt x="45567" y="54964"/>
                        <a:pt x="45116" y="62491"/>
                      </a:cubicBezTo>
                      <a:cubicBezTo>
                        <a:pt x="44907" y="65988"/>
                        <a:pt x="44969" y="68414"/>
                        <a:pt x="45315" y="70169"/>
                      </a:cubicBezTo>
                      <a:cubicBezTo>
                        <a:pt x="45841" y="72843"/>
                        <a:pt x="48411" y="81345"/>
                        <a:pt x="51240" y="89770"/>
                      </a:cubicBezTo>
                      <a:cubicBezTo>
                        <a:pt x="54107" y="98308"/>
                        <a:pt x="53795" y="103380"/>
                        <a:pt x="49929" y="111086"/>
                      </a:cubicBezTo>
                      <a:cubicBezTo>
                        <a:pt x="48141" y="114651"/>
                        <a:pt x="47222" y="115885"/>
                        <a:pt x="43567" y="119628"/>
                      </a:cubicBezTo>
                      <a:cubicBezTo>
                        <a:pt x="41216" y="122034"/>
                        <a:pt x="38590" y="124562"/>
                        <a:pt x="37731" y="125245"/>
                      </a:cubicBezTo>
                      <a:lnTo>
                        <a:pt x="36168" y="126486"/>
                      </a:lnTo>
                      <a:lnTo>
                        <a:pt x="39062" y="132581"/>
                      </a:lnTo>
                      <a:cubicBezTo>
                        <a:pt x="44348" y="143713"/>
                        <a:pt x="45330" y="146752"/>
                        <a:pt x="45330" y="151978"/>
                      </a:cubicBezTo>
                      <a:cubicBezTo>
                        <a:pt x="45330" y="157469"/>
                        <a:pt x="43558" y="162968"/>
                        <a:pt x="40196" y="167908"/>
                      </a:cubicBezTo>
                      <a:cubicBezTo>
                        <a:pt x="39495" y="168939"/>
                        <a:pt x="36195" y="172603"/>
                        <a:pt x="32863" y="176051"/>
                      </a:cubicBezTo>
                      <a:cubicBezTo>
                        <a:pt x="29531" y="179499"/>
                        <a:pt x="25721" y="183838"/>
                        <a:pt x="24395" y="185695"/>
                      </a:cubicBezTo>
                      <a:cubicBezTo>
                        <a:pt x="14354" y="199758"/>
                        <a:pt x="13566" y="212734"/>
                        <a:pt x="22071" y="223971"/>
                      </a:cubicBezTo>
                      <a:cubicBezTo>
                        <a:pt x="24061" y="226601"/>
                        <a:pt x="24396" y="227856"/>
                        <a:pt x="23109" y="227856"/>
                      </a:cubicBezTo>
                      <a:cubicBezTo>
                        <a:pt x="22778" y="227856"/>
                        <a:pt x="21383" y="226628"/>
                        <a:pt x="20008" y="225128"/>
                      </a:cubicBezTo>
                      <a:close/>
                      <a:moveTo>
                        <a:pt x="15770" y="197590"/>
                      </a:moveTo>
                      <a:cubicBezTo>
                        <a:pt x="18539" y="189019"/>
                        <a:pt x="21145" y="182259"/>
                        <a:pt x="30253" y="172831"/>
                      </a:cubicBezTo>
                      <a:cubicBezTo>
                        <a:pt x="33239" y="169740"/>
                        <a:pt x="36924" y="166193"/>
                        <a:pt x="37790" y="164883"/>
                      </a:cubicBezTo>
                      <a:cubicBezTo>
                        <a:pt x="41420" y="159394"/>
                        <a:pt x="42169" y="154148"/>
                        <a:pt x="40833" y="147492"/>
                      </a:cubicBezTo>
                      <a:cubicBezTo>
                        <a:pt x="40421" y="145439"/>
                        <a:pt x="38760" y="138896"/>
                        <a:pt x="36633" y="134064"/>
                      </a:cubicBezTo>
                      <a:lnTo>
                        <a:pt x="33609" y="127195"/>
                      </a:lnTo>
                      <a:lnTo>
                        <a:pt x="33609" y="127195"/>
                      </a:lnTo>
                      <a:cubicBezTo>
                        <a:pt x="32958" y="127422"/>
                        <a:pt x="33607" y="126931"/>
                        <a:pt x="33609" y="127195"/>
                      </a:cubicBezTo>
                      <a:cubicBezTo>
                        <a:pt x="33611" y="127458"/>
                        <a:pt x="35143" y="130969"/>
                        <a:pt x="36537" y="134060"/>
                      </a:cubicBezTo>
                      <a:cubicBezTo>
                        <a:pt x="40920" y="143784"/>
                        <a:pt x="40980" y="146975"/>
                        <a:pt x="41230" y="151710"/>
                      </a:cubicBezTo>
                      <a:cubicBezTo>
                        <a:pt x="41426" y="155415"/>
                        <a:pt x="41342" y="156882"/>
                        <a:pt x="40415" y="159541"/>
                      </a:cubicBezTo>
                      <a:cubicBezTo>
                        <a:pt x="38987" y="163639"/>
                        <a:pt x="35639" y="167095"/>
                        <a:pt x="30253" y="172831"/>
                      </a:cubicBezTo>
                      <a:cubicBezTo>
                        <a:pt x="25092" y="178327"/>
                        <a:pt x="20762" y="185468"/>
                        <a:pt x="17971" y="191360"/>
                      </a:cubicBezTo>
                      <a:cubicBezTo>
                        <a:pt x="15960" y="195606"/>
                        <a:pt x="14514" y="200588"/>
                        <a:pt x="14584" y="202997"/>
                      </a:cubicBezTo>
                      <a:cubicBezTo>
                        <a:pt x="14622" y="204299"/>
                        <a:pt x="14242" y="204122"/>
                        <a:pt x="14540" y="202348"/>
                      </a:cubicBezTo>
                      <a:cubicBezTo>
                        <a:pt x="14724" y="201255"/>
                        <a:pt x="15277" y="199115"/>
                        <a:pt x="15770" y="197590"/>
                      </a:cubicBezTo>
                      <a:close/>
                      <a:moveTo>
                        <a:pt x="47257" y="37146"/>
                      </a:moveTo>
                      <a:cubicBezTo>
                        <a:pt x="47115" y="36437"/>
                        <a:pt x="46462" y="35172"/>
                        <a:pt x="45805" y="34336"/>
                      </a:cubicBezTo>
                      <a:cubicBezTo>
                        <a:pt x="44374" y="32515"/>
                        <a:pt x="43552" y="30955"/>
                        <a:pt x="42396" y="27863"/>
                      </a:cubicBezTo>
                      <a:cubicBezTo>
                        <a:pt x="41371" y="25124"/>
                        <a:pt x="40970" y="24788"/>
                        <a:pt x="39892" y="25763"/>
                      </a:cubicBezTo>
                      <a:cubicBezTo>
                        <a:pt x="39268" y="26328"/>
                        <a:pt x="39085" y="27048"/>
                        <a:pt x="39085" y="28943"/>
                      </a:cubicBezTo>
                      <a:cubicBezTo>
                        <a:pt x="39085" y="32901"/>
                        <a:pt x="41062" y="35827"/>
                        <a:pt x="44913" y="37570"/>
                      </a:cubicBezTo>
                      <a:cubicBezTo>
                        <a:pt x="47390" y="38692"/>
                        <a:pt x="47560" y="38661"/>
                        <a:pt x="47257" y="37146"/>
                      </a:cubicBezTo>
                      <a:close/>
                      <a:moveTo>
                        <a:pt x="13852" y="31264"/>
                      </a:moveTo>
                      <a:cubicBezTo>
                        <a:pt x="17095" y="30295"/>
                        <a:pt x="20301" y="25974"/>
                        <a:pt x="19643" y="23460"/>
                      </a:cubicBezTo>
                      <a:cubicBezTo>
                        <a:pt x="19296" y="22131"/>
                        <a:pt x="18313" y="22457"/>
                        <a:pt x="15961" y="24681"/>
                      </a:cubicBezTo>
                      <a:cubicBezTo>
                        <a:pt x="14761" y="25816"/>
                        <a:pt x="12571" y="27341"/>
                        <a:pt x="11094" y="28069"/>
                      </a:cubicBezTo>
                      <a:cubicBezTo>
                        <a:pt x="8447" y="29374"/>
                        <a:pt x="7183" y="30594"/>
                        <a:pt x="7666" y="31376"/>
                      </a:cubicBezTo>
                      <a:cubicBezTo>
                        <a:pt x="8016" y="31941"/>
                        <a:pt x="11816" y="31872"/>
                        <a:pt x="13852" y="31263"/>
                      </a:cubicBezTo>
                      <a:close/>
                    </a:path>
                  </a:pathLst>
                </a:custGeom>
                <a:solidFill>
                  <a:srgbClr val="000000"/>
                </a:solidFill>
                <a:ln w="416" cap="flat">
                  <a:solidFill>
                    <a:srgbClr val="000000"/>
                  </a:solidFill>
                  <a:prstDash val="solid"/>
                  <a:round/>
                </a:ln>
              </p:spPr>
              <p:txBody>
                <a:bodyPr/>
                <a:lstStyle/>
                <a:p>
                  <a:endParaRPr lang="en-US" dirty="0"/>
                </a:p>
              </p:txBody>
            </p:sp>
            <p:sp>
              <p:nvSpPr>
                <p:cNvPr id="59" name="Freeform: Shape 58">
                  <a:extLst>
                    <a:ext uri="{FF2B5EF4-FFF2-40B4-BE49-F238E27FC236}">
                      <a16:creationId xmlns:a16="http://schemas.microsoft.com/office/drawing/2014/main" id="{D55CF46C-9742-563A-5702-D9B9623393F2}"/>
                    </a:ext>
                  </a:extLst>
                </p:cNvPr>
                <p:cNvSpPr/>
                <p:nvPr/>
              </p:nvSpPr>
              <p:spPr>
                <a:xfrm rot="4483216" flipV="1">
                  <a:off x="3102707" y="2134841"/>
                  <a:ext cx="5562" cy="2344"/>
                </a:xfrm>
                <a:custGeom>
                  <a:avLst/>
                  <a:gdLst>
                    <a:gd name="csX0" fmla="*/ 254 w 5562"/>
                    <a:gd name="csY0" fmla="*/ 1814 h 2344"/>
                    <a:gd name="csX1" fmla="*/ 878 w 5562"/>
                    <a:gd name="csY1" fmla="*/ 1268 h 2344"/>
                    <a:gd name="csX2" fmla="*/ 1570 w 5562"/>
                    <a:gd name="csY2" fmla="*/ 753 h 2344"/>
                    <a:gd name="csX3" fmla="*/ 2334 w 5562"/>
                    <a:gd name="csY3" fmla="*/ 354 h 2344"/>
                    <a:gd name="csX4" fmla="*/ 3032 w 5562"/>
                    <a:gd name="csY4" fmla="*/ 131 h 2344"/>
                    <a:gd name="csX5" fmla="*/ 3510 w 5562"/>
                    <a:gd name="csY5" fmla="*/ 90 h 2344"/>
                    <a:gd name="csX6" fmla="*/ 3986 w 5562"/>
                    <a:gd name="csY6" fmla="*/ 191 h 2344"/>
                    <a:gd name="csX7" fmla="*/ 4532 w 5562"/>
                    <a:gd name="csY7" fmla="*/ 526 h 2344"/>
                    <a:gd name="csX8" fmla="*/ 4964 w 5562"/>
                    <a:gd name="csY8" fmla="*/ 1027 h 2344"/>
                    <a:gd name="csX9" fmla="*/ 5314 w 5562"/>
                    <a:gd name="csY9" fmla="*/ 1614 h 2344"/>
                    <a:gd name="csX10" fmla="*/ 5553 w 5562"/>
                    <a:gd name="csY10" fmla="*/ 2114 h 2344"/>
                    <a:gd name="csX11" fmla="*/ 5519 w 5562"/>
                    <a:gd name="csY11" fmla="*/ 2290 h 2344"/>
                    <a:gd name="csX12" fmla="*/ 5171 w 5562"/>
                    <a:gd name="csY12" fmla="*/ 2432 h 2344"/>
                    <a:gd name="csX13" fmla="*/ 4188 w 5562"/>
                    <a:gd name="csY13" fmla="*/ 2268 h 2344"/>
                    <a:gd name="csX14" fmla="*/ 3072 w 5562"/>
                    <a:gd name="csY14" fmla="*/ 2145 h 2344"/>
                    <a:gd name="csX15" fmla="*/ 1935 w 5562"/>
                    <a:gd name="csY15" fmla="*/ 2266 h 2344"/>
                    <a:gd name="csX16" fmla="*/ 667 w 5562"/>
                    <a:gd name="csY16" fmla="*/ 2430 h 2344"/>
                    <a:gd name="csX17" fmla="*/ 36 w 5562"/>
                    <a:gd name="csY17" fmla="*/ 2238 h 2344"/>
                    <a:gd name="csX18" fmla="*/ 86 w 5562"/>
                    <a:gd name="csY18" fmla="*/ 1983 h 2344"/>
                    <a:gd name="csX19" fmla="*/ 255 w 5562"/>
                    <a:gd name="csY19" fmla="*/ 1814 h 2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562" h="2344">
                      <a:moveTo>
                        <a:pt x="254" y="1814"/>
                      </a:moveTo>
                      <a:cubicBezTo>
                        <a:pt x="385" y="1697"/>
                        <a:pt x="643" y="1465"/>
                        <a:pt x="878" y="1268"/>
                      </a:cubicBezTo>
                      <a:cubicBezTo>
                        <a:pt x="1114" y="1070"/>
                        <a:pt x="1330" y="904"/>
                        <a:pt x="1570" y="753"/>
                      </a:cubicBezTo>
                      <a:cubicBezTo>
                        <a:pt x="1809" y="602"/>
                        <a:pt x="2079" y="461"/>
                        <a:pt x="2334" y="354"/>
                      </a:cubicBezTo>
                      <a:cubicBezTo>
                        <a:pt x="2589" y="248"/>
                        <a:pt x="2840" y="172"/>
                        <a:pt x="3032" y="131"/>
                      </a:cubicBezTo>
                      <a:cubicBezTo>
                        <a:pt x="3224" y="90"/>
                        <a:pt x="3363" y="82"/>
                        <a:pt x="3510" y="90"/>
                      </a:cubicBezTo>
                      <a:cubicBezTo>
                        <a:pt x="3656" y="98"/>
                        <a:pt x="3810" y="121"/>
                        <a:pt x="3986" y="191"/>
                      </a:cubicBezTo>
                      <a:cubicBezTo>
                        <a:pt x="4162" y="262"/>
                        <a:pt x="4365" y="383"/>
                        <a:pt x="4532" y="526"/>
                      </a:cubicBezTo>
                      <a:cubicBezTo>
                        <a:pt x="4699" y="669"/>
                        <a:pt x="4837" y="841"/>
                        <a:pt x="4964" y="1027"/>
                      </a:cubicBezTo>
                      <a:cubicBezTo>
                        <a:pt x="5091" y="1212"/>
                        <a:pt x="5208" y="1414"/>
                        <a:pt x="5314" y="1614"/>
                      </a:cubicBezTo>
                      <a:cubicBezTo>
                        <a:pt x="5420" y="1813"/>
                        <a:pt x="5515" y="2010"/>
                        <a:pt x="5553" y="2114"/>
                      </a:cubicBezTo>
                      <a:cubicBezTo>
                        <a:pt x="5591" y="2219"/>
                        <a:pt x="5570" y="2232"/>
                        <a:pt x="5519" y="2290"/>
                      </a:cubicBezTo>
                      <a:cubicBezTo>
                        <a:pt x="5467" y="2349"/>
                        <a:pt x="5403" y="2431"/>
                        <a:pt x="5171" y="2432"/>
                      </a:cubicBezTo>
                      <a:cubicBezTo>
                        <a:pt x="4939" y="2434"/>
                        <a:pt x="4566" y="2341"/>
                        <a:pt x="4188" y="2268"/>
                      </a:cubicBezTo>
                      <a:cubicBezTo>
                        <a:pt x="3809" y="2195"/>
                        <a:pt x="3436" y="2145"/>
                        <a:pt x="3072" y="2145"/>
                      </a:cubicBezTo>
                      <a:cubicBezTo>
                        <a:pt x="2707" y="2145"/>
                        <a:pt x="2358" y="2195"/>
                        <a:pt x="1935" y="2266"/>
                      </a:cubicBezTo>
                      <a:cubicBezTo>
                        <a:pt x="1512" y="2338"/>
                        <a:pt x="1021" y="2430"/>
                        <a:pt x="667" y="2430"/>
                      </a:cubicBezTo>
                      <a:cubicBezTo>
                        <a:pt x="314" y="2430"/>
                        <a:pt x="102" y="2338"/>
                        <a:pt x="36" y="2238"/>
                      </a:cubicBezTo>
                      <a:cubicBezTo>
                        <a:pt x="-30" y="2138"/>
                        <a:pt x="48" y="2034"/>
                        <a:pt x="86" y="1983"/>
                      </a:cubicBezTo>
                      <a:cubicBezTo>
                        <a:pt x="125" y="1931"/>
                        <a:pt x="125" y="1931"/>
                        <a:pt x="255" y="1814"/>
                      </a:cubicBezTo>
                      <a:close/>
                    </a:path>
                  </a:pathLst>
                </a:custGeom>
                <a:solidFill>
                  <a:srgbClr val="FFFFFF"/>
                </a:solidFill>
                <a:ln w="0" cap="flat">
                  <a:solidFill>
                    <a:srgbClr val="000000"/>
                  </a:solidFill>
                  <a:prstDash val="solid"/>
                  <a:miter/>
                </a:ln>
              </p:spPr>
              <p:txBody>
                <a:bodyPr/>
                <a:lstStyle/>
                <a:p>
                  <a:endParaRPr lang="en-US" dirty="0"/>
                </a:p>
              </p:txBody>
            </p:sp>
          </p:grpSp>
          <p:sp>
            <p:nvSpPr>
              <p:cNvPr id="56" name="Freeform: Shape 55">
                <a:extLst>
                  <a:ext uri="{FF2B5EF4-FFF2-40B4-BE49-F238E27FC236}">
                    <a16:creationId xmlns:a16="http://schemas.microsoft.com/office/drawing/2014/main" id="{49BB5C57-2B20-37CF-AF3C-BBC75BA82395}"/>
                  </a:ext>
                </a:extLst>
              </p:cNvPr>
              <p:cNvSpPr/>
              <p:nvPr/>
            </p:nvSpPr>
            <p:spPr>
              <a:xfrm rot="2509247">
                <a:off x="3102780" y="2140470"/>
                <a:ext cx="18948" cy="14684"/>
              </a:xfrm>
              <a:custGeom>
                <a:avLst/>
                <a:gdLst>
                  <a:gd name="csX0" fmla="*/ 22 w 18948"/>
                  <a:gd name="csY0" fmla="*/ 2398 h 14684"/>
                  <a:gd name="csX1" fmla="*/ 1836 w 18948"/>
                  <a:gd name="csY1" fmla="*/ 5622 h 14684"/>
                  <a:gd name="csX2" fmla="*/ 4256 w 18948"/>
                  <a:gd name="csY2" fmla="*/ 9898 h 14684"/>
                  <a:gd name="csX3" fmla="*/ 8330 w 18948"/>
                  <a:gd name="csY3" fmla="*/ 14179 h 14684"/>
                  <a:gd name="csX4" fmla="*/ 9372 w 18948"/>
                  <a:gd name="csY4" fmla="*/ 14718 h 14684"/>
                  <a:gd name="csX5" fmla="*/ 6848 w 18948"/>
                  <a:gd name="csY5" fmla="*/ 12334 h 14684"/>
                  <a:gd name="csX6" fmla="*/ 4381 w 18948"/>
                  <a:gd name="csY6" fmla="*/ 9379 h 14684"/>
                  <a:gd name="csX7" fmla="*/ 913 w 18948"/>
                  <a:gd name="csY7" fmla="*/ 2994 h 14684"/>
                  <a:gd name="csX8" fmla="*/ 3396 w 18948"/>
                  <a:gd name="csY8" fmla="*/ 5943 h 14684"/>
                  <a:gd name="csX9" fmla="*/ 7076 w 18948"/>
                  <a:gd name="csY9" fmla="*/ 9535 h 14684"/>
                  <a:gd name="csX10" fmla="*/ 11823 w 18948"/>
                  <a:gd name="csY10" fmla="*/ 12738 h 14684"/>
                  <a:gd name="csX11" fmla="*/ 14746 w 18948"/>
                  <a:gd name="csY11" fmla="*/ 13795 h 14684"/>
                  <a:gd name="csX12" fmla="*/ 11621 w 18948"/>
                  <a:gd name="csY12" fmla="*/ 12365 h 14684"/>
                  <a:gd name="csX13" fmla="*/ 7594 w 18948"/>
                  <a:gd name="csY13" fmla="*/ 9509 h 14684"/>
                  <a:gd name="csX14" fmla="*/ 4676 w 18948"/>
                  <a:gd name="csY14" fmla="*/ 6518 h 14684"/>
                  <a:gd name="csX15" fmla="*/ 1743 w 18948"/>
                  <a:gd name="csY15" fmla="*/ 2797 h 14684"/>
                  <a:gd name="csX16" fmla="*/ 2479 w 18948"/>
                  <a:gd name="csY16" fmla="*/ 2081 h 14684"/>
                  <a:gd name="csX17" fmla="*/ 2733 w 18948"/>
                  <a:gd name="csY17" fmla="*/ 3154 h 14684"/>
                  <a:gd name="csX18" fmla="*/ 6169 w 18948"/>
                  <a:gd name="csY18" fmla="*/ 6218 h 14684"/>
                  <a:gd name="csX19" fmla="*/ 10517 w 18948"/>
                  <a:gd name="csY19" fmla="*/ 9384 h 14684"/>
                  <a:gd name="csX20" fmla="*/ 12217 w 18948"/>
                  <a:gd name="csY20" fmla="*/ 10317 h 14684"/>
                  <a:gd name="csX21" fmla="*/ 14663 w 18948"/>
                  <a:gd name="csY21" fmla="*/ 11510 h 14684"/>
                  <a:gd name="csX22" fmla="*/ 17493 w 18948"/>
                  <a:gd name="csY22" fmla="*/ 12588 h 14684"/>
                  <a:gd name="csX23" fmla="*/ 18654 w 18948"/>
                  <a:gd name="csY23" fmla="*/ 12836 h 14684"/>
                  <a:gd name="csX24" fmla="*/ 16726 w 18948"/>
                  <a:gd name="csY24" fmla="*/ 12064 h 14684"/>
                  <a:gd name="csX25" fmla="*/ 13228 w 18948"/>
                  <a:gd name="csY25" fmla="*/ 10395 h 14684"/>
                  <a:gd name="csX26" fmla="*/ 10486 w 18948"/>
                  <a:gd name="csY26" fmla="*/ 8742 h 14684"/>
                  <a:gd name="csX27" fmla="*/ 6796 w 18948"/>
                  <a:gd name="csY27" fmla="*/ 5860 h 14684"/>
                  <a:gd name="csX28" fmla="*/ 4800 w 18948"/>
                  <a:gd name="csY28" fmla="*/ 4201 h 14684"/>
                  <a:gd name="csX29" fmla="*/ 3318 w 18948"/>
                  <a:gd name="csY29" fmla="*/ 2615 h 14684"/>
                  <a:gd name="csX30" fmla="*/ 2981 w 18948"/>
                  <a:gd name="csY30" fmla="*/ 1719 h 14684"/>
                  <a:gd name="csX31" fmla="*/ 3603 w 18948"/>
                  <a:gd name="csY31" fmla="*/ 1454 h 14684"/>
                  <a:gd name="csX32" fmla="*/ 5039 w 18948"/>
                  <a:gd name="csY32" fmla="*/ 3004 h 14684"/>
                  <a:gd name="csX33" fmla="*/ 6350 w 18948"/>
                  <a:gd name="csY33" fmla="*/ 3994 h 14684"/>
                  <a:gd name="csX34" fmla="*/ 7635 w 18948"/>
                  <a:gd name="csY34" fmla="*/ 4953 h 14684"/>
                  <a:gd name="csX35" fmla="*/ 9128 w 18948"/>
                  <a:gd name="csY35" fmla="*/ 5917 h 14684"/>
                  <a:gd name="csX36" fmla="*/ 11067 w 18948"/>
                  <a:gd name="csY36" fmla="*/ 7254 h 14684"/>
                  <a:gd name="csX37" fmla="*/ 13140 w 18948"/>
                  <a:gd name="csY37" fmla="*/ 8509 h 14684"/>
                  <a:gd name="csX38" fmla="*/ 15840 w 18948"/>
                  <a:gd name="csY38" fmla="*/ 9670 h 14684"/>
                  <a:gd name="csX39" fmla="*/ 18950 w 18948"/>
                  <a:gd name="csY39" fmla="*/ 10063 h 14684"/>
                  <a:gd name="csX40" fmla="*/ 17048 w 18948"/>
                  <a:gd name="csY40" fmla="*/ 9467 h 14684"/>
                  <a:gd name="csX41" fmla="*/ 13793 w 18948"/>
                  <a:gd name="csY41" fmla="*/ 8177 h 14684"/>
                  <a:gd name="csX42" fmla="*/ 11512 w 18948"/>
                  <a:gd name="csY42" fmla="*/ 6829 h 14684"/>
                  <a:gd name="csX43" fmla="*/ 9346 w 18948"/>
                  <a:gd name="csY43" fmla="*/ 5233 h 14684"/>
                  <a:gd name="csX44" fmla="*/ 7231 w 18948"/>
                  <a:gd name="csY44" fmla="*/ 3839 h 14684"/>
                  <a:gd name="csX45" fmla="*/ 5360 w 18948"/>
                  <a:gd name="csY45" fmla="*/ 2268 h 14684"/>
                  <a:gd name="csX46" fmla="*/ 4049 w 18948"/>
                  <a:gd name="csY46" fmla="*/ 133 h 14684"/>
                  <a:gd name="csX47" fmla="*/ 1343 w 18948"/>
                  <a:gd name="csY47" fmla="*/ 1516 h 14684"/>
                  <a:gd name="csX48" fmla="*/ 22 w 18948"/>
                  <a:gd name="csY48" fmla="*/ 2398 h 14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948" h="14684">
                    <a:moveTo>
                      <a:pt x="22" y="2398"/>
                    </a:moveTo>
                    <a:cubicBezTo>
                      <a:pt x="105" y="3082"/>
                      <a:pt x="1229" y="4549"/>
                      <a:pt x="1836" y="5622"/>
                    </a:cubicBezTo>
                    <a:cubicBezTo>
                      <a:pt x="2541" y="6871"/>
                      <a:pt x="3266" y="8591"/>
                      <a:pt x="4256" y="9898"/>
                    </a:cubicBezTo>
                    <a:cubicBezTo>
                      <a:pt x="5334" y="11323"/>
                      <a:pt x="7475" y="13375"/>
                      <a:pt x="8330" y="14179"/>
                    </a:cubicBezTo>
                    <a:cubicBezTo>
                      <a:pt x="8615" y="14448"/>
                      <a:pt x="9615" y="15029"/>
                      <a:pt x="9372" y="14718"/>
                    </a:cubicBezTo>
                    <a:cubicBezTo>
                      <a:pt x="9123" y="14412"/>
                      <a:pt x="7641" y="13178"/>
                      <a:pt x="6848" y="12334"/>
                    </a:cubicBezTo>
                    <a:cubicBezTo>
                      <a:pt x="6018" y="11442"/>
                      <a:pt x="5070" y="10457"/>
                      <a:pt x="4381" y="9379"/>
                    </a:cubicBezTo>
                    <a:cubicBezTo>
                      <a:pt x="3391" y="7819"/>
                      <a:pt x="1074" y="3564"/>
                      <a:pt x="913" y="2994"/>
                    </a:cubicBezTo>
                    <a:cubicBezTo>
                      <a:pt x="747" y="2418"/>
                      <a:pt x="2515" y="5005"/>
                      <a:pt x="3396" y="5943"/>
                    </a:cubicBezTo>
                    <a:cubicBezTo>
                      <a:pt x="4427" y="7031"/>
                      <a:pt x="5744" y="8457"/>
                      <a:pt x="7076" y="9535"/>
                    </a:cubicBezTo>
                    <a:cubicBezTo>
                      <a:pt x="8480" y="10670"/>
                      <a:pt x="10548" y="12028"/>
                      <a:pt x="11823" y="12738"/>
                    </a:cubicBezTo>
                    <a:cubicBezTo>
                      <a:pt x="12730" y="13241"/>
                      <a:pt x="14783" y="13857"/>
                      <a:pt x="14746" y="13795"/>
                    </a:cubicBezTo>
                    <a:cubicBezTo>
                      <a:pt x="14715" y="13733"/>
                      <a:pt x="12606" y="12956"/>
                      <a:pt x="11621" y="12365"/>
                    </a:cubicBezTo>
                    <a:cubicBezTo>
                      <a:pt x="10429" y="11649"/>
                      <a:pt x="8755" y="10483"/>
                      <a:pt x="7594" y="9509"/>
                    </a:cubicBezTo>
                    <a:cubicBezTo>
                      <a:pt x="6526" y="8612"/>
                      <a:pt x="5588" y="7570"/>
                      <a:pt x="4676" y="6518"/>
                    </a:cubicBezTo>
                    <a:cubicBezTo>
                      <a:pt x="3702" y="5399"/>
                      <a:pt x="2111" y="3538"/>
                      <a:pt x="1743" y="2797"/>
                    </a:cubicBezTo>
                    <a:cubicBezTo>
                      <a:pt x="1592" y="2491"/>
                      <a:pt x="2313" y="2024"/>
                      <a:pt x="2479" y="2081"/>
                    </a:cubicBezTo>
                    <a:cubicBezTo>
                      <a:pt x="2639" y="2144"/>
                      <a:pt x="2489" y="2880"/>
                      <a:pt x="2733" y="3154"/>
                    </a:cubicBezTo>
                    <a:cubicBezTo>
                      <a:pt x="3349" y="3844"/>
                      <a:pt x="4971" y="5259"/>
                      <a:pt x="6169" y="6218"/>
                    </a:cubicBezTo>
                    <a:cubicBezTo>
                      <a:pt x="7470" y="7254"/>
                      <a:pt x="9512" y="8700"/>
                      <a:pt x="10517" y="9384"/>
                    </a:cubicBezTo>
                    <a:cubicBezTo>
                      <a:pt x="11051" y="9747"/>
                      <a:pt x="11642" y="10022"/>
                      <a:pt x="12217" y="10317"/>
                    </a:cubicBezTo>
                    <a:cubicBezTo>
                      <a:pt x="12906" y="10670"/>
                      <a:pt x="13834" y="11152"/>
                      <a:pt x="14663" y="11510"/>
                    </a:cubicBezTo>
                    <a:cubicBezTo>
                      <a:pt x="15545" y="11893"/>
                      <a:pt x="16830" y="12365"/>
                      <a:pt x="17493" y="12588"/>
                    </a:cubicBezTo>
                    <a:cubicBezTo>
                      <a:pt x="17866" y="12712"/>
                      <a:pt x="18784" y="12925"/>
                      <a:pt x="18654" y="12836"/>
                    </a:cubicBezTo>
                    <a:cubicBezTo>
                      <a:pt x="18525" y="12748"/>
                      <a:pt x="17359" y="12349"/>
                      <a:pt x="16726" y="12064"/>
                    </a:cubicBezTo>
                    <a:cubicBezTo>
                      <a:pt x="15819" y="11660"/>
                      <a:pt x="14270" y="10950"/>
                      <a:pt x="13228" y="10395"/>
                    </a:cubicBezTo>
                    <a:cubicBezTo>
                      <a:pt x="12284" y="9892"/>
                      <a:pt x="11357" y="9353"/>
                      <a:pt x="10486" y="8742"/>
                    </a:cubicBezTo>
                    <a:cubicBezTo>
                      <a:pt x="9413" y="7985"/>
                      <a:pt x="7744" y="6617"/>
                      <a:pt x="6796" y="5860"/>
                    </a:cubicBezTo>
                    <a:cubicBezTo>
                      <a:pt x="6122" y="5316"/>
                      <a:pt x="5381" y="4740"/>
                      <a:pt x="4800" y="4201"/>
                    </a:cubicBezTo>
                    <a:cubicBezTo>
                      <a:pt x="4272" y="3704"/>
                      <a:pt x="3624" y="3035"/>
                      <a:pt x="3318" y="2615"/>
                    </a:cubicBezTo>
                    <a:cubicBezTo>
                      <a:pt x="3132" y="2361"/>
                      <a:pt x="2935" y="1916"/>
                      <a:pt x="2981" y="1719"/>
                    </a:cubicBezTo>
                    <a:cubicBezTo>
                      <a:pt x="3033" y="1527"/>
                      <a:pt x="3411" y="1335"/>
                      <a:pt x="3603" y="1454"/>
                    </a:cubicBezTo>
                    <a:cubicBezTo>
                      <a:pt x="3945" y="1667"/>
                      <a:pt x="4578" y="2579"/>
                      <a:pt x="5039" y="3004"/>
                    </a:cubicBezTo>
                    <a:cubicBezTo>
                      <a:pt x="5443" y="3372"/>
                      <a:pt x="5920" y="3667"/>
                      <a:pt x="6350" y="3994"/>
                    </a:cubicBezTo>
                    <a:cubicBezTo>
                      <a:pt x="6780" y="4310"/>
                      <a:pt x="7195" y="4647"/>
                      <a:pt x="7635" y="4953"/>
                    </a:cubicBezTo>
                    <a:cubicBezTo>
                      <a:pt x="8097" y="5274"/>
                      <a:pt x="8636" y="5585"/>
                      <a:pt x="9128" y="5917"/>
                    </a:cubicBezTo>
                    <a:cubicBezTo>
                      <a:pt x="9698" y="6300"/>
                      <a:pt x="10403" y="6829"/>
                      <a:pt x="11067" y="7254"/>
                    </a:cubicBezTo>
                    <a:cubicBezTo>
                      <a:pt x="11730" y="7684"/>
                      <a:pt x="12419" y="8141"/>
                      <a:pt x="13140" y="8509"/>
                    </a:cubicBezTo>
                    <a:cubicBezTo>
                      <a:pt x="13933" y="8908"/>
                      <a:pt x="14891" y="9416"/>
                      <a:pt x="15840" y="9670"/>
                    </a:cubicBezTo>
                    <a:cubicBezTo>
                      <a:pt x="16809" y="9929"/>
                      <a:pt x="18748" y="10100"/>
                      <a:pt x="18950" y="10063"/>
                    </a:cubicBezTo>
                    <a:cubicBezTo>
                      <a:pt x="19147" y="10032"/>
                      <a:pt x="17669" y="9695"/>
                      <a:pt x="17048" y="9467"/>
                    </a:cubicBezTo>
                    <a:cubicBezTo>
                      <a:pt x="16187" y="9151"/>
                      <a:pt x="14715" y="8617"/>
                      <a:pt x="13793" y="8177"/>
                    </a:cubicBezTo>
                    <a:cubicBezTo>
                      <a:pt x="12995" y="7798"/>
                      <a:pt x="12248" y="7316"/>
                      <a:pt x="11512" y="6829"/>
                    </a:cubicBezTo>
                    <a:cubicBezTo>
                      <a:pt x="10771" y="6337"/>
                      <a:pt x="10061" y="5736"/>
                      <a:pt x="9346" y="5233"/>
                    </a:cubicBezTo>
                    <a:cubicBezTo>
                      <a:pt x="8651" y="4751"/>
                      <a:pt x="7895" y="4336"/>
                      <a:pt x="7231" y="3839"/>
                    </a:cubicBezTo>
                    <a:cubicBezTo>
                      <a:pt x="6578" y="3351"/>
                      <a:pt x="5889" y="2885"/>
                      <a:pt x="5360" y="2268"/>
                    </a:cubicBezTo>
                    <a:cubicBezTo>
                      <a:pt x="4832" y="1646"/>
                      <a:pt x="4718" y="257"/>
                      <a:pt x="4049" y="133"/>
                    </a:cubicBezTo>
                    <a:cubicBezTo>
                      <a:pt x="3380" y="8"/>
                      <a:pt x="2017" y="1133"/>
                      <a:pt x="1343" y="1516"/>
                    </a:cubicBezTo>
                    <a:cubicBezTo>
                      <a:pt x="882" y="1770"/>
                      <a:pt x="-40" y="1869"/>
                      <a:pt x="22" y="2398"/>
                    </a:cubicBezTo>
                  </a:path>
                </a:pathLst>
              </a:custGeom>
              <a:solidFill>
                <a:srgbClr val="000000"/>
              </a:solidFill>
              <a:ln w="5172" cap="flat">
                <a:noFill/>
                <a:prstDash val="solid"/>
                <a:round/>
              </a:ln>
            </p:spPr>
            <p:txBody>
              <a:bodyPr/>
              <a:lstStyle/>
              <a:p>
                <a:endParaRPr lang="en-US" dirty="0"/>
              </a:p>
            </p:txBody>
          </p:sp>
          <p:sp>
            <p:nvSpPr>
              <p:cNvPr id="57" name="Freeform: Shape 56">
                <a:extLst>
                  <a:ext uri="{FF2B5EF4-FFF2-40B4-BE49-F238E27FC236}">
                    <a16:creationId xmlns:a16="http://schemas.microsoft.com/office/drawing/2014/main" id="{29522D6B-C7C8-BAD7-02AF-BFDDB3BA1362}"/>
                  </a:ext>
                </a:extLst>
              </p:cNvPr>
              <p:cNvSpPr/>
              <p:nvPr/>
            </p:nvSpPr>
            <p:spPr>
              <a:xfrm rot="2509247">
                <a:off x="3094496" y="2115294"/>
                <a:ext cx="18624" cy="12747"/>
              </a:xfrm>
              <a:custGeom>
                <a:avLst/>
                <a:gdLst>
                  <a:gd name="csX0" fmla="*/ 18398 w 18624"/>
                  <a:gd name="csY0" fmla="*/ 12704 h 12747"/>
                  <a:gd name="csX1" fmla="*/ 14698 w 18624"/>
                  <a:gd name="csY1" fmla="*/ 12741 h 12747"/>
                  <a:gd name="csX2" fmla="*/ 9784 w 18624"/>
                  <a:gd name="csY2" fmla="*/ 12787 h 12747"/>
                  <a:gd name="csX3" fmla="*/ 4042 w 18624"/>
                  <a:gd name="csY3" fmla="*/ 11403 h 12747"/>
                  <a:gd name="csX4" fmla="*/ 3052 w 18624"/>
                  <a:gd name="csY4" fmla="*/ 10766 h 12747"/>
                  <a:gd name="csX5" fmla="*/ 6384 w 18624"/>
                  <a:gd name="csY5" fmla="*/ 11756 h 12747"/>
                  <a:gd name="csX6" fmla="*/ 10173 w 18624"/>
                  <a:gd name="csY6" fmla="*/ 12414 h 12747"/>
                  <a:gd name="csX7" fmla="*/ 17439 w 18624"/>
                  <a:gd name="csY7" fmla="*/ 12228 h 12747"/>
                  <a:gd name="csX8" fmla="*/ 13645 w 18624"/>
                  <a:gd name="csY8" fmla="*/ 11549 h 12747"/>
                  <a:gd name="csX9" fmla="*/ 8685 w 18624"/>
                  <a:gd name="csY9" fmla="*/ 10159 h 12747"/>
                  <a:gd name="csX10" fmla="*/ 3539 w 18624"/>
                  <a:gd name="csY10" fmla="*/ 7651 h 12747"/>
                  <a:gd name="csX11" fmla="*/ 1165 w 18624"/>
                  <a:gd name="csY11" fmla="*/ 5645 h 12747"/>
                  <a:gd name="csX12" fmla="*/ 3964 w 18624"/>
                  <a:gd name="csY12" fmla="*/ 7640 h 12747"/>
                  <a:gd name="csX13" fmla="*/ 8452 w 18624"/>
                  <a:gd name="csY13" fmla="*/ 9698 h 12747"/>
                  <a:gd name="csX14" fmla="*/ 12505 w 18624"/>
                  <a:gd name="csY14" fmla="*/ 10735 h 12747"/>
                  <a:gd name="csX15" fmla="*/ 17190 w 18624"/>
                  <a:gd name="csY15" fmla="*/ 11409 h 12747"/>
                  <a:gd name="csX16" fmla="*/ 17439 w 18624"/>
                  <a:gd name="csY16" fmla="*/ 10424 h 12747"/>
                  <a:gd name="csX17" fmla="*/ 16387 w 18624"/>
                  <a:gd name="csY17" fmla="*/ 10735 h 12747"/>
                  <a:gd name="csX18" fmla="*/ 12018 w 18624"/>
                  <a:gd name="csY18" fmla="*/ 9289 h 12747"/>
                  <a:gd name="csX19" fmla="*/ 7099 w 18624"/>
                  <a:gd name="csY19" fmla="*/ 7107 h 12747"/>
                  <a:gd name="csX20" fmla="*/ 5441 w 18624"/>
                  <a:gd name="csY20" fmla="*/ 6101 h 12747"/>
                  <a:gd name="csX21" fmla="*/ 3181 w 18624"/>
                  <a:gd name="csY21" fmla="*/ 4577 h 12747"/>
                  <a:gd name="csX22" fmla="*/ 839 w 18624"/>
                  <a:gd name="csY22" fmla="*/ 2665 h 12747"/>
                  <a:gd name="csX23" fmla="*/ 40 w 18624"/>
                  <a:gd name="csY23" fmla="*/ 1789 h 12747"/>
                  <a:gd name="csX24" fmla="*/ 1673 w 18624"/>
                  <a:gd name="csY24" fmla="*/ 3069 h 12747"/>
                  <a:gd name="csX25" fmla="*/ 4866 w 18624"/>
                  <a:gd name="csY25" fmla="*/ 5267 h 12747"/>
                  <a:gd name="csX26" fmla="*/ 7675 w 18624"/>
                  <a:gd name="csY26" fmla="*/ 6811 h 12747"/>
                  <a:gd name="csX27" fmla="*/ 12013 w 18624"/>
                  <a:gd name="csY27" fmla="*/ 8568 h 12747"/>
                  <a:gd name="csX28" fmla="*/ 14449 w 18624"/>
                  <a:gd name="csY28" fmla="*/ 9465 h 12747"/>
                  <a:gd name="csX29" fmla="*/ 16558 w 18624"/>
                  <a:gd name="csY29" fmla="*/ 9957 h 12747"/>
                  <a:gd name="csX30" fmla="*/ 17507 w 18624"/>
                  <a:gd name="csY30" fmla="*/ 9797 h 12747"/>
                  <a:gd name="csX31" fmla="*/ 17424 w 18624"/>
                  <a:gd name="csY31" fmla="*/ 9133 h 12747"/>
                  <a:gd name="csX32" fmla="*/ 15366 w 18624"/>
                  <a:gd name="csY32" fmla="*/ 8662 h 12747"/>
                  <a:gd name="csX33" fmla="*/ 13853 w 18624"/>
                  <a:gd name="csY33" fmla="*/ 8019 h 12747"/>
                  <a:gd name="csX34" fmla="*/ 12376 w 18624"/>
                  <a:gd name="csY34" fmla="*/ 7386 h 12747"/>
                  <a:gd name="csX35" fmla="*/ 10795 w 18624"/>
                  <a:gd name="csY35" fmla="*/ 6573 h 12747"/>
                  <a:gd name="csX36" fmla="*/ 8670 w 18624"/>
                  <a:gd name="csY36" fmla="*/ 5567 h 12747"/>
                  <a:gd name="csX37" fmla="*/ 6550 w 18624"/>
                  <a:gd name="csY37" fmla="*/ 4396 h 12747"/>
                  <a:gd name="csX38" fmla="*/ 4192 w 18624"/>
                  <a:gd name="csY38" fmla="*/ 2639 h 12747"/>
                  <a:gd name="csX39" fmla="*/ 2295 w 18624"/>
                  <a:gd name="csY39" fmla="*/ 146 h 12747"/>
                  <a:gd name="csX40" fmla="*/ 3762 w 18624"/>
                  <a:gd name="csY40" fmla="*/ 1493 h 12747"/>
                  <a:gd name="csX41" fmla="*/ 6503 w 18624"/>
                  <a:gd name="csY41" fmla="*/ 3665 h 12747"/>
                  <a:gd name="csX42" fmla="*/ 8815 w 18624"/>
                  <a:gd name="csY42" fmla="*/ 4966 h 12747"/>
                  <a:gd name="csX43" fmla="*/ 11277 w 18624"/>
                  <a:gd name="csY43" fmla="*/ 6049 h 12747"/>
                  <a:gd name="csX44" fmla="*/ 13547 w 18624"/>
                  <a:gd name="csY44" fmla="*/ 7184 h 12747"/>
                  <a:gd name="csX45" fmla="*/ 15843 w 18624"/>
                  <a:gd name="csY45" fmla="*/ 8014 h 12747"/>
                  <a:gd name="csX46" fmla="*/ 18346 w 18624"/>
                  <a:gd name="csY46" fmla="*/ 8081 h 12747"/>
                  <a:gd name="csX47" fmla="*/ 18502 w 18624"/>
                  <a:gd name="csY47" fmla="*/ 11113 h 12747"/>
                  <a:gd name="csX48" fmla="*/ 18398 w 18624"/>
                  <a:gd name="csY48" fmla="*/ 12704 h 12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624" h="12747">
                    <a:moveTo>
                      <a:pt x="18398" y="12704"/>
                    </a:moveTo>
                    <a:cubicBezTo>
                      <a:pt x="17761" y="12974"/>
                      <a:pt x="15931" y="12730"/>
                      <a:pt x="14698" y="12741"/>
                    </a:cubicBezTo>
                    <a:cubicBezTo>
                      <a:pt x="13262" y="12756"/>
                      <a:pt x="11412" y="12995"/>
                      <a:pt x="9784" y="12787"/>
                    </a:cubicBezTo>
                    <a:cubicBezTo>
                      <a:pt x="8012" y="12564"/>
                      <a:pt x="5166" y="11735"/>
                      <a:pt x="4042" y="11403"/>
                    </a:cubicBezTo>
                    <a:cubicBezTo>
                      <a:pt x="3668" y="11289"/>
                      <a:pt x="2663" y="10709"/>
                      <a:pt x="3052" y="10766"/>
                    </a:cubicBezTo>
                    <a:cubicBezTo>
                      <a:pt x="3440" y="10828"/>
                      <a:pt x="5254" y="11497"/>
                      <a:pt x="6384" y="11756"/>
                    </a:cubicBezTo>
                    <a:cubicBezTo>
                      <a:pt x="7571" y="12031"/>
                      <a:pt x="8893" y="12362"/>
                      <a:pt x="10173" y="12414"/>
                    </a:cubicBezTo>
                    <a:cubicBezTo>
                      <a:pt x="12018" y="12492"/>
                      <a:pt x="16859" y="12378"/>
                      <a:pt x="17439" y="12228"/>
                    </a:cubicBezTo>
                    <a:cubicBezTo>
                      <a:pt x="18015" y="12088"/>
                      <a:pt x="14894" y="11844"/>
                      <a:pt x="13645" y="11549"/>
                    </a:cubicBezTo>
                    <a:cubicBezTo>
                      <a:pt x="12184" y="11206"/>
                      <a:pt x="10292" y="10776"/>
                      <a:pt x="8685" y="10159"/>
                    </a:cubicBezTo>
                    <a:cubicBezTo>
                      <a:pt x="7006" y="9512"/>
                      <a:pt x="4793" y="8402"/>
                      <a:pt x="3539" y="7651"/>
                    </a:cubicBezTo>
                    <a:cubicBezTo>
                      <a:pt x="2653" y="7117"/>
                      <a:pt x="1093" y="5650"/>
                      <a:pt x="1165" y="5645"/>
                    </a:cubicBezTo>
                    <a:cubicBezTo>
                      <a:pt x="1232" y="5645"/>
                      <a:pt x="2964" y="7086"/>
                      <a:pt x="3964" y="7640"/>
                    </a:cubicBezTo>
                    <a:cubicBezTo>
                      <a:pt x="5182" y="8314"/>
                      <a:pt x="7032" y="9185"/>
                      <a:pt x="8452" y="9698"/>
                    </a:cubicBezTo>
                    <a:cubicBezTo>
                      <a:pt x="9763" y="10175"/>
                      <a:pt x="11137" y="10465"/>
                      <a:pt x="12505" y="10735"/>
                    </a:cubicBezTo>
                    <a:cubicBezTo>
                      <a:pt x="13962" y="11020"/>
                      <a:pt x="16366" y="11466"/>
                      <a:pt x="17190" y="11409"/>
                    </a:cubicBezTo>
                    <a:cubicBezTo>
                      <a:pt x="17533" y="11393"/>
                      <a:pt x="17574" y="10533"/>
                      <a:pt x="17439" y="10424"/>
                    </a:cubicBezTo>
                    <a:cubicBezTo>
                      <a:pt x="17310" y="10310"/>
                      <a:pt x="16745" y="10807"/>
                      <a:pt x="16387" y="10735"/>
                    </a:cubicBezTo>
                    <a:cubicBezTo>
                      <a:pt x="15480" y="10543"/>
                      <a:pt x="13443" y="9848"/>
                      <a:pt x="12018" y="9289"/>
                    </a:cubicBezTo>
                    <a:cubicBezTo>
                      <a:pt x="10468" y="8687"/>
                      <a:pt x="8193" y="7635"/>
                      <a:pt x="7099" y="7107"/>
                    </a:cubicBezTo>
                    <a:cubicBezTo>
                      <a:pt x="6519" y="6827"/>
                      <a:pt x="5985" y="6448"/>
                      <a:pt x="5441" y="6101"/>
                    </a:cubicBezTo>
                    <a:cubicBezTo>
                      <a:pt x="4793" y="5681"/>
                      <a:pt x="3912" y="5121"/>
                      <a:pt x="3181" y="4577"/>
                    </a:cubicBezTo>
                    <a:cubicBezTo>
                      <a:pt x="2419" y="4007"/>
                      <a:pt x="1362" y="3131"/>
                      <a:pt x="839" y="2665"/>
                    </a:cubicBezTo>
                    <a:cubicBezTo>
                      <a:pt x="543" y="2406"/>
                      <a:pt x="-94" y="1716"/>
                      <a:pt x="40" y="1789"/>
                    </a:cubicBezTo>
                    <a:cubicBezTo>
                      <a:pt x="180" y="1851"/>
                      <a:pt x="1113" y="2665"/>
                      <a:pt x="1673" y="3069"/>
                    </a:cubicBezTo>
                    <a:cubicBezTo>
                      <a:pt x="2476" y="3649"/>
                      <a:pt x="3865" y="4645"/>
                      <a:pt x="4866" y="5267"/>
                    </a:cubicBezTo>
                    <a:cubicBezTo>
                      <a:pt x="5773" y="5832"/>
                      <a:pt x="6706" y="6365"/>
                      <a:pt x="7675" y="6811"/>
                    </a:cubicBezTo>
                    <a:cubicBezTo>
                      <a:pt x="8867" y="7361"/>
                      <a:pt x="10883" y="8123"/>
                      <a:pt x="12013" y="8568"/>
                    </a:cubicBezTo>
                    <a:cubicBezTo>
                      <a:pt x="12816" y="8884"/>
                      <a:pt x="13692" y="9232"/>
                      <a:pt x="14449" y="9465"/>
                    </a:cubicBezTo>
                    <a:cubicBezTo>
                      <a:pt x="15138" y="9677"/>
                      <a:pt x="16045" y="9900"/>
                      <a:pt x="16558" y="9957"/>
                    </a:cubicBezTo>
                    <a:cubicBezTo>
                      <a:pt x="16874" y="9994"/>
                      <a:pt x="17362" y="9937"/>
                      <a:pt x="17507" y="9797"/>
                    </a:cubicBezTo>
                    <a:cubicBezTo>
                      <a:pt x="17647" y="9662"/>
                      <a:pt x="17621" y="9237"/>
                      <a:pt x="17424" y="9133"/>
                    </a:cubicBezTo>
                    <a:cubicBezTo>
                      <a:pt x="17066" y="8941"/>
                      <a:pt x="15962" y="8848"/>
                      <a:pt x="15366" y="8662"/>
                    </a:cubicBezTo>
                    <a:cubicBezTo>
                      <a:pt x="14843" y="8496"/>
                      <a:pt x="14350" y="8231"/>
                      <a:pt x="13853" y="8019"/>
                    </a:cubicBezTo>
                    <a:cubicBezTo>
                      <a:pt x="13360" y="7806"/>
                      <a:pt x="12863" y="7615"/>
                      <a:pt x="12376" y="7386"/>
                    </a:cubicBezTo>
                    <a:cubicBezTo>
                      <a:pt x="11868" y="7148"/>
                      <a:pt x="11329" y="6837"/>
                      <a:pt x="10795" y="6573"/>
                    </a:cubicBezTo>
                    <a:cubicBezTo>
                      <a:pt x="10178" y="6272"/>
                      <a:pt x="9370" y="5925"/>
                      <a:pt x="8670" y="5567"/>
                    </a:cubicBezTo>
                    <a:cubicBezTo>
                      <a:pt x="7965" y="5204"/>
                      <a:pt x="7224" y="4842"/>
                      <a:pt x="6550" y="4396"/>
                    </a:cubicBezTo>
                    <a:cubicBezTo>
                      <a:pt x="5804" y="3909"/>
                      <a:pt x="4886" y="3333"/>
                      <a:pt x="4192" y="2639"/>
                    </a:cubicBezTo>
                    <a:cubicBezTo>
                      <a:pt x="3482" y="1929"/>
                      <a:pt x="2362" y="337"/>
                      <a:pt x="2295" y="146"/>
                    </a:cubicBezTo>
                    <a:cubicBezTo>
                      <a:pt x="2222" y="-46"/>
                      <a:pt x="3254" y="1068"/>
                      <a:pt x="3762" y="1493"/>
                    </a:cubicBezTo>
                    <a:cubicBezTo>
                      <a:pt x="4467" y="2079"/>
                      <a:pt x="5664" y="3090"/>
                      <a:pt x="6503" y="3665"/>
                    </a:cubicBezTo>
                    <a:cubicBezTo>
                      <a:pt x="7234" y="4168"/>
                      <a:pt x="8027" y="4572"/>
                      <a:pt x="8815" y="4966"/>
                    </a:cubicBezTo>
                    <a:cubicBezTo>
                      <a:pt x="9613" y="5360"/>
                      <a:pt x="10489" y="5681"/>
                      <a:pt x="11277" y="6049"/>
                    </a:cubicBezTo>
                    <a:cubicBezTo>
                      <a:pt x="12044" y="6407"/>
                      <a:pt x="12785" y="6853"/>
                      <a:pt x="13547" y="7184"/>
                    </a:cubicBezTo>
                    <a:cubicBezTo>
                      <a:pt x="14293" y="7506"/>
                      <a:pt x="15045" y="7863"/>
                      <a:pt x="15843" y="8014"/>
                    </a:cubicBezTo>
                    <a:cubicBezTo>
                      <a:pt x="16646" y="8164"/>
                      <a:pt x="17901" y="7568"/>
                      <a:pt x="18346" y="8081"/>
                    </a:cubicBezTo>
                    <a:cubicBezTo>
                      <a:pt x="18787" y="8599"/>
                      <a:pt x="18497" y="10346"/>
                      <a:pt x="18502" y="11113"/>
                    </a:cubicBezTo>
                    <a:cubicBezTo>
                      <a:pt x="18507" y="11647"/>
                      <a:pt x="18885" y="12497"/>
                      <a:pt x="18398" y="12704"/>
                    </a:cubicBezTo>
                  </a:path>
                </a:pathLst>
              </a:custGeom>
              <a:solidFill>
                <a:srgbClr val="000000"/>
              </a:solidFill>
              <a:ln w="5172" cap="flat">
                <a:noFill/>
                <a:prstDash val="solid"/>
                <a:round/>
              </a:ln>
            </p:spPr>
            <p:txBody>
              <a:bodyPr/>
              <a:lstStyle/>
              <a:p>
                <a:endParaRPr lang="en-US" dirty="0"/>
              </a:p>
            </p:txBody>
          </p:sp>
        </p:grpSp>
        <p:sp>
          <p:nvSpPr>
            <p:cNvPr id="54" name="Freeform: Shape 53">
              <a:extLst>
                <a:ext uri="{FF2B5EF4-FFF2-40B4-BE49-F238E27FC236}">
                  <a16:creationId xmlns:a16="http://schemas.microsoft.com/office/drawing/2014/main" id="{7B268290-6635-06C9-114F-254BDB247035}"/>
                </a:ext>
              </a:extLst>
            </p:cNvPr>
            <p:cNvSpPr/>
            <p:nvPr/>
          </p:nvSpPr>
          <p:spPr>
            <a:xfrm rot="9980973">
              <a:off x="3207886" y="2093853"/>
              <a:ext cx="1499" cy="18229"/>
            </a:xfrm>
            <a:custGeom>
              <a:avLst/>
              <a:gdLst>
                <a:gd name="csX0" fmla="*/ 17 w 1499"/>
                <a:gd name="csY0" fmla="*/ 18137 h 18229"/>
                <a:gd name="csX1" fmla="*/ 1517 w 1499"/>
                <a:gd name="csY1" fmla="*/ -92 h 18229"/>
              </a:gdLst>
              <a:ahLst/>
              <a:cxnLst>
                <a:cxn ang="0">
                  <a:pos x="csX0" y="csY0"/>
                </a:cxn>
                <a:cxn ang="0">
                  <a:pos x="csX1" y="csY1"/>
                </a:cxn>
              </a:cxnLst>
              <a:rect l="l" t="t" r="r" b="b"/>
              <a:pathLst>
                <a:path w="1499" h="18229">
                  <a:moveTo>
                    <a:pt x="17" y="18137"/>
                  </a:moveTo>
                  <a:lnTo>
                    <a:pt x="1517" y="-92"/>
                  </a:lnTo>
                </a:path>
              </a:pathLst>
            </a:custGeom>
            <a:solidFill>
              <a:srgbClr val="FFCCAA"/>
            </a:solidFill>
            <a:ln w="12700" cap="rnd">
              <a:solidFill>
                <a:srgbClr val="FF80B2"/>
              </a:solidFill>
              <a:prstDash val="solid"/>
              <a:bevel/>
            </a:ln>
          </p:spPr>
          <p:txBody>
            <a:bodyPr/>
            <a:lstStyle/>
            <a:p>
              <a:endParaRPr lang="en-US" dirty="0"/>
            </a:p>
          </p:txBody>
        </p:sp>
      </p:grpSp>
      <p:grpSp>
        <p:nvGrpSpPr>
          <p:cNvPr id="32" name="Graphic 4">
            <a:extLst>
              <a:ext uri="{FF2B5EF4-FFF2-40B4-BE49-F238E27FC236}">
                <a16:creationId xmlns:a16="http://schemas.microsoft.com/office/drawing/2014/main" id="{A147A087-B236-9B54-384F-01B8C962970E}"/>
              </a:ext>
            </a:extLst>
          </p:cNvPr>
          <p:cNvGrpSpPr/>
          <p:nvPr/>
        </p:nvGrpSpPr>
        <p:grpSpPr>
          <a:xfrm>
            <a:off x="3568623" y="3803195"/>
            <a:ext cx="483636" cy="157187"/>
            <a:chOff x="3708462" y="1803533"/>
            <a:chExt cx="237113" cy="77064"/>
          </a:xfrm>
        </p:grpSpPr>
        <p:sp>
          <p:nvSpPr>
            <p:cNvPr id="46" name="Freeform: Shape 45">
              <a:extLst>
                <a:ext uri="{FF2B5EF4-FFF2-40B4-BE49-F238E27FC236}">
                  <a16:creationId xmlns:a16="http://schemas.microsoft.com/office/drawing/2014/main" id="{82A988F3-90C7-902E-D2A6-53D0270195A0}"/>
                </a:ext>
              </a:extLst>
            </p:cNvPr>
            <p:cNvSpPr/>
            <p:nvPr/>
          </p:nvSpPr>
          <p:spPr>
            <a:xfrm rot="-3141944" flipV="1">
              <a:off x="3713240" y="1808177"/>
              <a:ext cx="18948" cy="14684"/>
            </a:xfrm>
            <a:custGeom>
              <a:avLst/>
              <a:gdLst>
                <a:gd name="csX0" fmla="*/ 57 w 18948"/>
                <a:gd name="csY0" fmla="*/ 2378 h 14684"/>
                <a:gd name="csX1" fmla="*/ 1871 w 18948"/>
                <a:gd name="csY1" fmla="*/ 5602 h 14684"/>
                <a:gd name="csX2" fmla="*/ 4292 w 18948"/>
                <a:gd name="csY2" fmla="*/ 9878 h 14684"/>
                <a:gd name="csX3" fmla="*/ 8365 w 18948"/>
                <a:gd name="csY3" fmla="*/ 14160 h 14684"/>
                <a:gd name="csX4" fmla="*/ 9407 w 18948"/>
                <a:gd name="csY4" fmla="*/ 14699 h 14684"/>
                <a:gd name="csX5" fmla="*/ 6883 w 18948"/>
                <a:gd name="csY5" fmla="*/ 12314 h 14684"/>
                <a:gd name="csX6" fmla="*/ 4416 w 18948"/>
                <a:gd name="csY6" fmla="*/ 9360 h 14684"/>
                <a:gd name="csX7" fmla="*/ 949 w 18948"/>
                <a:gd name="csY7" fmla="*/ 2974 h 14684"/>
                <a:gd name="csX8" fmla="*/ 3431 w 18948"/>
                <a:gd name="csY8" fmla="*/ 5924 h 14684"/>
                <a:gd name="csX9" fmla="*/ 7111 w 18948"/>
                <a:gd name="csY9" fmla="*/ 9516 h 14684"/>
                <a:gd name="csX10" fmla="*/ 11858 w 18948"/>
                <a:gd name="csY10" fmla="*/ 12719 h 14684"/>
                <a:gd name="csX11" fmla="*/ 14782 w 18948"/>
                <a:gd name="csY11" fmla="*/ 13776 h 14684"/>
                <a:gd name="csX12" fmla="*/ 11656 w 18948"/>
                <a:gd name="csY12" fmla="*/ 12346 h 14684"/>
                <a:gd name="csX13" fmla="*/ 7629 w 18948"/>
                <a:gd name="csY13" fmla="*/ 9490 h 14684"/>
                <a:gd name="csX14" fmla="*/ 4711 w 18948"/>
                <a:gd name="csY14" fmla="*/ 6499 h 14684"/>
                <a:gd name="csX15" fmla="*/ 1778 w 18948"/>
                <a:gd name="csY15" fmla="*/ 2778 h 14684"/>
                <a:gd name="csX16" fmla="*/ 2514 w 18948"/>
                <a:gd name="csY16" fmla="*/ 2062 h 14684"/>
                <a:gd name="csX17" fmla="*/ 2768 w 18948"/>
                <a:gd name="csY17" fmla="*/ 3135 h 14684"/>
                <a:gd name="csX18" fmla="*/ 6204 w 18948"/>
                <a:gd name="csY18" fmla="*/ 6198 h 14684"/>
                <a:gd name="csX19" fmla="*/ 10552 w 18948"/>
                <a:gd name="csY19" fmla="*/ 9365 h 14684"/>
                <a:gd name="csX20" fmla="*/ 12252 w 18948"/>
                <a:gd name="csY20" fmla="*/ 10298 h 14684"/>
                <a:gd name="csX21" fmla="*/ 14699 w 18948"/>
                <a:gd name="csY21" fmla="*/ 11490 h 14684"/>
                <a:gd name="csX22" fmla="*/ 17529 w 18948"/>
                <a:gd name="csY22" fmla="*/ 12568 h 14684"/>
                <a:gd name="csX23" fmla="*/ 18689 w 18948"/>
                <a:gd name="csY23" fmla="*/ 12817 h 14684"/>
                <a:gd name="csX24" fmla="*/ 16761 w 18948"/>
                <a:gd name="csY24" fmla="*/ 12045 h 14684"/>
                <a:gd name="csX25" fmla="*/ 13263 w 18948"/>
                <a:gd name="csY25" fmla="*/ 10376 h 14684"/>
                <a:gd name="csX26" fmla="*/ 10521 w 18948"/>
                <a:gd name="csY26" fmla="*/ 8723 h 14684"/>
                <a:gd name="csX27" fmla="*/ 6831 w 18948"/>
                <a:gd name="csY27" fmla="*/ 5841 h 14684"/>
                <a:gd name="csX28" fmla="*/ 4836 w 18948"/>
                <a:gd name="csY28" fmla="*/ 4182 h 14684"/>
                <a:gd name="csX29" fmla="*/ 3353 w 18948"/>
                <a:gd name="csY29" fmla="*/ 2596 h 14684"/>
                <a:gd name="csX30" fmla="*/ 3017 w 18948"/>
                <a:gd name="csY30" fmla="*/ 1699 h 14684"/>
                <a:gd name="csX31" fmla="*/ 3638 w 18948"/>
                <a:gd name="csY31" fmla="*/ 1435 h 14684"/>
                <a:gd name="csX32" fmla="*/ 5074 w 18948"/>
                <a:gd name="csY32" fmla="*/ 2985 h 14684"/>
                <a:gd name="csX33" fmla="*/ 6385 w 18948"/>
                <a:gd name="csY33" fmla="*/ 3975 h 14684"/>
                <a:gd name="csX34" fmla="*/ 7671 w 18948"/>
                <a:gd name="csY34" fmla="*/ 4934 h 14684"/>
                <a:gd name="csX35" fmla="*/ 9163 w 18948"/>
                <a:gd name="csY35" fmla="*/ 5898 h 14684"/>
                <a:gd name="csX36" fmla="*/ 11102 w 18948"/>
                <a:gd name="csY36" fmla="*/ 7235 h 14684"/>
                <a:gd name="csX37" fmla="*/ 13175 w 18948"/>
                <a:gd name="csY37" fmla="*/ 8489 h 14684"/>
                <a:gd name="csX38" fmla="*/ 15875 w 18948"/>
                <a:gd name="csY38" fmla="*/ 9650 h 14684"/>
                <a:gd name="csX39" fmla="*/ 18985 w 18948"/>
                <a:gd name="csY39" fmla="*/ 10044 h 14684"/>
                <a:gd name="csX40" fmla="*/ 17083 w 18948"/>
                <a:gd name="csY40" fmla="*/ 9448 h 14684"/>
                <a:gd name="csX41" fmla="*/ 13828 w 18948"/>
                <a:gd name="csY41" fmla="*/ 8158 h 14684"/>
                <a:gd name="csX42" fmla="*/ 11547 w 18948"/>
                <a:gd name="csY42" fmla="*/ 6810 h 14684"/>
                <a:gd name="csX43" fmla="*/ 9381 w 18948"/>
                <a:gd name="csY43" fmla="*/ 5214 h 14684"/>
                <a:gd name="csX44" fmla="*/ 7266 w 18948"/>
                <a:gd name="csY44" fmla="*/ 3819 h 14684"/>
                <a:gd name="csX45" fmla="*/ 5395 w 18948"/>
                <a:gd name="csY45" fmla="*/ 2249 h 14684"/>
                <a:gd name="csX46" fmla="*/ 4084 w 18948"/>
                <a:gd name="csY46" fmla="*/ 113 h 14684"/>
                <a:gd name="csX47" fmla="*/ 1379 w 18948"/>
                <a:gd name="csY47" fmla="*/ 1497 h 14684"/>
                <a:gd name="csX48" fmla="*/ 57 w 18948"/>
                <a:gd name="csY48" fmla="*/ 2378 h 14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948" h="14684">
                  <a:moveTo>
                    <a:pt x="57" y="2378"/>
                  </a:moveTo>
                  <a:cubicBezTo>
                    <a:pt x="140" y="3063"/>
                    <a:pt x="1265" y="4529"/>
                    <a:pt x="1871" y="5602"/>
                  </a:cubicBezTo>
                  <a:cubicBezTo>
                    <a:pt x="2576" y="6851"/>
                    <a:pt x="3302" y="8572"/>
                    <a:pt x="4292" y="9878"/>
                  </a:cubicBezTo>
                  <a:cubicBezTo>
                    <a:pt x="5370" y="11304"/>
                    <a:pt x="7510" y="13356"/>
                    <a:pt x="8365" y="14160"/>
                  </a:cubicBezTo>
                  <a:cubicBezTo>
                    <a:pt x="8650" y="14429"/>
                    <a:pt x="9651" y="15010"/>
                    <a:pt x="9407" y="14699"/>
                  </a:cubicBezTo>
                  <a:cubicBezTo>
                    <a:pt x="9158" y="14393"/>
                    <a:pt x="7676" y="13159"/>
                    <a:pt x="6883" y="12314"/>
                  </a:cubicBezTo>
                  <a:cubicBezTo>
                    <a:pt x="6054" y="11423"/>
                    <a:pt x="5105" y="10438"/>
                    <a:pt x="4416" y="9360"/>
                  </a:cubicBezTo>
                  <a:cubicBezTo>
                    <a:pt x="3426" y="7800"/>
                    <a:pt x="1109" y="3545"/>
                    <a:pt x="949" y="2974"/>
                  </a:cubicBezTo>
                  <a:cubicBezTo>
                    <a:pt x="783" y="2399"/>
                    <a:pt x="2550" y="4986"/>
                    <a:pt x="3431" y="5924"/>
                  </a:cubicBezTo>
                  <a:cubicBezTo>
                    <a:pt x="4463" y="7012"/>
                    <a:pt x="5779" y="8437"/>
                    <a:pt x="7111" y="9516"/>
                  </a:cubicBezTo>
                  <a:cubicBezTo>
                    <a:pt x="8516" y="10651"/>
                    <a:pt x="10583" y="12009"/>
                    <a:pt x="11858" y="12719"/>
                  </a:cubicBezTo>
                  <a:cubicBezTo>
                    <a:pt x="12765" y="13221"/>
                    <a:pt x="14818" y="13838"/>
                    <a:pt x="14782" y="13776"/>
                  </a:cubicBezTo>
                  <a:cubicBezTo>
                    <a:pt x="14750" y="13714"/>
                    <a:pt x="12641" y="12936"/>
                    <a:pt x="11656" y="12346"/>
                  </a:cubicBezTo>
                  <a:cubicBezTo>
                    <a:pt x="10464" y="11630"/>
                    <a:pt x="8790" y="10464"/>
                    <a:pt x="7629" y="9490"/>
                  </a:cubicBezTo>
                  <a:cubicBezTo>
                    <a:pt x="6562" y="8593"/>
                    <a:pt x="5624" y="7551"/>
                    <a:pt x="4711" y="6499"/>
                  </a:cubicBezTo>
                  <a:cubicBezTo>
                    <a:pt x="3737" y="5379"/>
                    <a:pt x="2146" y="3519"/>
                    <a:pt x="1778" y="2778"/>
                  </a:cubicBezTo>
                  <a:cubicBezTo>
                    <a:pt x="1628" y="2472"/>
                    <a:pt x="2348" y="2005"/>
                    <a:pt x="2514" y="2062"/>
                  </a:cubicBezTo>
                  <a:cubicBezTo>
                    <a:pt x="2674" y="2124"/>
                    <a:pt x="2524" y="2860"/>
                    <a:pt x="2768" y="3135"/>
                  </a:cubicBezTo>
                  <a:cubicBezTo>
                    <a:pt x="3385" y="3825"/>
                    <a:pt x="5007" y="5240"/>
                    <a:pt x="6204" y="6198"/>
                  </a:cubicBezTo>
                  <a:cubicBezTo>
                    <a:pt x="7505" y="7235"/>
                    <a:pt x="9547" y="8681"/>
                    <a:pt x="10552" y="9365"/>
                  </a:cubicBezTo>
                  <a:cubicBezTo>
                    <a:pt x="11086" y="9728"/>
                    <a:pt x="11677" y="10003"/>
                    <a:pt x="12252" y="10298"/>
                  </a:cubicBezTo>
                  <a:cubicBezTo>
                    <a:pt x="12942" y="10651"/>
                    <a:pt x="13869" y="11133"/>
                    <a:pt x="14699" y="11490"/>
                  </a:cubicBezTo>
                  <a:cubicBezTo>
                    <a:pt x="15580" y="11874"/>
                    <a:pt x="16865" y="12346"/>
                    <a:pt x="17529" y="12568"/>
                  </a:cubicBezTo>
                  <a:cubicBezTo>
                    <a:pt x="17902" y="12693"/>
                    <a:pt x="18819" y="12905"/>
                    <a:pt x="18689" y="12817"/>
                  </a:cubicBezTo>
                  <a:cubicBezTo>
                    <a:pt x="18560" y="12729"/>
                    <a:pt x="17394" y="12330"/>
                    <a:pt x="16761" y="12045"/>
                  </a:cubicBezTo>
                  <a:cubicBezTo>
                    <a:pt x="15854" y="11641"/>
                    <a:pt x="14305" y="10931"/>
                    <a:pt x="13263" y="10376"/>
                  </a:cubicBezTo>
                  <a:cubicBezTo>
                    <a:pt x="12320" y="9873"/>
                    <a:pt x="11392" y="9334"/>
                    <a:pt x="10521" y="8723"/>
                  </a:cubicBezTo>
                  <a:cubicBezTo>
                    <a:pt x="9448" y="7966"/>
                    <a:pt x="7780" y="6597"/>
                    <a:pt x="6831" y="5841"/>
                  </a:cubicBezTo>
                  <a:cubicBezTo>
                    <a:pt x="6157" y="5297"/>
                    <a:pt x="5416" y="4721"/>
                    <a:pt x="4836" y="4182"/>
                  </a:cubicBezTo>
                  <a:cubicBezTo>
                    <a:pt x="4307" y="3685"/>
                    <a:pt x="3659" y="3016"/>
                    <a:pt x="3353" y="2596"/>
                  </a:cubicBezTo>
                  <a:cubicBezTo>
                    <a:pt x="3167" y="2342"/>
                    <a:pt x="2970" y="1896"/>
                    <a:pt x="3017" y="1699"/>
                  </a:cubicBezTo>
                  <a:cubicBezTo>
                    <a:pt x="3068" y="1508"/>
                    <a:pt x="3447" y="1316"/>
                    <a:pt x="3638" y="1435"/>
                  </a:cubicBezTo>
                  <a:cubicBezTo>
                    <a:pt x="3981" y="1648"/>
                    <a:pt x="4613" y="2560"/>
                    <a:pt x="5074" y="2985"/>
                  </a:cubicBezTo>
                  <a:cubicBezTo>
                    <a:pt x="5478" y="3353"/>
                    <a:pt x="5955" y="3648"/>
                    <a:pt x="6385" y="3975"/>
                  </a:cubicBezTo>
                  <a:cubicBezTo>
                    <a:pt x="6816" y="4291"/>
                    <a:pt x="7230" y="4628"/>
                    <a:pt x="7671" y="4934"/>
                  </a:cubicBezTo>
                  <a:cubicBezTo>
                    <a:pt x="8132" y="5255"/>
                    <a:pt x="8671" y="5566"/>
                    <a:pt x="9163" y="5898"/>
                  </a:cubicBezTo>
                  <a:cubicBezTo>
                    <a:pt x="9734" y="6281"/>
                    <a:pt x="10438" y="6810"/>
                    <a:pt x="11102" y="7235"/>
                  </a:cubicBezTo>
                  <a:cubicBezTo>
                    <a:pt x="11765" y="7665"/>
                    <a:pt x="12454" y="8121"/>
                    <a:pt x="13175" y="8489"/>
                  </a:cubicBezTo>
                  <a:cubicBezTo>
                    <a:pt x="13968" y="8888"/>
                    <a:pt x="14927" y="9396"/>
                    <a:pt x="15875" y="9650"/>
                  </a:cubicBezTo>
                  <a:cubicBezTo>
                    <a:pt x="16844" y="9909"/>
                    <a:pt x="18783" y="10081"/>
                    <a:pt x="18985" y="10044"/>
                  </a:cubicBezTo>
                  <a:cubicBezTo>
                    <a:pt x="19182" y="10013"/>
                    <a:pt x="17705" y="9676"/>
                    <a:pt x="17083" y="9448"/>
                  </a:cubicBezTo>
                  <a:cubicBezTo>
                    <a:pt x="16222" y="9132"/>
                    <a:pt x="14750" y="8598"/>
                    <a:pt x="13828" y="8158"/>
                  </a:cubicBezTo>
                  <a:cubicBezTo>
                    <a:pt x="13030" y="7779"/>
                    <a:pt x="12283" y="7297"/>
                    <a:pt x="11547" y="6810"/>
                  </a:cubicBezTo>
                  <a:cubicBezTo>
                    <a:pt x="10806" y="6318"/>
                    <a:pt x="10096" y="5716"/>
                    <a:pt x="9381" y="5214"/>
                  </a:cubicBezTo>
                  <a:cubicBezTo>
                    <a:pt x="8687" y="4732"/>
                    <a:pt x="7930" y="4317"/>
                    <a:pt x="7266" y="3819"/>
                  </a:cubicBezTo>
                  <a:cubicBezTo>
                    <a:pt x="6613" y="3332"/>
                    <a:pt x="5924" y="2866"/>
                    <a:pt x="5395" y="2249"/>
                  </a:cubicBezTo>
                  <a:cubicBezTo>
                    <a:pt x="4867" y="1627"/>
                    <a:pt x="4753" y="238"/>
                    <a:pt x="4084" y="113"/>
                  </a:cubicBezTo>
                  <a:cubicBezTo>
                    <a:pt x="3416" y="-11"/>
                    <a:pt x="2053" y="1114"/>
                    <a:pt x="1379" y="1497"/>
                  </a:cubicBezTo>
                  <a:cubicBezTo>
                    <a:pt x="917" y="1751"/>
                    <a:pt x="-5" y="1850"/>
                    <a:pt x="57" y="2378"/>
                  </a:cubicBezTo>
                </a:path>
              </a:pathLst>
            </a:custGeom>
            <a:solidFill>
              <a:srgbClr val="000000"/>
            </a:solidFill>
            <a:ln w="5172" cap="flat">
              <a:noFill/>
              <a:prstDash val="solid"/>
              <a:round/>
            </a:ln>
          </p:spPr>
          <p:txBody>
            <a:bodyPr/>
            <a:lstStyle/>
            <a:p>
              <a:endParaRPr lang="en-US" dirty="0"/>
            </a:p>
          </p:txBody>
        </p:sp>
        <p:sp>
          <p:nvSpPr>
            <p:cNvPr id="47" name="Freeform: Shape 46">
              <a:extLst>
                <a:ext uri="{FF2B5EF4-FFF2-40B4-BE49-F238E27FC236}">
                  <a16:creationId xmlns:a16="http://schemas.microsoft.com/office/drawing/2014/main" id="{5F1BE830-C7F0-30ED-0A1B-C99AAE5869E8}"/>
                </a:ext>
              </a:extLst>
            </p:cNvPr>
            <p:cNvSpPr/>
            <p:nvPr/>
          </p:nvSpPr>
          <p:spPr>
            <a:xfrm rot="-3141944" flipV="1">
              <a:off x="3709883" y="1836395"/>
              <a:ext cx="18624" cy="12747"/>
            </a:xfrm>
            <a:custGeom>
              <a:avLst/>
              <a:gdLst>
                <a:gd name="csX0" fmla="*/ 18434 w 18624"/>
                <a:gd name="csY0" fmla="*/ 12688 h 12747"/>
                <a:gd name="csX1" fmla="*/ 14733 w 18624"/>
                <a:gd name="csY1" fmla="*/ 12725 h 12747"/>
                <a:gd name="csX2" fmla="*/ 9820 w 18624"/>
                <a:gd name="csY2" fmla="*/ 12771 h 12747"/>
                <a:gd name="csX3" fmla="*/ 4077 w 18624"/>
                <a:gd name="csY3" fmla="*/ 11387 h 12747"/>
                <a:gd name="csX4" fmla="*/ 3087 w 18624"/>
                <a:gd name="csY4" fmla="*/ 10750 h 12747"/>
                <a:gd name="csX5" fmla="*/ 6420 w 18624"/>
                <a:gd name="csY5" fmla="*/ 11740 h 12747"/>
                <a:gd name="csX6" fmla="*/ 10208 w 18624"/>
                <a:gd name="csY6" fmla="*/ 12398 h 12747"/>
                <a:gd name="csX7" fmla="*/ 17475 w 18624"/>
                <a:gd name="csY7" fmla="*/ 12211 h 12747"/>
                <a:gd name="csX8" fmla="*/ 13681 w 18624"/>
                <a:gd name="csY8" fmla="*/ 11532 h 12747"/>
                <a:gd name="csX9" fmla="*/ 8721 w 18624"/>
                <a:gd name="csY9" fmla="*/ 10143 h 12747"/>
                <a:gd name="csX10" fmla="*/ 3574 w 18624"/>
                <a:gd name="csY10" fmla="*/ 7635 h 12747"/>
                <a:gd name="csX11" fmla="*/ 1201 w 18624"/>
                <a:gd name="csY11" fmla="*/ 5629 h 12747"/>
                <a:gd name="csX12" fmla="*/ 3999 w 18624"/>
                <a:gd name="csY12" fmla="*/ 7624 h 12747"/>
                <a:gd name="csX13" fmla="*/ 8488 w 18624"/>
                <a:gd name="csY13" fmla="*/ 9682 h 12747"/>
                <a:gd name="csX14" fmla="*/ 12541 w 18624"/>
                <a:gd name="csY14" fmla="*/ 10719 h 12747"/>
                <a:gd name="csX15" fmla="*/ 17226 w 18624"/>
                <a:gd name="csY15" fmla="*/ 11392 h 12747"/>
                <a:gd name="csX16" fmla="*/ 17475 w 18624"/>
                <a:gd name="csY16" fmla="*/ 10408 h 12747"/>
                <a:gd name="csX17" fmla="*/ 16423 w 18624"/>
                <a:gd name="csY17" fmla="*/ 10719 h 12747"/>
                <a:gd name="csX18" fmla="*/ 12054 w 18624"/>
                <a:gd name="csY18" fmla="*/ 9273 h 12747"/>
                <a:gd name="csX19" fmla="*/ 7135 w 18624"/>
                <a:gd name="csY19" fmla="*/ 7091 h 12747"/>
                <a:gd name="csX20" fmla="*/ 5476 w 18624"/>
                <a:gd name="csY20" fmla="*/ 6085 h 12747"/>
                <a:gd name="csX21" fmla="*/ 3217 w 18624"/>
                <a:gd name="csY21" fmla="*/ 4561 h 12747"/>
                <a:gd name="csX22" fmla="*/ 874 w 18624"/>
                <a:gd name="csY22" fmla="*/ 2649 h 12747"/>
                <a:gd name="csX23" fmla="*/ 76 w 18624"/>
                <a:gd name="csY23" fmla="*/ 1773 h 12747"/>
                <a:gd name="csX24" fmla="*/ 1709 w 18624"/>
                <a:gd name="csY24" fmla="*/ 3053 h 12747"/>
                <a:gd name="csX25" fmla="*/ 4901 w 18624"/>
                <a:gd name="csY25" fmla="*/ 5251 h 12747"/>
                <a:gd name="csX26" fmla="*/ 7710 w 18624"/>
                <a:gd name="csY26" fmla="*/ 6795 h 12747"/>
                <a:gd name="csX27" fmla="*/ 12048 w 18624"/>
                <a:gd name="csY27" fmla="*/ 8552 h 12747"/>
                <a:gd name="csX28" fmla="*/ 14484 w 18624"/>
                <a:gd name="csY28" fmla="*/ 9449 h 12747"/>
                <a:gd name="csX29" fmla="*/ 16594 w 18624"/>
                <a:gd name="csY29" fmla="*/ 9941 h 12747"/>
                <a:gd name="csX30" fmla="*/ 17542 w 18624"/>
                <a:gd name="csY30" fmla="*/ 9781 h 12747"/>
                <a:gd name="csX31" fmla="*/ 17459 w 18624"/>
                <a:gd name="csY31" fmla="*/ 9117 h 12747"/>
                <a:gd name="csX32" fmla="*/ 15402 w 18624"/>
                <a:gd name="csY32" fmla="*/ 8645 h 12747"/>
                <a:gd name="csX33" fmla="*/ 13888 w 18624"/>
                <a:gd name="csY33" fmla="*/ 8003 h 12747"/>
                <a:gd name="csX34" fmla="*/ 12411 w 18624"/>
                <a:gd name="csY34" fmla="*/ 7370 h 12747"/>
                <a:gd name="csX35" fmla="*/ 10830 w 18624"/>
                <a:gd name="csY35" fmla="*/ 6557 h 12747"/>
                <a:gd name="csX36" fmla="*/ 8705 w 18624"/>
                <a:gd name="csY36" fmla="*/ 5551 h 12747"/>
                <a:gd name="csX37" fmla="*/ 6586 w 18624"/>
                <a:gd name="csY37" fmla="*/ 4380 h 12747"/>
                <a:gd name="csX38" fmla="*/ 4227 w 18624"/>
                <a:gd name="csY38" fmla="*/ 2623 h 12747"/>
                <a:gd name="csX39" fmla="*/ 2330 w 18624"/>
                <a:gd name="csY39" fmla="*/ 130 h 12747"/>
                <a:gd name="csX40" fmla="*/ 3797 w 18624"/>
                <a:gd name="csY40" fmla="*/ 1477 h 12747"/>
                <a:gd name="csX41" fmla="*/ 6539 w 18624"/>
                <a:gd name="csY41" fmla="*/ 3649 h 12747"/>
                <a:gd name="csX42" fmla="*/ 8851 w 18624"/>
                <a:gd name="csY42" fmla="*/ 4950 h 12747"/>
                <a:gd name="csX43" fmla="*/ 11312 w 18624"/>
                <a:gd name="csY43" fmla="*/ 6033 h 12747"/>
                <a:gd name="csX44" fmla="*/ 13582 w 18624"/>
                <a:gd name="csY44" fmla="*/ 7168 h 12747"/>
                <a:gd name="csX45" fmla="*/ 15878 w 18624"/>
                <a:gd name="csY45" fmla="*/ 7998 h 12747"/>
                <a:gd name="csX46" fmla="*/ 18382 w 18624"/>
                <a:gd name="csY46" fmla="*/ 8065 h 12747"/>
                <a:gd name="csX47" fmla="*/ 18537 w 18624"/>
                <a:gd name="csY47" fmla="*/ 11097 h 12747"/>
                <a:gd name="csX48" fmla="*/ 18434 w 18624"/>
                <a:gd name="csY48" fmla="*/ 12688 h 12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624" h="12747">
                  <a:moveTo>
                    <a:pt x="18434" y="12688"/>
                  </a:moveTo>
                  <a:cubicBezTo>
                    <a:pt x="17796" y="12958"/>
                    <a:pt x="15967" y="12714"/>
                    <a:pt x="14733" y="12725"/>
                  </a:cubicBezTo>
                  <a:cubicBezTo>
                    <a:pt x="13297" y="12740"/>
                    <a:pt x="11447" y="12979"/>
                    <a:pt x="9820" y="12771"/>
                  </a:cubicBezTo>
                  <a:cubicBezTo>
                    <a:pt x="8047" y="12548"/>
                    <a:pt x="5202" y="11719"/>
                    <a:pt x="4077" y="11387"/>
                  </a:cubicBezTo>
                  <a:cubicBezTo>
                    <a:pt x="3704" y="11273"/>
                    <a:pt x="2698" y="10693"/>
                    <a:pt x="3087" y="10750"/>
                  </a:cubicBezTo>
                  <a:cubicBezTo>
                    <a:pt x="3476" y="10812"/>
                    <a:pt x="5290" y="11481"/>
                    <a:pt x="6420" y="11740"/>
                  </a:cubicBezTo>
                  <a:cubicBezTo>
                    <a:pt x="7607" y="12014"/>
                    <a:pt x="8928" y="12346"/>
                    <a:pt x="10208" y="12398"/>
                  </a:cubicBezTo>
                  <a:cubicBezTo>
                    <a:pt x="12054" y="12476"/>
                    <a:pt x="16894" y="12362"/>
                    <a:pt x="17475" y="12211"/>
                  </a:cubicBezTo>
                  <a:cubicBezTo>
                    <a:pt x="18050" y="12071"/>
                    <a:pt x="14930" y="11828"/>
                    <a:pt x="13681" y="11532"/>
                  </a:cubicBezTo>
                  <a:cubicBezTo>
                    <a:pt x="12219" y="11190"/>
                    <a:pt x="10328" y="10760"/>
                    <a:pt x="8721" y="10143"/>
                  </a:cubicBezTo>
                  <a:cubicBezTo>
                    <a:pt x="7042" y="9495"/>
                    <a:pt x="4829" y="8386"/>
                    <a:pt x="3574" y="7635"/>
                  </a:cubicBezTo>
                  <a:cubicBezTo>
                    <a:pt x="2688" y="7101"/>
                    <a:pt x="1128" y="5634"/>
                    <a:pt x="1201" y="5629"/>
                  </a:cubicBezTo>
                  <a:cubicBezTo>
                    <a:pt x="1268" y="5629"/>
                    <a:pt x="2999" y="7070"/>
                    <a:pt x="3999" y="7624"/>
                  </a:cubicBezTo>
                  <a:cubicBezTo>
                    <a:pt x="5217" y="8298"/>
                    <a:pt x="7068" y="9169"/>
                    <a:pt x="8488" y="9682"/>
                  </a:cubicBezTo>
                  <a:cubicBezTo>
                    <a:pt x="9799" y="10159"/>
                    <a:pt x="11172" y="10449"/>
                    <a:pt x="12541" y="10719"/>
                  </a:cubicBezTo>
                  <a:cubicBezTo>
                    <a:pt x="13997" y="11004"/>
                    <a:pt x="16402" y="11450"/>
                    <a:pt x="17226" y="11392"/>
                  </a:cubicBezTo>
                  <a:cubicBezTo>
                    <a:pt x="17568" y="11377"/>
                    <a:pt x="17610" y="10517"/>
                    <a:pt x="17475" y="10408"/>
                  </a:cubicBezTo>
                  <a:cubicBezTo>
                    <a:pt x="17345" y="10294"/>
                    <a:pt x="16780" y="10791"/>
                    <a:pt x="16423" y="10719"/>
                  </a:cubicBezTo>
                  <a:cubicBezTo>
                    <a:pt x="15516" y="10527"/>
                    <a:pt x="13479" y="9832"/>
                    <a:pt x="12054" y="9273"/>
                  </a:cubicBezTo>
                  <a:cubicBezTo>
                    <a:pt x="10504" y="8671"/>
                    <a:pt x="8229" y="7619"/>
                    <a:pt x="7135" y="7091"/>
                  </a:cubicBezTo>
                  <a:cubicBezTo>
                    <a:pt x="6555" y="6811"/>
                    <a:pt x="6021" y="6432"/>
                    <a:pt x="5476" y="6085"/>
                  </a:cubicBezTo>
                  <a:cubicBezTo>
                    <a:pt x="4829" y="5665"/>
                    <a:pt x="3948" y="5105"/>
                    <a:pt x="3217" y="4561"/>
                  </a:cubicBezTo>
                  <a:cubicBezTo>
                    <a:pt x="2455" y="3991"/>
                    <a:pt x="1398" y="3115"/>
                    <a:pt x="874" y="2649"/>
                  </a:cubicBezTo>
                  <a:cubicBezTo>
                    <a:pt x="579" y="2389"/>
                    <a:pt x="-59" y="1700"/>
                    <a:pt x="76" y="1773"/>
                  </a:cubicBezTo>
                  <a:cubicBezTo>
                    <a:pt x="216" y="1835"/>
                    <a:pt x="1149" y="2649"/>
                    <a:pt x="1709" y="3053"/>
                  </a:cubicBezTo>
                  <a:cubicBezTo>
                    <a:pt x="2512" y="3633"/>
                    <a:pt x="3901" y="4629"/>
                    <a:pt x="4901" y="5251"/>
                  </a:cubicBezTo>
                  <a:cubicBezTo>
                    <a:pt x="5808" y="5815"/>
                    <a:pt x="6741" y="6349"/>
                    <a:pt x="7710" y="6795"/>
                  </a:cubicBezTo>
                  <a:cubicBezTo>
                    <a:pt x="8902" y="7344"/>
                    <a:pt x="10918" y="8106"/>
                    <a:pt x="12048" y="8552"/>
                  </a:cubicBezTo>
                  <a:cubicBezTo>
                    <a:pt x="12852" y="8868"/>
                    <a:pt x="13728" y="9216"/>
                    <a:pt x="14484" y="9449"/>
                  </a:cubicBezTo>
                  <a:cubicBezTo>
                    <a:pt x="15174" y="9661"/>
                    <a:pt x="16081" y="9884"/>
                    <a:pt x="16594" y="9941"/>
                  </a:cubicBezTo>
                  <a:cubicBezTo>
                    <a:pt x="16910" y="9978"/>
                    <a:pt x="17397" y="9920"/>
                    <a:pt x="17542" y="9781"/>
                  </a:cubicBezTo>
                  <a:cubicBezTo>
                    <a:pt x="17682" y="9646"/>
                    <a:pt x="17656" y="9221"/>
                    <a:pt x="17459" y="9117"/>
                  </a:cubicBezTo>
                  <a:cubicBezTo>
                    <a:pt x="17102" y="8925"/>
                    <a:pt x="15998" y="8832"/>
                    <a:pt x="15402" y="8645"/>
                  </a:cubicBezTo>
                  <a:cubicBezTo>
                    <a:pt x="14878" y="8480"/>
                    <a:pt x="14386" y="8215"/>
                    <a:pt x="13888" y="8003"/>
                  </a:cubicBezTo>
                  <a:cubicBezTo>
                    <a:pt x="13396" y="7790"/>
                    <a:pt x="12898" y="7598"/>
                    <a:pt x="12411" y="7370"/>
                  </a:cubicBezTo>
                  <a:cubicBezTo>
                    <a:pt x="11903" y="7132"/>
                    <a:pt x="11364" y="6821"/>
                    <a:pt x="10830" y="6557"/>
                  </a:cubicBezTo>
                  <a:cubicBezTo>
                    <a:pt x="10214" y="6256"/>
                    <a:pt x="9405" y="5909"/>
                    <a:pt x="8705" y="5551"/>
                  </a:cubicBezTo>
                  <a:cubicBezTo>
                    <a:pt x="8001" y="5188"/>
                    <a:pt x="7259" y="4825"/>
                    <a:pt x="6586" y="4380"/>
                  </a:cubicBezTo>
                  <a:cubicBezTo>
                    <a:pt x="5839" y="3893"/>
                    <a:pt x="4922" y="3317"/>
                    <a:pt x="4227" y="2623"/>
                  </a:cubicBezTo>
                  <a:cubicBezTo>
                    <a:pt x="3517" y="1913"/>
                    <a:pt x="2398" y="321"/>
                    <a:pt x="2330" y="130"/>
                  </a:cubicBezTo>
                  <a:cubicBezTo>
                    <a:pt x="2258" y="-62"/>
                    <a:pt x="3289" y="1052"/>
                    <a:pt x="3797" y="1477"/>
                  </a:cubicBezTo>
                  <a:cubicBezTo>
                    <a:pt x="4502" y="2063"/>
                    <a:pt x="5699" y="3074"/>
                    <a:pt x="6539" y="3649"/>
                  </a:cubicBezTo>
                  <a:cubicBezTo>
                    <a:pt x="7270" y="4152"/>
                    <a:pt x="8063" y="4556"/>
                    <a:pt x="8851" y="4950"/>
                  </a:cubicBezTo>
                  <a:cubicBezTo>
                    <a:pt x="9649" y="5344"/>
                    <a:pt x="10525" y="5665"/>
                    <a:pt x="11312" y="6033"/>
                  </a:cubicBezTo>
                  <a:cubicBezTo>
                    <a:pt x="12079" y="6391"/>
                    <a:pt x="12821" y="6837"/>
                    <a:pt x="13582" y="7168"/>
                  </a:cubicBezTo>
                  <a:cubicBezTo>
                    <a:pt x="14329" y="7490"/>
                    <a:pt x="15080" y="7847"/>
                    <a:pt x="15878" y="7998"/>
                  </a:cubicBezTo>
                  <a:cubicBezTo>
                    <a:pt x="16682" y="8148"/>
                    <a:pt x="17936" y="7552"/>
                    <a:pt x="18382" y="8065"/>
                  </a:cubicBezTo>
                  <a:cubicBezTo>
                    <a:pt x="18822" y="8583"/>
                    <a:pt x="18532" y="10330"/>
                    <a:pt x="18537" y="11097"/>
                  </a:cubicBezTo>
                  <a:cubicBezTo>
                    <a:pt x="18542" y="11631"/>
                    <a:pt x="18921" y="12481"/>
                    <a:pt x="18434" y="12688"/>
                  </a:cubicBezTo>
                </a:path>
              </a:pathLst>
            </a:custGeom>
            <a:solidFill>
              <a:srgbClr val="000000"/>
            </a:solidFill>
            <a:ln w="5172" cap="flat">
              <a:noFill/>
              <a:prstDash val="solid"/>
              <a:round/>
            </a:ln>
          </p:spPr>
          <p:txBody>
            <a:bodyPr/>
            <a:lstStyle/>
            <a:p>
              <a:endParaRPr lang="en-US" dirty="0"/>
            </a:p>
          </p:txBody>
        </p:sp>
        <p:grpSp>
          <p:nvGrpSpPr>
            <p:cNvPr id="48" name="Graphic 4">
              <a:extLst>
                <a:ext uri="{FF2B5EF4-FFF2-40B4-BE49-F238E27FC236}">
                  <a16:creationId xmlns:a16="http://schemas.microsoft.com/office/drawing/2014/main" id="{895CA3D6-BDCC-CAF6-4C65-2364AF17528B}"/>
                </a:ext>
              </a:extLst>
            </p:cNvPr>
            <p:cNvGrpSpPr/>
            <p:nvPr/>
          </p:nvGrpSpPr>
          <p:grpSpPr>
            <a:xfrm>
              <a:off x="3714193" y="1808845"/>
              <a:ext cx="231382" cy="71752"/>
              <a:chOff x="3714193" y="1808845"/>
              <a:chExt cx="231382" cy="71752"/>
            </a:xfrm>
          </p:grpSpPr>
          <p:grpSp>
            <p:nvGrpSpPr>
              <p:cNvPr id="49" name="Graphic 4">
                <a:extLst>
                  <a:ext uri="{FF2B5EF4-FFF2-40B4-BE49-F238E27FC236}">
                    <a16:creationId xmlns:a16="http://schemas.microsoft.com/office/drawing/2014/main" id="{5DD6D08D-B74F-B595-DAA6-3183590D2DA0}"/>
                  </a:ext>
                </a:extLst>
              </p:cNvPr>
              <p:cNvGrpSpPr/>
              <p:nvPr/>
            </p:nvGrpSpPr>
            <p:grpSpPr>
              <a:xfrm>
                <a:off x="3714193" y="1808845"/>
                <a:ext cx="231382" cy="71752"/>
                <a:chOff x="3714193" y="1808845"/>
                <a:chExt cx="231382" cy="71752"/>
              </a:xfrm>
            </p:grpSpPr>
            <p:sp>
              <p:nvSpPr>
                <p:cNvPr id="51" name="Freeform: Shape 50">
                  <a:extLst>
                    <a:ext uri="{FF2B5EF4-FFF2-40B4-BE49-F238E27FC236}">
                      <a16:creationId xmlns:a16="http://schemas.microsoft.com/office/drawing/2014/main" id="{35861DD1-B05C-F5CD-AFE2-12BC222DB74B}"/>
                    </a:ext>
                  </a:extLst>
                </p:cNvPr>
                <p:cNvSpPr/>
                <p:nvPr/>
              </p:nvSpPr>
              <p:spPr>
                <a:xfrm rot="-5115913">
                  <a:off x="3803320" y="1730828"/>
                  <a:ext cx="53128" cy="227785"/>
                </a:xfrm>
                <a:custGeom>
                  <a:avLst/>
                  <a:gdLst>
                    <a:gd name="csX0" fmla="*/ 20044 w 53128"/>
                    <a:gd name="csY0" fmla="*/ 225112 h 227785"/>
                    <a:gd name="csX1" fmla="*/ 12521 w 53128"/>
                    <a:gd name="csY1" fmla="*/ 208623 h 227785"/>
                    <a:gd name="csX2" fmla="*/ 16590 w 53128"/>
                    <a:gd name="csY2" fmla="*/ 189308 h 227785"/>
                    <a:gd name="csX3" fmla="*/ 27881 w 53128"/>
                    <a:gd name="csY3" fmla="*/ 173088 h 227785"/>
                    <a:gd name="csX4" fmla="*/ 38700 w 53128"/>
                    <a:gd name="csY4" fmla="*/ 152355 h 227785"/>
                    <a:gd name="csX5" fmla="*/ 35119 w 53128"/>
                    <a:gd name="csY5" fmla="*/ 139718 h 227785"/>
                    <a:gd name="csX6" fmla="*/ 31794 w 53128"/>
                    <a:gd name="csY6" fmla="*/ 132299 h 227785"/>
                    <a:gd name="csX7" fmla="*/ 30001 w 53128"/>
                    <a:gd name="csY7" fmla="*/ 128136 h 227785"/>
                    <a:gd name="csX8" fmla="*/ 28172 w 53128"/>
                    <a:gd name="csY8" fmla="*/ 127867 h 227785"/>
                    <a:gd name="csX9" fmla="*/ 25052 w 53128"/>
                    <a:gd name="csY9" fmla="*/ 126930 h 227785"/>
                    <a:gd name="csX10" fmla="*/ 23597 w 53128"/>
                    <a:gd name="csY10" fmla="*/ 126262 h 227785"/>
                    <a:gd name="csX11" fmla="*/ 22940 w 53128"/>
                    <a:gd name="csY11" fmla="*/ 127913 h 227785"/>
                    <a:gd name="csX12" fmla="*/ 18707 w 53128"/>
                    <a:gd name="csY12" fmla="*/ 130198 h 227785"/>
                    <a:gd name="csX13" fmla="*/ 19633 w 53128"/>
                    <a:gd name="csY13" fmla="*/ 130673 h 227785"/>
                    <a:gd name="csX14" fmla="*/ 17269 w 53128"/>
                    <a:gd name="csY14" fmla="*/ 129588 h 227785"/>
                    <a:gd name="csX15" fmla="*/ 16234 w 53128"/>
                    <a:gd name="csY15" fmla="*/ 129021 h 227785"/>
                    <a:gd name="csX16" fmla="*/ 12283 w 53128"/>
                    <a:gd name="csY16" fmla="*/ 123861 h 227785"/>
                    <a:gd name="csX17" fmla="*/ 10444 w 53128"/>
                    <a:gd name="csY17" fmla="*/ 122042 h 227785"/>
                    <a:gd name="csX18" fmla="*/ 7884 w 53128"/>
                    <a:gd name="csY18" fmla="*/ 118920 h 227785"/>
                    <a:gd name="csX19" fmla="*/ 4899 w 53128"/>
                    <a:gd name="csY19" fmla="*/ 113656 h 227785"/>
                    <a:gd name="csX20" fmla="*/ 1004 w 53128"/>
                    <a:gd name="csY20" fmla="*/ 85790 h 227785"/>
                    <a:gd name="csX21" fmla="*/ 2907 w 53128"/>
                    <a:gd name="csY21" fmla="*/ 59422 h 227785"/>
                    <a:gd name="csX22" fmla="*/ 7165 w 53128"/>
                    <a:gd name="csY22" fmla="*/ 35733 h 227785"/>
                    <a:gd name="csX23" fmla="*/ 7945 w 53128"/>
                    <a:gd name="csY23" fmla="*/ 33095 h 227785"/>
                    <a:gd name="csX24" fmla="*/ 7045 w 53128"/>
                    <a:gd name="csY24" fmla="*/ 32137 h 227785"/>
                    <a:gd name="csX25" fmla="*/ 10637 w 53128"/>
                    <a:gd name="csY25" fmla="*/ 26855 h 227785"/>
                    <a:gd name="csX26" fmla="*/ 17828 w 53128"/>
                    <a:gd name="csY26" fmla="*/ 17815 h 227785"/>
                    <a:gd name="csX27" fmla="*/ 25154 w 53128"/>
                    <a:gd name="csY27" fmla="*/ 8204 h 227785"/>
                    <a:gd name="csX28" fmla="*/ 29220 w 53128"/>
                    <a:gd name="csY28" fmla="*/ 3960 h 227785"/>
                    <a:gd name="csX29" fmla="*/ 30984 w 53128"/>
                    <a:gd name="csY29" fmla="*/ 1844 h 227785"/>
                    <a:gd name="csX30" fmla="*/ 32525 w 53128"/>
                    <a:gd name="csY30" fmla="*/ 660 h 227785"/>
                    <a:gd name="csX31" fmla="*/ 36416 w 53128"/>
                    <a:gd name="csY31" fmla="*/ 1740 h 227785"/>
                    <a:gd name="csX32" fmla="*/ 37065 w 53128"/>
                    <a:gd name="csY32" fmla="*/ 3338 h 227785"/>
                    <a:gd name="csX33" fmla="*/ 37487 w 53128"/>
                    <a:gd name="csY33" fmla="*/ 4947 h 227785"/>
                    <a:gd name="csX34" fmla="*/ 38445 w 53128"/>
                    <a:gd name="csY34" fmla="*/ 6880 h 227785"/>
                    <a:gd name="csX35" fmla="*/ 38902 w 53128"/>
                    <a:gd name="csY35" fmla="*/ 8168 h 227785"/>
                    <a:gd name="csX36" fmla="*/ 41777 w 53128"/>
                    <a:gd name="csY36" fmla="*/ 13098 h 227785"/>
                    <a:gd name="csX37" fmla="*/ 45051 w 53128"/>
                    <a:gd name="csY37" fmla="*/ 26514 h 227785"/>
                    <a:gd name="csX38" fmla="*/ 46046 w 53128"/>
                    <a:gd name="csY38" fmla="*/ 32423 h 227785"/>
                    <a:gd name="csX39" fmla="*/ 47685 w 53128"/>
                    <a:gd name="csY39" fmla="*/ 36005 h 227785"/>
                    <a:gd name="csX40" fmla="*/ 47400 w 53128"/>
                    <a:gd name="csY40" fmla="*/ 38943 h 227785"/>
                    <a:gd name="csX41" fmla="*/ 45682 w 53128"/>
                    <a:gd name="csY41" fmla="*/ 39672 h 227785"/>
                    <a:gd name="csX42" fmla="*/ 45208 w 53128"/>
                    <a:gd name="csY42" fmla="*/ 44771 h 227785"/>
                    <a:gd name="csX43" fmla="*/ 45152 w 53128"/>
                    <a:gd name="csY43" fmla="*/ 62477 h 227785"/>
                    <a:gd name="csX44" fmla="*/ 45350 w 53128"/>
                    <a:gd name="csY44" fmla="*/ 70154 h 227785"/>
                    <a:gd name="csX45" fmla="*/ 51276 w 53128"/>
                    <a:gd name="csY45" fmla="*/ 89756 h 227785"/>
                    <a:gd name="csX46" fmla="*/ 49965 w 53128"/>
                    <a:gd name="csY46" fmla="*/ 111071 h 227785"/>
                    <a:gd name="csX47" fmla="*/ 43602 w 53128"/>
                    <a:gd name="csY47" fmla="*/ 119613 h 227785"/>
                    <a:gd name="csX48" fmla="*/ 37766 w 53128"/>
                    <a:gd name="csY48" fmla="*/ 125230 h 227785"/>
                    <a:gd name="csX49" fmla="*/ 36203 w 53128"/>
                    <a:gd name="csY49" fmla="*/ 126471 h 227785"/>
                    <a:gd name="csX50" fmla="*/ 39097 w 53128"/>
                    <a:gd name="csY50" fmla="*/ 132566 h 227785"/>
                    <a:gd name="csX51" fmla="*/ 45365 w 53128"/>
                    <a:gd name="csY51" fmla="*/ 151963 h 227785"/>
                    <a:gd name="csX52" fmla="*/ 40232 w 53128"/>
                    <a:gd name="csY52" fmla="*/ 167893 h 227785"/>
                    <a:gd name="csX53" fmla="*/ 32899 w 53128"/>
                    <a:gd name="csY53" fmla="*/ 176036 h 227785"/>
                    <a:gd name="csX54" fmla="*/ 24431 w 53128"/>
                    <a:gd name="csY54" fmla="*/ 185680 h 227785"/>
                    <a:gd name="csX55" fmla="*/ 22107 w 53128"/>
                    <a:gd name="csY55" fmla="*/ 223956 h 227785"/>
                    <a:gd name="csX56" fmla="*/ 23144 w 53128"/>
                    <a:gd name="csY56" fmla="*/ 227841 h 227785"/>
                    <a:gd name="csX57" fmla="*/ 20044 w 53128"/>
                    <a:gd name="csY57" fmla="*/ 225113 h 227785"/>
                    <a:gd name="csX58" fmla="*/ 15805 w 53128"/>
                    <a:gd name="csY58" fmla="*/ 197576 h 227785"/>
                    <a:gd name="csX59" fmla="*/ 30289 w 53128"/>
                    <a:gd name="csY59" fmla="*/ 172816 h 227785"/>
                    <a:gd name="csX60" fmla="*/ 37826 w 53128"/>
                    <a:gd name="csY60" fmla="*/ 164868 h 227785"/>
                    <a:gd name="csX61" fmla="*/ 40869 w 53128"/>
                    <a:gd name="csY61" fmla="*/ 147477 h 227785"/>
                    <a:gd name="csX62" fmla="*/ 36668 w 53128"/>
                    <a:gd name="csY62" fmla="*/ 134049 h 227785"/>
                    <a:gd name="csX63" fmla="*/ 33645 w 53128"/>
                    <a:gd name="csY63" fmla="*/ 127180 h 227785"/>
                    <a:gd name="csX64" fmla="*/ 33645 w 53128"/>
                    <a:gd name="csY64" fmla="*/ 127180 h 227785"/>
                    <a:gd name="csX65" fmla="*/ 33645 w 53128"/>
                    <a:gd name="csY65" fmla="*/ 127180 h 227785"/>
                    <a:gd name="csX66" fmla="*/ 36572 w 53128"/>
                    <a:gd name="csY66" fmla="*/ 134045 h 227785"/>
                    <a:gd name="csX67" fmla="*/ 41266 w 53128"/>
                    <a:gd name="csY67" fmla="*/ 151695 h 227785"/>
                    <a:gd name="csX68" fmla="*/ 40451 w 53128"/>
                    <a:gd name="csY68" fmla="*/ 159526 h 227785"/>
                    <a:gd name="csX69" fmla="*/ 30289 w 53128"/>
                    <a:gd name="csY69" fmla="*/ 172816 h 227785"/>
                    <a:gd name="csX70" fmla="*/ 18007 w 53128"/>
                    <a:gd name="csY70" fmla="*/ 191345 h 227785"/>
                    <a:gd name="csX71" fmla="*/ 14620 w 53128"/>
                    <a:gd name="csY71" fmla="*/ 202983 h 227785"/>
                    <a:gd name="csX72" fmla="*/ 14576 w 53128"/>
                    <a:gd name="csY72" fmla="*/ 202333 h 227785"/>
                    <a:gd name="csX73" fmla="*/ 15805 w 53128"/>
                    <a:gd name="csY73" fmla="*/ 197576 h 227785"/>
                    <a:gd name="csX74" fmla="*/ 47293 w 53128"/>
                    <a:gd name="csY74" fmla="*/ 37132 h 227785"/>
                    <a:gd name="csX75" fmla="*/ 45841 w 53128"/>
                    <a:gd name="csY75" fmla="*/ 34322 h 227785"/>
                    <a:gd name="csX76" fmla="*/ 42431 w 53128"/>
                    <a:gd name="csY76" fmla="*/ 27848 h 227785"/>
                    <a:gd name="csX77" fmla="*/ 39927 w 53128"/>
                    <a:gd name="csY77" fmla="*/ 25748 h 227785"/>
                    <a:gd name="csX78" fmla="*/ 39121 w 53128"/>
                    <a:gd name="csY78" fmla="*/ 28928 h 227785"/>
                    <a:gd name="csX79" fmla="*/ 44949 w 53128"/>
                    <a:gd name="csY79" fmla="*/ 37556 h 227785"/>
                    <a:gd name="csX80" fmla="*/ 47293 w 53128"/>
                    <a:gd name="csY80" fmla="*/ 37132 h 227785"/>
                    <a:gd name="csX81" fmla="*/ 13888 w 53128"/>
                    <a:gd name="csY81" fmla="*/ 31249 h 227785"/>
                    <a:gd name="csX82" fmla="*/ 19679 w 53128"/>
                    <a:gd name="csY82" fmla="*/ 23445 h 227785"/>
                    <a:gd name="csX83" fmla="*/ 15997 w 53128"/>
                    <a:gd name="csY83" fmla="*/ 24666 h 227785"/>
                    <a:gd name="csX84" fmla="*/ 11129 w 53128"/>
                    <a:gd name="csY84" fmla="*/ 28055 h 227785"/>
                    <a:gd name="csX85" fmla="*/ 7702 w 53128"/>
                    <a:gd name="csY85" fmla="*/ 31362 h 227785"/>
                    <a:gd name="csX86" fmla="*/ 13888 w 53128"/>
                    <a:gd name="csY86" fmla="*/ 31249 h 227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53128" h="227785">
                      <a:moveTo>
                        <a:pt x="20044" y="225112"/>
                      </a:moveTo>
                      <a:cubicBezTo>
                        <a:pt x="15987" y="220685"/>
                        <a:pt x="13157" y="214481"/>
                        <a:pt x="12521" y="208623"/>
                      </a:cubicBezTo>
                      <a:cubicBezTo>
                        <a:pt x="11848" y="202432"/>
                        <a:pt x="13140" y="196301"/>
                        <a:pt x="16590" y="189308"/>
                      </a:cubicBezTo>
                      <a:cubicBezTo>
                        <a:pt x="19406" y="183599"/>
                        <a:pt x="22740" y="178810"/>
                        <a:pt x="27881" y="173088"/>
                      </a:cubicBezTo>
                      <a:cubicBezTo>
                        <a:pt x="36894" y="163057"/>
                        <a:pt x="38689" y="159618"/>
                        <a:pt x="38700" y="152355"/>
                      </a:cubicBezTo>
                      <a:cubicBezTo>
                        <a:pt x="38705" y="148714"/>
                        <a:pt x="37731" y="145275"/>
                        <a:pt x="35119" y="139718"/>
                      </a:cubicBezTo>
                      <a:cubicBezTo>
                        <a:pt x="34277" y="137927"/>
                        <a:pt x="32781" y="134588"/>
                        <a:pt x="31794" y="132299"/>
                      </a:cubicBezTo>
                      <a:lnTo>
                        <a:pt x="30001" y="128136"/>
                      </a:lnTo>
                      <a:lnTo>
                        <a:pt x="28172" y="127867"/>
                      </a:lnTo>
                      <a:cubicBezTo>
                        <a:pt x="27167" y="127719"/>
                        <a:pt x="25762" y="127298"/>
                        <a:pt x="25052" y="126930"/>
                      </a:cubicBezTo>
                      <a:cubicBezTo>
                        <a:pt x="24341" y="126563"/>
                        <a:pt x="23687" y="126262"/>
                        <a:pt x="23597" y="126262"/>
                      </a:cubicBezTo>
                      <a:cubicBezTo>
                        <a:pt x="23507" y="126262"/>
                        <a:pt x="23212" y="127005"/>
                        <a:pt x="22940" y="127913"/>
                      </a:cubicBezTo>
                      <a:cubicBezTo>
                        <a:pt x="22186" y="130428"/>
                        <a:pt x="19916" y="131654"/>
                        <a:pt x="18707" y="130198"/>
                      </a:cubicBezTo>
                      <a:cubicBezTo>
                        <a:pt x="18414" y="129845"/>
                        <a:pt x="19952" y="130551"/>
                        <a:pt x="19633" y="130673"/>
                      </a:cubicBezTo>
                      <a:cubicBezTo>
                        <a:pt x="19315" y="130796"/>
                        <a:pt x="17129" y="129814"/>
                        <a:pt x="17269" y="129588"/>
                      </a:cubicBezTo>
                      <a:cubicBezTo>
                        <a:pt x="17269" y="129588"/>
                        <a:pt x="16551" y="129194"/>
                        <a:pt x="16234" y="129021"/>
                      </a:cubicBezTo>
                      <a:cubicBezTo>
                        <a:pt x="15749" y="128958"/>
                        <a:pt x="12637" y="124895"/>
                        <a:pt x="12283" y="123861"/>
                      </a:cubicBezTo>
                      <a:cubicBezTo>
                        <a:pt x="12147" y="123465"/>
                        <a:pt x="11319" y="122646"/>
                        <a:pt x="10444" y="122042"/>
                      </a:cubicBezTo>
                      <a:cubicBezTo>
                        <a:pt x="9484" y="121380"/>
                        <a:pt x="8467" y="120140"/>
                        <a:pt x="7884" y="118920"/>
                      </a:cubicBezTo>
                      <a:cubicBezTo>
                        <a:pt x="7351" y="117807"/>
                        <a:pt x="6008" y="115438"/>
                        <a:pt x="4899" y="113656"/>
                      </a:cubicBezTo>
                      <a:cubicBezTo>
                        <a:pt x="-58" y="105694"/>
                        <a:pt x="-926" y="99488"/>
                        <a:pt x="1004" y="85790"/>
                      </a:cubicBezTo>
                      <a:cubicBezTo>
                        <a:pt x="2344" y="76276"/>
                        <a:pt x="2904" y="68517"/>
                        <a:pt x="2907" y="59422"/>
                      </a:cubicBezTo>
                      <a:cubicBezTo>
                        <a:pt x="2910" y="48542"/>
                        <a:pt x="4132" y="41749"/>
                        <a:pt x="7165" y="35733"/>
                      </a:cubicBezTo>
                      <a:cubicBezTo>
                        <a:pt x="7964" y="34149"/>
                        <a:pt x="8246" y="33195"/>
                        <a:pt x="7945" y="33095"/>
                      </a:cubicBezTo>
                      <a:cubicBezTo>
                        <a:pt x="7686" y="33009"/>
                        <a:pt x="7281" y="32577"/>
                        <a:pt x="7045" y="32137"/>
                      </a:cubicBezTo>
                      <a:cubicBezTo>
                        <a:pt x="6470" y="31061"/>
                        <a:pt x="8630" y="27885"/>
                        <a:pt x="10637" y="26855"/>
                      </a:cubicBezTo>
                      <a:cubicBezTo>
                        <a:pt x="12420" y="25940"/>
                        <a:pt x="16211" y="21175"/>
                        <a:pt x="17828" y="17815"/>
                      </a:cubicBezTo>
                      <a:cubicBezTo>
                        <a:pt x="19482" y="14379"/>
                        <a:pt x="22331" y="10641"/>
                        <a:pt x="25154" y="8204"/>
                      </a:cubicBezTo>
                      <a:cubicBezTo>
                        <a:pt x="26457" y="7079"/>
                        <a:pt x="28242" y="5133"/>
                        <a:pt x="29220" y="3960"/>
                      </a:cubicBezTo>
                      <a:lnTo>
                        <a:pt x="30984" y="1844"/>
                      </a:lnTo>
                      <a:cubicBezTo>
                        <a:pt x="32020" y="988"/>
                        <a:pt x="31931" y="1039"/>
                        <a:pt x="32525" y="660"/>
                      </a:cubicBezTo>
                      <a:cubicBezTo>
                        <a:pt x="34641" y="-434"/>
                        <a:pt x="35518" y="-26"/>
                        <a:pt x="36416" y="1740"/>
                      </a:cubicBezTo>
                      <a:cubicBezTo>
                        <a:pt x="36853" y="2599"/>
                        <a:pt x="36774" y="2662"/>
                        <a:pt x="37065" y="3338"/>
                      </a:cubicBezTo>
                      <a:cubicBezTo>
                        <a:pt x="37318" y="4202"/>
                        <a:pt x="37311" y="4335"/>
                        <a:pt x="37487" y="4947"/>
                      </a:cubicBezTo>
                      <a:cubicBezTo>
                        <a:pt x="38106" y="6308"/>
                        <a:pt x="37783" y="5544"/>
                        <a:pt x="38445" y="6880"/>
                      </a:cubicBezTo>
                      <a:lnTo>
                        <a:pt x="38902" y="8168"/>
                      </a:lnTo>
                      <a:cubicBezTo>
                        <a:pt x="39130" y="8978"/>
                        <a:pt x="40002" y="10629"/>
                        <a:pt x="41777" y="13098"/>
                      </a:cubicBezTo>
                      <a:cubicBezTo>
                        <a:pt x="43935" y="16099"/>
                        <a:pt x="45116" y="20941"/>
                        <a:pt x="45051" y="26514"/>
                      </a:cubicBezTo>
                      <a:cubicBezTo>
                        <a:pt x="45002" y="30759"/>
                        <a:pt x="45065" y="31136"/>
                        <a:pt x="46046" y="32423"/>
                      </a:cubicBezTo>
                      <a:cubicBezTo>
                        <a:pt x="46622" y="33178"/>
                        <a:pt x="47360" y="34790"/>
                        <a:pt x="47685" y="36005"/>
                      </a:cubicBezTo>
                      <a:cubicBezTo>
                        <a:pt x="48251" y="38117"/>
                        <a:pt x="48239" y="38247"/>
                        <a:pt x="47400" y="38943"/>
                      </a:cubicBezTo>
                      <a:cubicBezTo>
                        <a:pt x="46917" y="39344"/>
                        <a:pt x="46144" y="39672"/>
                        <a:pt x="45682" y="39672"/>
                      </a:cubicBezTo>
                      <a:cubicBezTo>
                        <a:pt x="44865" y="39672"/>
                        <a:pt x="44852" y="39814"/>
                        <a:pt x="45208" y="44771"/>
                      </a:cubicBezTo>
                      <a:cubicBezTo>
                        <a:pt x="45617" y="50478"/>
                        <a:pt x="45603" y="54949"/>
                        <a:pt x="45152" y="62477"/>
                      </a:cubicBezTo>
                      <a:cubicBezTo>
                        <a:pt x="44942" y="65973"/>
                        <a:pt x="45005" y="68399"/>
                        <a:pt x="45350" y="70154"/>
                      </a:cubicBezTo>
                      <a:cubicBezTo>
                        <a:pt x="45876" y="72828"/>
                        <a:pt x="48447" y="81331"/>
                        <a:pt x="51276" y="89756"/>
                      </a:cubicBezTo>
                      <a:cubicBezTo>
                        <a:pt x="54143" y="98293"/>
                        <a:pt x="53831" y="103366"/>
                        <a:pt x="49965" y="111071"/>
                      </a:cubicBezTo>
                      <a:cubicBezTo>
                        <a:pt x="48177" y="114636"/>
                        <a:pt x="47258" y="115870"/>
                        <a:pt x="43602" y="119613"/>
                      </a:cubicBezTo>
                      <a:cubicBezTo>
                        <a:pt x="41252" y="122020"/>
                        <a:pt x="38626" y="124547"/>
                        <a:pt x="37766" y="125230"/>
                      </a:cubicBezTo>
                      <a:lnTo>
                        <a:pt x="36203" y="126471"/>
                      </a:lnTo>
                      <a:lnTo>
                        <a:pt x="39097" y="132566"/>
                      </a:lnTo>
                      <a:cubicBezTo>
                        <a:pt x="44383" y="143699"/>
                        <a:pt x="45365" y="146737"/>
                        <a:pt x="45365" y="151963"/>
                      </a:cubicBezTo>
                      <a:cubicBezTo>
                        <a:pt x="45365" y="157454"/>
                        <a:pt x="43593" y="162954"/>
                        <a:pt x="40232" y="167893"/>
                      </a:cubicBezTo>
                      <a:cubicBezTo>
                        <a:pt x="39531" y="168924"/>
                        <a:pt x="36231" y="172588"/>
                        <a:pt x="32899" y="176036"/>
                      </a:cubicBezTo>
                      <a:cubicBezTo>
                        <a:pt x="29567" y="179484"/>
                        <a:pt x="25756" y="183824"/>
                        <a:pt x="24431" y="185680"/>
                      </a:cubicBezTo>
                      <a:cubicBezTo>
                        <a:pt x="14390" y="199743"/>
                        <a:pt x="13602" y="212719"/>
                        <a:pt x="22107" y="223956"/>
                      </a:cubicBezTo>
                      <a:cubicBezTo>
                        <a:pt x="24097" y="226586"/>
                        <a:pt x="24432" y="227841"/>
                        <a:pt x="23144" y="227841"/>
                      </a:cubicBezTo>
                      <a:cubicBezTo>
                        <a:pt x="22814" y="227841"/>
                        <a:pt x="21419" y="226614"/>
                        <a:pt x="20044" y="225113"/>
                      </a:cubicBezTo>
                      <a:close/>
                      <a:moveTo>
                        <a:pt x="15805" y="197576"/>
                      </a:moveTo>
                      <a:cubicBezTo>
                        <a:pt x="18574" y="189004"/>
                        <a:pt x="21181" y="182245"/>
                        <a:pt x="30289" y="172816"/>
                      </a:cubicBezTo>
                      <a:cubicBezTo>
                        <a:pt x="33275" y="169725"/>
                        <a:pt x="36959" y="166178"/>
                        <a:pt x="37826" y="164868"/>
                      </a:cubicBezTo>
                      <a:cubicBezTo>
                        <a:pt x="41455" y="159379"/>
                        <a:pt x="42205" y="154133"/>
                        <a:pt x="40869" y="147477"/>
                      </a:cubicBezTo>
                      <a:cubicBezTo>
                        <a:pt x="40457" y="145425"/>
                        <a:pt x="38795" y="138881"/>
                        <a:pt x="36668" y="134049"/>
                      </a:cubicBezTo>
                      <a:lnTo>
                        <a:pt x="33645" y="127180"/>
                      </a:lnTo>
                      <a:lnTo>
                        <a:pt x="33645" y="127180"/>
                      </a:lnTo>
                      <a:cubicBezTo>
                        <a:pt x="32993" y="127407"/>
                        <a:pt x="33643" y="126916"/>
                        <a:pt x="33645" y="127180"/>
                      </a:cubicBezTo>
                      <a:cubicBezTo>
                        <a:pt x="33647" y="127444"/>
                        <a:pt x="35179" y="130954"/>
                        <a:pt x="36572" y="134045"/>
                      </a:cubicBezTo>
                      <a:cubicBezTo>
                        <a:pt x="40956" y="143769"/>
                        <a:pt x="41016" y="146961"/>
                        <a:pt x="41266" y="151695"/>
                      </a:cubicBezTo>
                      <a:cubicBezTo>
                        <a:pt x="41462" y="155401"/>
                        <a:pt x="41377" y="156867"/>
                        <a:pt x="40451" y="159526"/>
                      </a:cubicBezTo>
                      <a:cubicBezTo>
                        <a:pt x="39023" y="163625"/>
                        <a:pt x="35674" y="167081"/>
                        <a:pt x="30289" y="172816"/>
                      </a:cubicBezTo>
                      <a:cubicBezTo>
                        <a:pt x="25127" y="178313"/>
                        <a:pt x="20798" y="185453"/>
                        <a:pt x="18007" y="191345"/>
                      </a:cubicBezTo>
                      <a:cubicBezTo>
                        <a:pt x="15996" y="195591"/>
                        <a:pt x="14549" y="200573"/>
                        <a:pt x="14620" y="202983"/>
                      </a:cubicBezTo>
                      <a:cubicBezTo>
                        <a:pt x="14658" y="204284"/>
                        <a:pt x="14278" y="204108"/>
                        <a:pt x="14576" y="202333"/>
                      </a:cubicBezTo>
                      <a:cubicBezTo>
                        <a:pt x="14760" y="201241"/>
                        <a:pt x="15313" y="199100"/>
                        <a:pt x="15805" y="197576"/>
                      </a:cubicBezTo>
                      <a:close/>
                      <a:moveTo>
                        <a:pt x="47293" y="37132"/>
                      </a:moveTo>
                      <a:cubicBezTo>
                        <a:pt x="47151" y="36422"/>
                        <a:pt x="46497" y="35157"/>
                        <a:pt x="45841" y="34322"/>
                      </a:cubicBezTo>
                      <a:cubicBezTo>
                        <a:pt x="44410" y="32500"/>
                        <a:pt x="43588" y="30940"/>
                        <a:pt x="42431" y="27848"/>
                      </a:cubicBezTo>
                      <a:cubicBezTo>
                        <a:pt x="41407" y="25110"/>
                        <a:pt x="41005" y="24773"/>
                        <a:pt x="39927" y="25748"/>
                      </a:cubicBezTo>
                      <a:cubicBezTo>
                        <a:pt x="39304" y="26313"/>
                        <a:pt x="39121" y="27034"/>
                        <a:pt x="39121" y="28928"/>
                      </a:cubicBezTo>
                      <a:cubicBezTo>
                        <a:pt x="39121" y="32886"/>
                        <a:pt x="41098" y="35812"/>
                        <a:pt x="44949" y="37556"/>
                      </a:cubicBezTo>
                      <a:cubicBezTo>
                        <a:pt x="47426" y="38677"/>
                        <a:pt x="47596" y="38646"/>
                        <a:pt x="47293" y="37132"/>
                      </a:cubicBezTo>
                      <a:close/>
                      <a:moveTo>
                        <a:pt x="13888" y="31249"/>
                      </a:moveTo>
                      <a:cubicBezTo>
                        <a:pt x="17130" y="30280"/>
                        <a:pt x="20337" y="25960"/>
                        <a:pt x="19679" y="23445"/>
                      </a:cubicBezTo>
                      <a:cubicBezTo>
                        <a:pt x="19331" y="22116"/>
                        <a:pt x="18349" y="22442"/>
                        <a:pt x="15997" y="24666"/>
                      </a:cubicBezTo>
                      <a:cubicBezTo>
                        <a:pt x="14797" y="25802"/>
                        <a:pt x="12606" y="27326"/>
                        <a:pt x="11129" y="28055"/>
                      </a:cubicBezTo>
                      <a:cubicBezTo>
                        <a:pt x="8483" y="29360"/>
                        <a:pt x="7219" y="30580"/>
                        <a:pt x="7702" y="31362"/>
                      </a:cubicBezTo>
                      <a:cubicBezTo>
                        <a:pt x="8051" y="31927"/>
                        <a:pt x="11851" y="31858"/>
                        <a:pt x="13888" y="31249"/>
                      </a:cubicBezTo>
                      <a:close/>
                    </a:path>
                  </a:pathLst>
                </a:custGeom>
                <a:solidFill>
                  <a:srgbClr val="000000"/>
                </a:solidFill>
                <a:ln w="416" cap="flat">
                  <a:solidFill>
                    <a:srgbClr val="000000"/>
                  </a:solidFill>
                  <a:prstDash val="solid"/>
                  <a:round/>
                </a:ln>
              </p:spPr>
              <p:txBody>
                <a:bodyPr/>
                <a:lstStyle/>
                <a:p>
                  <a:endParaRPr lang="en-US" dirty="0"/>
                </a:p>
              </p:txBody>
            </p:sp>
            <p:sp>
              <p:nvSpPr>
                <p:cNvPr id="52" name="Freeform: Shape 51">
                  <a:extLst>
                    <a:ext uri="{FF2B5EF4-FFF2-40B4-BE49-F238E27FC236}">
                      <a16:creationId xmlns:a16="http://schemas.microsoft.com/office/drawing/2014/main" id="{C7A491A7-363E-A48F-BCDB-DCE779165FFF}"/>
                    </a:ext>
                  </a:extLst>
                </p:cNvPr>
                <p:cNvSpPr/>
                <p:nvPr/>
              </p:nvSpPr>
              <p:spPr>
                <a:xfrm rot="-5115913">
                  <a:off x="3715441" y="1827185"/>
                  <a:ext cx="5562" cy="2344"/>
                </a:xfrm>
                <a:custGeom>
                  <a:avLst/>
                  <a:gdLst>
                    <a:gd name="csX0" fmla="*/ 290 w 5562"/>
                    <a:gd name="csY0" fmla="*/ 1796 h 2344"/>
                    <a:gd name="csX1" fmla="*/ 914 w 5562"/>
                    <a:gd name="csY1" fmla="*/ 1250 h 2344"/>
                    <a:gd name="csX2" fmla="*/ 1605 w 5562"/>
                    <a:gd name="csY2" fmla="*/ 735 h 2344"/>
                    <a:gd name="csX3" fmla="*/ 2370 w 5562"/>
                    <a:gd name="csY3" fmla="*/ 337 h 2344"/>
                    <a:gd name="csX4" fmla="*/ 3067 w 5562"/>
                    <a:gd name="csY4" fmla="*/ 113 h 2344"/>
                    <a:gd name="csX5" fmla="*/ 3545 w 5562"/>
                    <a:gd name="csY5" fmla="*/ 73 h 2344"/>
                    <a:gd name="csX6" fmla="*/ 4022 w 5562"/>
                    <a:gd name="csY6" fmla="*/ 173 h 2344"/>
                    <a:gd name="csX7" fmla="*/ 4567 w 5562"/>
                    <a:gd name="csY7" fmla="*/ 508 h 2344"/>
                    <a:gd name="csX8" fmla="*/ 4999 w 5562"/>
                    <a:gd name="csY8" fmla="*/ 1009 h 2344"/>
                    <a:gd name="csX9" fmla="*/ 5350 w 5562"/>
                    <a:gd name="csY9" fmla="*/ 1596 h 2344"/>
                    <a:gd name="csX10" fmla="*/ 5588 w 5562"/>
                    <a:gd name="csY10" fmla="*/ 2097 h 2344"/>
                    <a:gd name="csX11" fmla="*/ 5554 w 5562"/>
                    <a:gd name="csY11" fmla="*/ 2273 h 2344"/>
                    <a:gd name="csX12" fmla="*/ 5206 w 5562"/>
                    <a:gd name="csY12" fmla="*/ 2415 h 2344"/>
                    <a:gd name="csX13" fmla="*/ 4223 w 5562"/>
                    <a:gd name="csY13" fmla="*/ 2250 h 2344"/>
                    <a:gd name="csX14" fmla="*/ 3107 w 5562"/>
                    <a:gd name="csY14" fmla="*/ 2127 h 2344"/>
                    <a:gd name="csX15" fmla="*/ 1971 w 5562"/>
                    <a:gd name="csY15" fmla="*/ 2249 h 2344"/>
                    <a:gd name="csX16" fmla="*/ 703 w 5562"/>
                    <a:gd name="csY16" fmla="*/ 2412 h 2344"/>
                    <a:gd name="csX17" fmla="*/ 71 w 5562"/>
                    <a:gd name="csY17" fmla="*/ 2220 h 2344"/>
                    <a:gd name="csX18" fmla="*/ 122 w 5562"/>
                    <a:gd name="csY18" fmla="*/ 1965 h 2344"/>
                    <a:gd name="csX19" fmla="*/ 290 w 5562"/>
                    <a:gd name="csY19" fmla="*/ 1796 h 2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562" h="2344">
                      <a:moveTo>
                        <a:pt x="290" y="1796"/>
                      </a:moveTo>
                      <a:cubicBezTo>
                        <a:pt x="420" y="1680"/>
                        <a:pt x="678" y="1448"/>
                        <a:pt x="914" y="1250"/>
                      </a:cubicBezTo>
                      <a:cubicBezTo>
                        <a:pt x="1149" y="1053"/>
                        <a:pt x="1365" y="887"/>
                        <a:pt x="1605" y="735"/>
                      </a:cubicBezTo>
                      <a:cubicBezTo>
                        <a:pt x="1845" y="584"/>
                        <a:pt x="2115" y="443"/>
                        <a:pt x="2370" y="337"/>
                      </a:cubicBezTo>
                      <a:cubicBezTo>
                        <a:pt x="2625" y="230"/>
                        <a:pt x="2876" y="154"/>
                        <a:pt x="3067" y="113"/>
                      </a:cubicBezTo>
                      <a:cubicBezTo>
                        <a:pt x="3259" y="73"/>
                        <a:pt x="3399" y="65"/>
                        <a:pt x="3545" y="73"/>
                      </a:cubicBezTo>
                      <a:cubicBezTo>
                        <a:pt x="3691" y="81"/>
                        <a:pt x="3845" y="103"/>
                        <a:pt x="4022" y="173"/>
                      </a:cubicBezTo>
                      <a:cubicBezTo>
                        <a:pt x="4198" y="244"/>
                        <a:pt x="4400" y="365"/>
                        <a:pt x="4567" y="508"/>
                      </a:cubicBezTo>
                      <a:cubicBezTo>
                        <a:pt x="4735" y="651"/>
                        <a:pt x="4872" y="823"/>
                        <a:pt x="4999" y="1009"/>
                      </a:cubicBezTo>
                      <a:cubicBezTo>
                        <a:pt x="5126" y="1194"/>
                        <a:pt x="5243" y="1396"/>
                        <a:pt x="5350" y="1596"/>
                      </a:cubicBezTo>
                      <a:cubicBezTo>
                        <a:pt x="5456" y="1796"/>
                        <a:pt x="5550" y="1992"/>
                        <a:pt x="5588" y="2097"/>
                      </a:cubicBezTo>
                      <a:cubicBezTo>
                        <a:pt x="5627" y="2201"/>
                        <a:pt x="5606" y="2214"/>
                        <a:pt x="5554" y="2273"/>
                      </a:cubicBezTo>
                      <a:cubicBezTo>
                        <a:pt x="5503" y="2331"/>
                        <a:pt x="5438" y="2414"/>
                        <a:pt x="5206" y="2415"/>
                      </a:cubicBezTo>
                      <a:cubicBezTo>
                        <a:pt x="4974" y="2416"/>
                        <a:pt x="4602" y="2323"/>
                        <a:pt x="4223" y="2250"/>
                      </a:cubicBezTo>
                      <a:cubicBezTo>
                        <a:pt x="3844" y="2177"/>
                        <a:pt x="3472" y="2128"/>
                        <a:pt x="3107" y="2127"/>
                      </a:cubicBezTo>
                      <a:cubicBezTo>
                        <a:pt x="2743" y="2127"/>
                        <a:pt x="2394" y="2178"/>
                        <a:pt x="1971" y="2249"/>
                      </a:cubicBezTo>
                      <a:cubicBezTo>
                        <a:pt x="1548" y="2320"/>
                        <a:pt x="1057" y="2412"/>
                        <a:pt x="703" y="2412"/>
                      </a:cubicBezTo>
                      <a:cubicBezTo>
                        <a:pt x="349" y="2412"/>
                        <a:pt x="138" y="2320"/>
                        <a:pt x="71" y="2220"/>
                      </a:cubicBezTo>
                      <a:cubicBezTo>
                        <a:pt x="5" y="2121"/>
                        <a:pt x="83" y="2016"/>
                        <a:pt x="122" y="1965"/>
                      </a:cubicBezTo>
                      <a:cubicBezTo>
                        <a:pt x="160" y="1913"/>
                        <a:pt x="160" y="1913"/>
                        <a:pt x="290" y="1796"/>
                      </a:cubicBezTo>
                      <a:close/>
                    </a:path>
                  </a:pathLst>
                </a:custGeom>
                <a:solidFill>
                  <a:srgbClr val="FFFFFF"/>
                </a:solidFill>
                <a:ln w="0" cap="flat">
                  <a:solidFill>
                    <a:srgbClr val="000000"/>
                  </a:solidFill>
                  <a:prstDash val="solid"/>
                  <a:miter/>
                </a:ln>
              </p:spPr>
              <p:txBody>
                <a:bodyPr/>
                <a:lstStyle/>
                <a:p>
                  <a:endParaRPr lang="en-US" dirty="0"/>
                </a:p>
              </p:txBody>
            </p:sp>
          </p:grpSp>
          <p:sp>
            <p:nvSpPr>
              <p:cNvPr id="50" name="Freeform: Shape 49">
                <a:extLst>
                  <a:ext uri="{FF2B5EF4-FFF2-40B4-BE49-F238E27FC236}">
                    <a16:creationId xmlns:a16="http://schemas.microsoft.com/office/drawing/2014/main" id="{B65573B0-F932-3805-A82B-AD2BC13177C5}"/>
                  </a:ext>
                </a:extLst>
              </p:cNvPr>
              <p:cNvSpPr/>
              <p:nvPr/>
            </p:nvSpPr>
            <p:spPr>
              <a:xfrm>
                <a:off x="3823450" y="1833786"/>
                <a:ext cx="1662" cy="18215"/>
              </a:xfrm>
              <a:custGeom>
                <a:avLst/>
                <a:gdLst>
                  <a:gd name="csX0" fmla="*/ 1684 w 1662"/>
                  <a:gd name="csY0" fmla="*/ 22 h 18215"/>
                  <a:gd name="csX1" fmla="*/ 22 w 1662"/>
                  <a:gd name="csY1" fmla="*/ 18238 h 18215"/>
                </a:gdLst>
                <a:ahLst/>
                <a:cxnLst>
                  <a:cxn ang="0">
                    <a:pos x="csX0" y="csY0"/>
                  </a:cxn>
                  <a:cxn ang="0">
                    <a:pos x="csX1" y="csY1"/>
                  </a:cxn>
                </a:cxnLst>
                <a:rect l="l" t="t" r="r" b="b"/>
                <a:pathLst>
                  <a:path w="1662" h="18215">
                    <a:moveTo>
                      <a:pt x="1684" y="22"/>
                    </a:moveTo>
                    <a:lnTo>
                      <a:pt x="22" y="18238"/>
                    </a:lnTo>
                  </a:path>
                </a:pathLst>
              </a:custGeom>
              <a:solidFill>
                <a:srgbClr val="FFCCAA"/>
              </a:solidFill>
              <a:ln w="12700" cap="rnd">
                <a:solidFill>
                  <a:srgbClr val="87DE87"/>
                </a:solidFill>
                <a:prstDash val="solid"/>
                <a:bevel/>
              </a:ln>
            </p:spPr>
            <p:txBody>
              <a:bodyPr/>
              <a:lstStyle/>
              <a:p>
                <a:endParaRPr lang="en-US" dirty="0"/>
              </a:p>
            </p:txBody>
          </p:sp>
        </p:grpSp>
      </p:grpSp>
      <p:sp>
        <p:nvSpPr>
          <p:cNvPr id="33" name="Freeform: Shape 32">
            <a:extLst>
              <a:ext uri="{FF2B5EF4-FFF2-40B4-BE49-F238E27FC236}">
                <a16:creationId xmlns:a16="http://schemas.microsoft.com/office/drawing/2014/main" id="{72078CC2-D236-E1AC-239B-4C3E3C0B6734}"/>
              </a:ext>
            </a:extLst>
          </p:cNvPr>
          <p:cNvSpPr/>
          <p:nvPr/>
        </p:nvSpPr>
        <p:spPr>
          <a:xfrm>
            <a:off x="2827763" y="1365082"/>
            <a:ext cx="94774" cy="138148"/>
          </a:xfrm>
          <a:custGeom>
            <a:avLst/>
            <a:gdLst>
              <a:gd name="csX0" fmla="*/ 0 w 46465"/>
              <a:gd name="csY0" fmla="*/ 67731 h 67730"/>
              <a:gd name="csX1" fmla="*/ 46466 w 46465"/>
              <a:gd name="csY1" fmla="*/ 0 h 67730"/>
            </a:gdLst>
            <a:ahLst/>
            <a:cxnLst>
              <a:cxn ang="0">
                <a:pos x="csX0" y="csY0"/>
              </a:cxn>
              <a:cxn ang="0">
                <a:pos x="csX1" y="csY1"/>
              </a:cxn>
            </a:cxnLst>
            <a:rect l="l" t="t" r="r" b="b"/>
            <a:pathLst>
              <a:path w="46465" h="67730">
                <a:moveTo>
                  <a:pt x="0" y="67731"/>
                </a:moveTo>
                <a:lnTo>
                  <a:pt x="46466" y="0"/>
                </a:lnTo>
              </a:path>
            </a:pathLst>
          </a:custGeom>
          <a:noFill/>
          <a:ln w="9525" cap="flat">
            <a:solidFill>
              <a:srgbClr val="000000"/>
            </a:solidFill>
            <a:prstDash val="sysDot"/>
            <a:miter/>
          </a:ln>
        </p:spPr>
        <p:txBody>
          <a:bodyPr/>
          <a:lstStyle/>
          <a:p>
            <a:endParaRPr lang="en-US" dirty="0"/>
          </a:p>
        </p:txBody>
      </p:sp>
      <p:sp>
        <p:nvSpPr>
          <p:cNvPr id="34" name="Freeform: Shape 33">
            <a:extLst>
              <a:ext uri="{FF2B5EF4-FFF2-40B4-BE49-F238E27FC236}">
                <a16:creationId xmlns:a16="http://schemas.microsoft.com/office/drawing/2014/main" id="{C9D05052-5670-49A2-7EA5-EA046486B2B0}"/>
              </a:ext>
            </a:extLst>
          </p:cNvPr>
          <p:cNvSpPr/>
          <p:nvPr/>
        </p:nvSpPr>
        <p:spPr>
          <a:xfrm>
            <a:off x="2834531" y="1735748"/>
            <a:ext cx="94774" cy="138148"/>
          </a:xfrm>
          <a:custGeom>
            <a:avLst/>
            <a:gdLst>
              <a:gd name="csX0" fmla="*/ 0 w 46465"/>
              <a:gd name="csY0" fmla="*/ 0 h 67730"/>
              <a:gd name="csX1" fmla="*/ 46466 w 46465"/>
              <a:gd name="csY1" fmla="*/ 67731 h 67730"/>
            </a:gdLst>
            <a:ahLst/>
            <a:cxnLst>
              <a:cxn ang="0">
                <a:pos x="csX0" y="csY0"/>
              </a:cxn>
              <a:cxn ang="0">
                <a:pos x="csX1" y="csY1"/>
              </a:cxn>
            </a:cxnLst>
            <a:rect l="l" t="t" r="r" b="b"/>
            <a:pathLst>
              <a:path w="46465" h="67730">
                <a:moveTo>
                  <a:pt x="0" y="0"/>
                </a:moveTo>
                <a:lnTo>
                  <a:pt x="46466" y="67731"/>
                </a:lnTo>
              </a:path>
            </a:pathLst>
          </a:custGeom>
          <a:noFill/>
          <a:ln w="9525" cap="flat">
            <a:solidFill>
              <a:srgbClr val="000000"/>
            </a:solidFill>
            <a:prstDash val="sysDot"/>
            <a:miter/>
          </a:ln>
        </p:spPr>
        <p:txBody>
          <a:bodyPr/>
          <a:lstStyle/>
          <a:p>
            <a:endParaRPr lang="en-US" dirty="0"/>
          </a:p>
        </p:txBody>
      </p:sp>
      <p:grpSp>
        <p:nvGrpSpPr>
          <p:cNvPr id="35" name="Graphic 4">
            <a:extLst>
              <a:ext uri="{FF2B5EF4-FFF2-40B4-BE49-F238E27FC236}">
                <a16:creationId xmlns:a16="http://schemas.microsoft.com/office/drawing/2014/main" id="{6B1DAAE3-5818-0894-B4AD-C90C5BAB9233}"/>
              </a:ext>
            </a:extLst>
          </p:cNvPr>
          <p:cNvGrpSpPr/>
          <p:nvPr/>
        </p:nvGrpSpPr>
        <p:grpSpPr>
          <a:xfrm>
            <a:off x="3278804" y="1499543"/>
            <a:ext cx="119854" cy="478878"/>
            <a:chOff x="3573668" y="814617"/>
            <a:chExt cx="58761" cy="234780"/>
          </a:xfrm>
        </p:grpSpPr>
        <p:grpSp>
          <p:nvGrpSpPr>
            <p:cNvPr id="39" name="Graphic 4">
              <a:extLst>
                <a:ext uri="{FF2B5EF4-FFF2-40B4-BE49-F238E27FC236}">
                  <a16:creationId xmlns:a16="http://schemas.microsoft.com/office/drawing/2014/main" id="{A3783FBE-0916-8903-A769-4E5CE8BE13D4}"/>
                </a:ext>
              </a:extLst>
            </p:cNvPr>
            <p:cNvGrpSpPr/>
            <p:nvPr/>
          </p:nvGrpSpPr>
          <p:grpSpPr>
            <a:xfrm>
              <a:off x="3573668" y="814617"/>
              <a:ext cx="58761" cy="234780"/>
              <a:chOff x="3573668" y="814617"/>
              <a:chExt cx="58761" cy="234780"/>
            </a:xfrm>
          </p:grpSpPr>
          <p:grpSp>
            <p:nvGrpSpPr>
              <p:cNvPr id="41" name="Graphic 4">
                <a:extLst>
                  <a:ext uri="{FF2B5EF4-FFF2-40B4-BE49-F238E27FC236}">
                    <a16:creationId xmlns:a16="http://schemas.microsoft.com/office/drawing/2014/main" id="{43B6310B-90F9-8861-2DC8-D6DB44AD2560}"/>
                  </a:ext>
                </a:extLst>
              </p:cNvPr>
              <p:cNvGrpSpPr/>
              <p:nvPr/>
            </p:nvGrpSpPr>
            <p:grpSpPr>
              <a:xfrm>
                <a:off x="3573668" y="821611"/>
                <a:ext cx="53128" cy="227785"/>
                <a:chOff x="3573668" y="821611"/>
                <a:chExt cx="53128" cy="227785"/>
              </a:xfrm>
            </p:grpSpPr>
            <p:sp>
              <p:nvSpPr>
                <p:cNvPr id="44" name="Freeform: Shape 43">
                  <a:extLst>
                    <a:ext uri="{FF2B5EF4-FFF2-40B4-BE49-F238E27FC236}">
                      <a16:creationId xmlns:a16="http://schemas.microsoft.com/office/drawing/2014/main" id="{AA6A43A8-A61B-7430-1955-9C69BEE21712}"/>
                    </a:ext>
                  </a:extLst>
                </p:cNvPr>
                <p:cNvSpPr/>
                <p:nvPr/>
              </p:nvSpPr>
              <p:spPr>
                <a:xfrm>
                  <a:off x="3573668" y="821611"/>
                  <a:ext cx="53128" cy="227785"/>
                </a:xfrm>
                <a:custGeom>
                  <a:avLst/>
                  <a:gdLst>
                    <a:gd name="csX0" fmla="*/ 20030 w 53128"/>
                    <a:gd name="csY0" fmla="*/ 225060 h 227785"/>
                    <a:gd name="csX1" fmla="*/ 12507 w 53128"/>
                    <a:gd name="csY1" fmla="*/ 208570 h 227785"/>
                    <a:gd name="csX2" fmla="*/ 16576 w 53128"/>
                    <a:gd name="csY2" fmla="*/ 189255 h 227785"/>
                    <a:gd name="csX3" fmla="*/ 27868 w 53128"/>
                    <a:gd name="csY3" fmla="*/ 173035 h 227785"/>
                    <a:gd name="csX4" fmla="*/ 38687 w 53128"/>
                    <a:gd name="csY4" fmla="*/ 152302 h 227785"/>
                    <a:gd name="csX5" fmla="*/ 35105 w 53128"/>
                    <a:gd name="csY5" fmla="*/ 139665 h 227785"/>
                    <a:gd name="csX6" fmla="*/ 31781 w 53128"/>
                    <a:gd name="csY6" fmla="*/ 132246 h 227785"/>
                    <a:gd name="csX7" fmla="*/ 29988 w 53128"/>
                    <a:gd name="csY7" fmla="*/ 128083 h 227785"/>
                    <a:gd name="csX8" fmla="*/ 28159 w 53128"/>
                    <a:gd name="csY8" fmla="*/ 127815 h 227785"/>
                    <a:gd name="csX9" fmla="*/ 25039 w 53128"/>
                    <a:gd name="csY9" fmla="*/ 126878 h 227785"/>
                    <a:gd name="csX10" fmla="*/ 23584 w 53128"/>
                    <a:gd name="csY10" fmla="*/ 126210 h 227785"/>
                    <a:gd name="csX11" fmla="*/ 22926 w 53128"/>
                    <a:gd name="csY11" fmla="*/ 127860 h 227785"/>
                    <a:gd name="csX12" fmla="*/ 18694 w 53128"/>
                    <a:gd name="csY12" fmla="*/ 130146 h 227785"/>
                    <a:gd name="csX13" fmla="*/ 19620 w 53128"/>
                    <a:gd name="csY13" fmla="*/ 130621 h 227785"/>
                    <a:gd name="csX14" fmla="*/ 17256 w 53128"/>
                    <a:gd name="csY14" fmla="*/ 129536 h 227785"/>
                    <a:gd name="csX15" fmla="*/ 16221 w 53128"/>
                    <a:gd name="csY15" fmla="*/ 128968 h 227785"/>
                    <a:gd name="csX16" fmla="*/ 12270 w 53128"/>
                    <a:gd name="csY16" fmla="*/ 123809 h 227785"/>
                    <a:gd name="csX17" fmla="*/ 10430 w 53128"/>
                    <a:gd name="csY17" fmla="*/ 121989 h 227785"/>
                    <a:gd name="csX18" fmla="*/ 7870 w 53128"/>
                    <a:gd name="csY18" fmla="*/ 118867 h 227785"/>
                    <a:gd name="csX19" fmla="*/ 4885 w 53128"/>
                    <a:gd name="csY19" fmla="*/ 113603 h 227785"/>
                    <a:gd name="csX20" fmla="*/ 991 w 53128"/>
                    <a:gd name="csY20" fmla="*/ 85738 h 227785"/>
                    <a:gd name="csX21" fmla="*/ 2894 w 53128"/>
                    <a:gd name="csY21" fmla="*/ 59370 h 227785"/>
                    <a:gd name="csX22" fmla="*/ 7152 w 53128"/>
                    <a:gd name="csY22" fmla="*/ 35681 h 227785"/>
                    <a:gd name="csX23" fmla="*/ 7932 w 53128"/>
                    <a:gd name="csY23" fmla="*/ 33042 h 227785"/>
                    <a:gd name="csX24" fmla="*/ 7032 w 53128"/>
                    <a:gd name="csY24" fmla="*/ 32085 h 227785"/>
                    <a:gd name="csX25" fmla="*/ 10624 w 53128"/>
                    <a:gd name="csY25" fmla="*/ 26802 h 227785"/>
                    <a:gd name="csX26" fmla="*/ 17814 w 53128"/>
                    <a:gd name="csY26" fmla="*/ 17763 h 227785"/>
                    <a:gd name="csX27" fmla="*/ 25141 w 53128"/>
                    <a:gd name="csY27" fmla="*/ 8152 h 227785"/>
                    <a:gd name="csX28" fmla="*/ 29207 w 53128"/>
                    <a:gd name="csY28" fmla="*/ 3908 h 227785"/>
                    <a:gd name="csX29" fmla="*/ 30971 w 53128"/>
                    <a:gd name="csY29" fmla="*/ 1792 h 227785"/>
                    <a:gd name="csX30" fmla="*/ 32512 w 53128"/>
                    <a:gd name="csY30" fmla="*/ 608 h 227785"/>
                    <a:gd name="csX31" fmla="*/ 36403 w 53128"/>
                    <a:gd name="csY31" fmla="*/ 1688 h 227785"/>
                    <a:gd name="csX32" fmla="*/ 37052 w 53128"/>
                    <a:gd name="csY32" fmla="*/ 3285 h 227785"/>
                    <a:gd name="csX33" fmla="*/ 37474 w 53128"/>
                    <a:gd name="csY33" fmla="*/ 4895 h 227785"/>
                    <a:gd name="csX34" fmla="*/ 38431 w 53128"/>
                    <a:gd name="csY34" fmla="*/ 6827 h 227785"/>
                    <a:gd name="csX35" fmla="*/ 38889 w 53128"/>
                    <a:gd name="csY35" fmla="*/ 8116 h 227785"/>
                    <a:gd name="csX36" fmla="*/ 41764 w 53128"/>
                    <a:gd name="csY36" fmla="*/ 13046 h 227785"/>
                    <a:gd name="csX37" fmla="*/ 45038 w 53128"/>
                    <a:gd name="csY37" fmla="*/ 26461 h 227785"/>
                    <a:gd name="csX38" fmla="*/ 46032 w 53128"/>
                    <a:gd name="csY38" fmla="*/ 32370 h 227785"/>
                    <a:gd name="csX39" fmla="*/ 47672 w 53128"/>
                    <a:gd name="csY39" fmla="*/ 35953 h 227785"/>
                    <a:gd name="csX40" fmla="*/ 47386 w 53128"/>
                    <a:gd name="csY40" fmla="*/ 38891 h 227785"/>
                    <a:gd name="csX41" fmla="*/ 45669 w 53128"/>
                    <a:gd name="csY41" fmla="*/ 39619 h 227785"/>
                    <a:gd name="csX42" fmla="*/ 45195 w 53128"/>
                    <a:gd name="csY42" fmla="*/ 44719 h 227785"/>
                    <a:gd name="csX43" fmla="*/ 45139 w 53128"/>
                    <a:gd name="csY43" fmla="*/ 62424 h 227785"/>
                    <a:gd name="csX44" fmla="*/ 45337 w 53128"/>
                    <a:gd name="csY44" fmla="*/ 70102 h 227785"/>
                    <a:gd name="csX45" fmla="*/ 51263 w 53128"/>
                    <a:gd name="csY45" fmla="*/ 89703 h 227785"/>
                    <a:gd name="csX46" fmla="*/ 49952 w 53128"/>
                    <a:gd name="csY46" fmla="*/ 111019 h 227785"/>
                    <a:gd name="csX47" fmla="*/ 43589 w 53128"/>
                    <a:gd name="csY47" fmla="*/ 119561 h 227785"/>
                    <a:gd name="csX48" fmla="*/ 37753 w 53128"/>
                    <a:gd name="csY48" fmla="*/ 125177 h 227785"/>
                    <a:gd name="csX49" fmla="*/ 36190 w 53128"/>
                    <a:gd name="csY49" fmla="*/ 126419 h 227785"/>
                    <a:gd name="csX50" fmla="*/ 39084 w 53128"/>
                    <a:gd name="csY50" fmla="*/ 132513 h 227785"/>
                    <a:gd name="csX51" fmla="*/ 45352 w 53128"/>
                    <a:gd name="csY51" fmla="*/ 151911 h 227785"/>
                    <a:gd name="csX52" fmla="*/ 40219 w 53128"/>
                    <a:gd name="csY52" fmla="*/ 167841 h 227785"/>
                    <a:gd name="csX53" fmla="*/ 32886 w 53128"/>
                    <a:gd name="csY53" fmla="*/ 175983 h 227785"/>
                    <a:gd name="csX54" fmla="*/ 24418 w 53128"/>
                    <a:gd name="csY54" fmla="*/ 185628 h 227785"/>
                    <a:gd name="csX55" fmla="*/ 22093 w 53128"/>
                    <a:gd name="csY55" fmla="*/ 223904 h 227785"/>
                    <a:gd name="csX56" fmla="*/ 23131 w 53128"/>
                    <a:gd name="csY56" fmla="*/ 227789 h 227785"/>
                    <a:gd name="csX57" fmla="*/ 20031 w 53128"/>
                    <a:gd name="csY57" fmla="*/ 225061 h 227785"/>
                    <a:gd name="csX58" fmla="*/ 15792 w 53128"/>
                    <a:gd name="csY58" fmla="*/ 197523 h 227785"/>
                    <a:gd name="csX59" fmla="*/ 30275 w 53128"/>
                    <a:gd name="csY59" fmla="*/ 172764 h 227785"/>
                    <a:gd name="csX60" fmla="*/ 37812 w 53128"/>
                    <a:gd name="csY60" fmla="*/ 164816 h 227785"/>
                    <a:gd name="csX61" fmla="*/ 40855 w 53128"/>
                    <a:gd name="csY61" fmla="*/ 147425 h 227785"/>
                    <a:gd name="csX62" fmla="*/ 36655 w 53128"/>
                    <a:gd name="csY62" fmla="*/ 133997 h 227785"/>
                    <a:gd name="csX63" fmla="*/ 33632 w 53128"/>
                    <a:gd name="csY63" fmla="*/ 127127 h 227785"/>
                    <a:gd name="csX64" fmla="*/ 33632 w 53128"/>
                    <a:gd name="csY64" fmla="*/ 127127 h 227785"/>
                    <a:gd name="csX65" fmla="*/ 33632 w 53128"/>
                    <a:gd name="csY65" fmla="*/ 127127 h 227785"/>
                    <a:gd name="csX66" fmla="*/ 36559 w 53128"/>
                    <a:gd name="csY66" fmla="*/ 133992 h 227785"/>
                    <a:gd name="csX67" fmla="*/ 41253 w 53128"/>
                    <a:gd name="csY67" fmla="*/ 151643 h 227785"/>
                    <a:gd name="csX68" fmla="*/ 40438 w 53128"/>
                    <a:gd name="csY68" fmla="*/ 159474 h 227785"/>
                    <a:gd name="csX69" fmla="*/ 30275 w 53128"/>
                    <a:gd name="csY69" fmla="*/ 172764 h 227785"/>
                    <a:gd name="csX70" fmla="*/ 17994 w 53128"/>
                    <a:gd name="csY70" fmla="*/ 191293 h 227785"/>
                    <a:gd name="csX71" fmla="*/ 14606 w 53128"/>
                    <a:gd name="csY71" fmla="*/ 202930 h 227785"/>
                    <a:gd name="csX72" fmla="*/ 14563 w 53128"/>
                    <a:gd name="csY72" fmla="*/ 202281 h 227785"/>
                    <a:gd name="csX73" fmla="*/ 15792 w 53128"/>
                    <a:gd name="csY73" fmla="*/ 197523 h 227785"/>
                    <a:gd name="csX74" fmla="*/ 47279 w 53128"/>
                    <a:gd name="csY74" fmla="*/ 37079 h 227785"/>
                    <a:gd name="csX75" fmla="*/ 45827 w 53128"/>
                    <a:gd name="csY75" fmla="*/ 34269 h 227785"/>
                    <a:gd name="csX76" fmla="*/ 42418 w 53128"/>
                    <a:gd name="csY76" fmla="*/ 27796 h 227785"/>
                    <a:gd name="csX77" fmla="*/ 39914 w 53128"/>
                    <a:gd name="csY77" fmla="*/ 25696 h 227785"/>
                    <a:gd name="csX78" fmla="*/ 39108 w 53128"/>
                    <a:gd name="csY78" fmla="*/ 28876 h 227785"/>
                    <a:gd name="csX79" fmla="*/ 44936 w 53128"/>
                    <a:gd name="csY79" fmla="*/ 37503 h 227785"/>
                    <a:gd name="csX80" fmla="*/ 47279 w 53128"/>
                    <a:gd name="csY80" fmla="*/ 37079 h 227785"/>
                    <a:gd name="csX81" fmla="*/ 13874 w 53128"/>
                    <a:gd name="csY81" fmla="*/ 31197 h 227785"/>
                    <a:gd name="csX82" fmla="*/ 19666 w 53128"/>
                    <a:gd name="csY82" fmla="*/ 23393 h 227785"/>
                    <a:gd name="csX83" fmla="*/ 15984 w 53128"/>
                    <a:gd name="csY83" fmla="*/ 24614 h 227785"/>
                    <a:gd name="csX84" fmla="*/ 11116 w 53128"/>
                    <a:gd name="csY84" fmla="*/ 28002 h 227785"/>
                    <a:gd name="csX85" fmla="*/ 7689 w 53128"/>
                    <a:gd name="csY85" fmla="*/ 31309 h 227785"/>
                    <a:gd name="csX86" fmla="*/ 13874 w 53128"/>
                    <a:gd name="csY86" fmla="*/ 31196 h 227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53128" h="227785">
                      <a:moveTo>
                        <a:pt x="20030" y="225060"/>
                      </a:moveTo>
                      <a:cubicBezTo>
                        <a:pt x="15974" y="220633"/>
                        <a:pt x="13143" y="214429"/>
                        <a:pt x="12507" y="208570"/>
                      </a:cubicBezTo>
                      <a:cubicBezTo>
                        <a:pt x="11835" y="202380"/>
                        <a:pt x="13127" y="196249"/>
                        <a:pt x="16576" y="189255"/>
                      </a:cubicBezTo>
                      <a:cubicBezTo>
                        <a:pt x="19392" y="183547"/>
                        <a:pt x="22726" y="178757"/>
                        <a:pt x="27868" y="173035"/>
                      </a:cubicBezTo>
                      <a:cubicBezTo>
                        <a:pt x="36881" y="163004"/>
                        <a:pt x="38676" y="159565"/>
                        <a:pt x="38687" y="152302"/>
                      </a:cubicBezTo>
                      <a:cubicBezTo>
                        <a:pt x="38692" y="148661"/>
                        <a:pt x="37718" y="145222"/>
                        <a:pt x="35105" y="139665"/>
                      </a:cubicBezTo>
                      <a:cubicBezTo>
                        <a:pt x="34264" y="137875"/>
                        <a:pt x="32768" y="134536"/>
                        <a:pt x="31781" y="132246"/>
                      </a:cubicBezTo>
                      <a:lnTo>
                        <a:pt x="29988" y="128083"/>
                      </a:lnTo>
                      <a:lnTo>
                        <a:pt x="28159" y="127815"/>
                      </a:lnTo>
                      <a:cubicBezTo>
                        <a:pt x="27153" y="127667"/>
                        <a:pt x="25749" y="127245"/>
                        <a:pt x="25039" y="126878"/>
                      </a:cubicBezTo>
                      <a:cubicBezTo>
                        <a:pt x="24328" y="126510"/>
                        <a:pt x="23673" y="126210"/>
                        <a:pt x="23584" y="126210"/>
                      </a:cubicBezTo>
                      <a:cubicBezTo>
                        <a:pt x="23494" y="126210"/>
                        <a:pt x="23198" y="126952"/>
                        <a:pt x="22926" y="127860"/>
                      </a:cubicBezTo>
                      <a:cubicBezTo>
                        <a:pt x="22173" y="130376"/>
                        <a:pt x="19902" y="131602"/>
                        <a:pt x="18694" y="130146"/>
                      </a:cubicBezTo>
                      <a:cubicBezTo>
                        <a:pt x="18401" y="129792"/>
                        <a:pt x="19939" y="130498"/>
                        <a:pt x="19620" y="130621"/>
                      </a:cubicBezTo>
                      <a:cubicBezTo>
                        <a:pt x="19302" y="130743"/>
                        <a:pt x="17116" y="129761"/>
                        <a:pt x="17256" y="129536"/>
                      </a:cubicBezTo>
                      <a:cubicBezTo>
                        <a:pt x="17256" y="129536"/>
                        <a:pt x="16537" y="129142"/>
                        <a:pt x="16221" y="128968"/>
                      </a:cubicBezTo>
                      <a:cubicBezTo>
                        <a:pt x="15736" y="128906"/>
                        <a:pt x="12624" y="124843"/>
                        <a:pt x="12270" y="123809"/>
                      </a:cubicBezTo>
                      <a:cubicBezTo>
                        <a:pt x="12134" y="123412"/>
                        <a:pt x="11306" y="122593"/>
                        <a:pt x="10430" y="121989"/>
                      </a:cubicBezTo>
                      <a:cubicBezTo>
                        <a:pt x="9470" y="121327"/>
                        <a:pt x="8454" y="120087"/>
                        <a:pt x="7870" y="118867"/>
                      </a:cubicBezTo>
                      <a:cubicBezTo>
                        <a:pt x="7338" y="117754"/>
                        <a:pt x="5995" y="115385"/>
                        <a:pt x="4885" y="113603"/>
                      </a:cubicBezTo>
                      <a:cubicBezTo>
                        <a:pt x="-71" y="105641"/>
                        <a:pt x="-939" y="99436"/>
                        <a:pt x="991" y="85738"/>
                      </a:cubicBezTo>
                      <a:cubicBezTo>
                        <a:pt x="2331" y="76224"/>
                        <a:pt x="2891" y="68464"/>
                        <a:pt x="2894" y="59370"/>
                      </a:cubicBezTo>
                      <a:cubicBezTo>
                        <a:pt x="2897" y="48490"/>
                        <a:pt x="4118" y="41696"/>
                        <a:pt x="7152" y="35681"/>
                      </a:cubicBezTo>
                      <a:cubicBezTo>
                        <a:pt x="7951" y="34096"/>
                        <a:pt x="8233" y="33143"/>
                        <a:pt x="7932" y="33042"/>
                      </a:cubicBezTo>
                      <a:cubicBezTo>
                        <a:pt x="7673" y="32957"/>
                        <a:pt x="7268" y="32525"/>
                        <a:pt x="7032" y="32085"/>
                      </a:cubicBezTo>
                      <a:cubicBezTo>
                        <a:pt x="6456" y="31009"/>
                        <a:pt x="8616" y="27832"/>
                        <a:pt x="10624" y="26802"/>
                      </a:cubicBezTo>
                      <a:cubicBezTo>
                        <a:pt x="12407" y="25887"/>
                        <a:pt x="16198" y="21122"/>
                        <a:pt x="17814" y="17763"/>
                      </a:cubicBezTo>
                      <a:cubicBezTo>
                        <a:pt x="19468" y="14326"/>
                        <a:pt x="22318" y="10588"/>
                        <a:pt x="25141" y="8152"/>
                      </a:cubicBezTo>
                      <a:cubicBezTo>
                        <a:pt x="26444" y="7027"/>
                        <a:pt x="28229" y="5081"/>
                        <a:pt x="29207" y="3908"/>
                      </a:cubicBezTo>
                      <a:lnTo>
                        <a:pt x="30971" y="1792"/>
                      </a:lnTo>
                      <a:cubicBezTo>
                        <a:pt x="32006" y="936"/>
                        <a:pt x="31918" y="987"/>
                        <a:pt x="32512" y="608"/>
                      </a:cubicBezTo>
                      <a:cubicBezTo>
                        <a:pt x="34628" y="-486"/>
                        <a:pt x="35504" y="-79"/>
                        <a:pt x="36403" y="1688"/>
                      </a:cubicBezTo>
                      <a:cubicBezTo>
                        <a:pt x="36840" y="2546"/>
                        <a:pt x="36761" y="2609"/>
                        <a:pt x="37052" y="3285"/>
                      </a:cubicBezTo>
                      <a:cubicBezTo>
                        <a:pt x="37305" y="4149"/>
                        <a:pt x="37298" y="4283"/>
                        <a:pt x="37474" y="4895"/>
                      </a:cubicBezTo>
                      <a:cubicBezTo>
                        <a:pt x="38093" y="6255"/>
                        <a:pt x="37770" y="5492"/>
                        <a:pt x="38431" y="6827"/>
                      </a:cubicBezTo>
                      <a:lnTo>
                        <a:pt x="38889" y="8116"/>
                      </a:lnTo>
                      <a:cubicBezTo>
                        <a:pt x="39117" y="8925"/>
                        <a:pt x="39989" y="10577"/>
                        <a:pt x="41764" y="13046"/>
                      </a:cubicBezTo>
                      <a:cubicBezTo>
                        <a:pt x="43921" y="16046"/>
                        <a:pt x="45103" y="20888"/>
                        <a:pt x="45038" y="26461"/>
                      </a:cubicBezTo>
                      <a:cubicBezTo>
                        <a:pt x="44988" y="30707"/>
                        <a:pt x="45051" y="31084"/>
                        <a:pt x="46032" y="32370"/>
                      </a:cubicBezTo>
                      <a:cubicBezTo>
                        <a:pt x="46609" y="33126"/>
                        <a:pt x="47347" y="34738"/>
                        <a:pt x="47672" y="35953"/>
                      </a:cubicBezTo>
                      <a:cubicBezTo>
                        <a:pt x="48238" y="38065"/>
                        <a:pt x="48225" y="38194"/>
                        <a:pt x="47386" y="38891"/>
                      </a:cubicBezTo>
                      <a:cubicBezTo>
                        <a:pt x="46904" y="39291"/>
                        <a:pt x="46131" y="39619"/>
                        <a:pt x="45669" y="39619"/>
                      </a:cubicBezTo>
                      <a:cubicBezTo>
                        <a:pt x="44852" y="39619"/>
                        <a:pt x="44839" y="39762"/>
                        <a:pt x="45195" y="44719"/>
                      </a:cubicBezTo>
                      <a:cubicBezTo>
                        <a:pt x="45604" y="50426"/>
                        <a:pt x="45590" y="54896"/>
                        <a:pt x="45139" y="62424"/>
                      </a:cubicBezTo>
                      <a:cubicBezTo>
                        <a:pt x="44929" y="65921"/>
                        <a:pt x="44992" y="68347"/>
                        <a:pt x="45337" y="70102"/>
                      </a:cubicBezTo>
                      <a:cubicBezTo>
                        <a:pt x="45863" y="72776"/>
                        <a:pt x="48433" y="81278"/>
                        <a:pt x="51263" y="89703"/>
                      </a:cubicBezTo>
                      <a:cubicBezTo>
                        <a:pt x="54129" y="98241"/>
                        <a:pt x="53818" y="103313"/>
                        <a:pt x="49952" y="111019"/>
                      </a:cubicBezTo>
                      <a:cubicBezTo>
                        <a:pt x="48164" y="114583"/>
                        <a:pt x="47244" y="115817"/>
                        <a:pt x="43589" y="119561"/>
                      </a:cubicBezTo>
                      <a:cubicBezTo>
                        <a:pt x="41239" y="121967"/>
                        <a:pt x="38613" y="124495"/>
                        <a:pt x="37753" y="125177"/>
                      </a:cubicBezTo>
                      <a:lnTo>
                        <a:pt x="36190" y="126419"/>
                      </a:lnTo>
                      <a:lnTo>
                        <a:pt x="39084" y="132513"/>
                      </a:lnTo>
                      <a:cubicBezTo>
                        <a:pt x="44370" y="143646"/>
                        <a:pt x="45352" y="146685"/>
                        <a:pt x="45352" y="151911"/>
                      </a:cubicBezTo>
                      <a:cubicBezTo>
                        <a:pt x="45352" y="157402"/>
                        <a:pt x="43580" y="162901"/>
                        <a:pt x="40219" y="167841"/>
                      </a:cubicBezTo>
                      <a:cubicBezTo>
                        <a:pt x="39518" y="168871"/>
                        <a:pt x="36218" y="172535"/>
                        <a:pt x="32886" y="175983"/>
                      </a:cubicBezTo>
                      <a:cubicBezTo>
                        <a:pt x="29554" y="179431"/>
                        <a:pt x="25743" y="183771"/>
                        <a:pt x="24418" y="185628"/>
                      </a:cubicBezTo>
                      <a:cubicBezTo>
                        <a:pt x="14376" y="199691"/>
                        <a:pt x="13588" y="212667"/>
                        <a:pt x="22093" y="223904"/>
                      </a:cubicBezTo>
                      <a:cubicBezTo>
                        <a:pt x="24084" y="226534"/>
                        <a:pt x="24419" y="227789"/>
                        <a:pt x="23131" y="227789"/>
                      </a:cubicBezTo>
                      <a:cubicBezTo>
                        <a:pt x="22801" y="227789"/>
                        <a:pt x="21405" y="226561"/>
                        <a:pt x="20031" y="225061"/>
                      </a:cubicBezTo>
                      <a:close/>
                      <a:moveTo>
                        <a:pt x="15792" y="197523"/>
                      </a:moveTo>
                      <a:cubicBezTo>
                        <a:pt x="18561" y="188952"/>
                        <a:pt x="21168" y="182192"/>
                        <a:pt x="30275" y="172764"/>
                      </a:cubicBezTo>
                      <a:cubicBezTo>
                        <a:pt x="33261" y="169673"/>
                        <a:pt x="36946" y="166125"/>
                        <a:pt x="37812" y="164816"/>
                      </a:cubicBezTo>
                      <a:cubicBezTo>
                        <a:pt x="41442" y="159327"/>
                        <a:pt x="42192" y="154081"/>
                        <a:pt x="40855" y="147425"/>
                      </a:cubicBezTo>
                      <a:cubicBezTo>
                        <a:pt x="40443" y="145372"/>
                        <a:pt x="38782" y="138828"/>
                        <a:pt x="36655" y="133997"/>
                      </a:cubicBezTo>
                      <a:lnTo>
                        <a:pt x="33632" y="127127"/>
                      </a:lnTo>
                      <a:lnTo>
                        <a:pt x="33632" y="127127"/>
                      </a:lnTo>
                      <a:cubicBezTo>
                        <a:pt x="32980" y="127355"/>
                        <a:pt x="33629" y="126864"/>
                        <a:pt x="33632" y="127127"/>
                      </a:cubicBezTo>
                      <a:cubicBezTo>
                        <a:pt x="33634" y="127391"/>
                        <a:pt x="35166" y="130901"/>
                        <a:pt x="36559" y="133992"/>
                      </a:cubicBezTo>
                      <a:cubicBezTo>
                        <a:pt x="40942" y="143717"/>
                        <a:pt x="41002" y="146908"/>
                        <a:pt x="41253" y="151643"/>
                      </a:cubicBezTo>
                      <a:cubicBezTo>
                        <a:pt x="41448" y="155348"/>
                        <a:pt x="41364" y="156815"/>
                        <a:pt x="40438" y="159474"/>
                      </a:cubicBezTo>
                      <a:cubicBezTo>
                        <a:pt x="39010" y="163572"/>
                        <a:pt x="35661" y="167028"/>
                        <a:pt x="30275" y="172764"/>
                      </a:cubicBezTo>
                      <a:cubicBezTo>
                        <a:pt x="25114" y="178260"/>
                        <a:pt x="20784" y="185401"/>
                        <a:pt x="17994" y="191293"/>
                      </a:cubicBezTo>
                      <a:cubicBezTo>
                        <a:pt x="15982" y="195539"/>
                        <a:pt x="14536" y="200520"/>
                        <a:pt x="14606" y="202930"/>
                      </a:cubicBezTo>
                      <a:cubicBezTo>
                        <a:pt x="14644" y="204232"/>
                        <a:pt x="14264" y="204055"/>
                        <a:pt x="14563" y="202281"/>
                      </a:cubicBezTo>
                      <a:cubicBezTo>
                        <a:pt x="14747" y="201188"/>
                        <a:pt x="15300" y="199047"/>
                        <a:pt x="15792" y="197523"/>
                      </a:cubicBezTo>
                      <a:close/>
                      <a:moveTo>
                        <a:pt x="47279" y="37079"/>
                      </a:moveTo>
                      <a:cubicBezTo>
                        <a:pt x="47137" y="36369"/>
                        <a:pt x="46484" y="35105"/>
                        <a:pt x="45827" y="34269"/>
                      </a:cubicBezTo>
                      <a:cubicBezTo>
                        <a:pt x="44396" y="32448"/>
                        <a:pt x="43575" y="30887"/>
                        <a:pt x="42418" y="27796"/>
                      </a:cubicBezTo>
                      <a:cubicBezTo>
                        <a:pt x="41393" y="25057"/>
                        <a:pt x="40992" y="24721"/>
                        <a:pt x="39914" y="25696"/>
                      </a:cubicBezTo>
                      <a:cubicBezTo>
                        <a:pt x="39291" y="26260"/>
                        <a:pt x="39108" y="26981"/>
                        <a:pt x="39108" y="28876"/>
                      </a:cubicBezTo>
                      <a:cubicBezTo>
                        <a:pt x="39108" y="32834"/>
                        <a:pt x="41085" y="35760"/>
                        <a:pt x="44936" y="37503"/>
                      </a:cubicBezTo>
                      <a:cubicBezTo>
                        <a:pt x="47412" y="38624"/>
                        <a:pt x="47582" y="38594"/>
                        <a:pt x="47279" y="37079"/>
                      </a:cubicBezTo>
                      <a:close/>
                      <a:moveTo>
                        <a:pt x="13874" y="31197"/>
                      </a:moveTo>
                      <a:cubicBezTo>
                        <a:pt x="17117" y="30228"/>
                        <a:pt x="20323" y="25907"/>
                        <a:pt x="19666" y="23393"/>
                      </a:cubicBezTo>
                      <a:cubicBezTo>
                        <a:pt x="19318" y="22064"/>
                        <a:pt x="18335" y="22390"/>
                        <a:pt x="15984" y="24614"/>
                      </a:cubicBezTo>
                      <a:cubicBezTo>
                        <a:pt x="14783" y="25749"/>
                        <a:pt x="12593" y="27274"/>
                        <a:pt x="11116" y="28002"/>
                      </a:cubicBezTo>
                      <a:cubicBezTo>
                        <a:pt x="8470" y="29307"/>
                        <a:pt x="7206" y="30527"/>
                        <a:pt x="7689" y="31309"/>
                      </a:cubicBezTo>
                      <a:cubicBezTo>
                        <a:pt x="8038" y="31874"/>
                        <a:pt x="11838" y="31805"/>
                        <a:pt x="13874" y="31196"/>
                      </a:cubicBezTo>
                      <a:close/>
                    </a:path>
                  </a:pathLst>
                </a:custGeom>
                <a:solidFill>
                  <a:srgbClr val="000000"/>
                </a:solidFill>
                <a:ln w="416" cap="flat">
                  <a:solidFill>
                    <a:srgbClr val="000000"/>
                  </a:solidFill>
                  <a:prstDash val="solid"/>
                  <a:round/>
                </a:ln>
              </p:spPr>
              <p:txBody>
                <a:bodyPr/>
                <a:lstStyle/>
                <a:p>
                  <a:endParaRPr lang="en-US" dirty="0"/>
                </a:p>
              </p:txBody>
            </p:sp>
            <p:sp>
              <p:nvSpPr>
                <p:cNvPr id="45" name="Freeform: Shape 44">
                  <a:extLst>
                    <a:ext uri="{FF2B5EF4-FFF2-40B4-BE49-F238E27FC236}">
                      <a16:creationId xmlns:a16="http://schemas.microsoft.com/office/drawing/2014/main" id="{8DFE45FA-7FAA-847A-866A-ACB68FE33A6C}"/>
                    </a:ext>
                  </a:extLst>
                </p:cNvPr>
                <p:cNvSpPr/>
                <p:nvPr/>
              </p:nvSpPr>
              <p:spPr>
                <a:xfrm>
                  <a:off x="3604541" y="821694"/>
                  <a:ext cx="5562" cy="2344"/>
                </a:xfrm>
                <a:custGeom>
                  <a:avLst/>
                  <a:gdLst>
                    <a:gd name="csX0" fmla="*/ 283 w 5562"/>
                    <a:gd name="csY0" fmla="*/ 1738 h 2344"/>
                    <a:gd name="csX1" fmla="*/ 907 w 5562"/>
                    <a:gd name="csY1" fmla="*/ 1192 h 2344"/>
                    <a:gd name="csX2" fmla="*/ 1599 w 5562"/>
                    <a:gd name="csY2" fmla="*/ 677 h 2344"/>
                    <a:gd name="csX3" fmla="*/ 2363 w 5562"/>
                    <a:gd name="csY3" fmla="*/ 279 h 2344"/>
                    <a:gd name="csX4" fmla="*/ 3061 w 5562"/>
                    <a:gd name="csY4" fmla="*/ 55 h 2344"/>
                    <a:gd name="csX5" fmla="*/ 3538 w 5562"/>
                    <a:gd name="csY5" fmla="*/ 15 h 2344"/>
                    <a:gd name="csX6" fmla="*/ 4015 w 5562"/>
                    <a:gd name="csY6" fmla="*/ 115 h 2344"/>
                    <a:gd name="csX7" fmla="*/ 4561 w 5562"/>
                    <a:gd name="csY7" fmla="*/ 450 h 2344"/>
                    <a:gd name="csX8" fmla="*/ 4993 w 5562"/>
                    <a:gd name="csY8" fmla="*/ 951 h 2344"/>
                    <a:gd name="csX9" fmla="*/ 5343 w 5562"/>
                    <a:gd name="csY9" fmla="*/ 1538 h 2344"/>
                    <a:gd name="csX10" fmla="*/ 5582 w 5562"/>
                    <a:gd name="csY10" fmla="*/ 2039 h 2344"/>
                    <a:gd name="csX11" fmla="*/ 5548 w 5562"/>
                    <a:gd name="csY11" fmla="*/ 2214 h 2344"/>
                    <a:gd name="csX12" fmla="*/ 5200 w 5562"/>
                    <a:gd name="csY12" fmla="*/ 2357 h 2344"/>
                    <a:gd name="csX13" fmla="*/ 4217 w 5562"/>
                    <a:gd name="csY13" fmla="*/ 2192 h 2344"/>
                    <a:gd name="csX14" fmla="*/ 3101 w 5562"/>
                    <a:gd name="csY14" fmla="*/ 2069 h 2344"/>
                    <a:gd name="csX15" fmla="*/ 1964 w 5562"/>
                    <a:gd name="csY15" fmla="*/ 2191 h 2344"/>
                    <a:gd name="csX16" fmla="*/ 696 w 5562"/>
                    <a:gd name="csY16" fmla="*/ 2354 h 2344"/>
                    <a:gd name="csX17" fmla="*/ 65 w 5562"/>
                    <a:gd name="csY17" fmla="*/ 2162 h 2344"/>
                    <a:gd name="csX18" fmla="*/ 115 w 5562"/>
                    <a:gd name="csY18" fmla="*/ 1907 h 2344"/>
                    <a:gd name="csX19" fmla="*/ 284 w 5562"/>
                    <a:gd name="csY19" fmla="*/ 1738 h 2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5562" h="2344">
                      <a:moveTo>
                        <a:pt x="283" y="1738"/>
                      </a:moveTo>
                      <a:cubicBezTo>
                        <a:pt x="413" y="1622"/>
                        <a:pt x="672" y="1390"/>
                        <a:pt x="907" y="1192"/>
                      </a:cubicBezTo>
                      <a:cubicBezTo>
                        <a:pt x="1143" y="994"/>
                        <a:pt x="1359" y="829"/>
                        <a:pt x="1599" y="677"/>
                      </a:cubicBezTo>
                      <a:cubicBezTo>
                        <a:pt x="1838" y="526"/>
                        <a:pt x="2108" y="385"/>
                        <a:pt x="2363" y="279"/>
                      </a:cubicBezTo>
                      <a:cubicBezTo>
                        <a:pt x="2618" y="172"/>
                        <a:pt x="2869" y="96"/>
                        <a:pt x="3061" y="55"/>
                      </a:cubicBezTo>
                      <a:cubicBezTo>
                        <a:pt x="3253" y="15"/>
                        <a:pt x="3392" y="7"/>
                        <a:pt x="3538" y="15"/>
                      </a:cubicBezTo>
                      <a:cubicBezTo>
                        <a:pt x="3685" y="23"/>
                        <a:pt x="3839" y="45"/>
                        <a:pt x="4015" y="115"/>
                      </a:cubicBezTo>
                      <a:cubicBezTo>
                        <a:pt x="4191" y="186"/>
                        <a:pt x="4394" y="307"/>
                        <a:pt x="4561" y="450"/>
                      </a:cubicBezTo>
                      <a:cubicBezTo>
                        <a:pt x="4728" y="593"/>
                        <a:pt x="4866" y="765"/>
                        <a:pt x="4993" y="951"/>
                      </a:cubicBezTo>
                      <a:cubicBezTo>
                        <a:pt x="5119" y="1136"/>
                        <a:pt x="5237" y="1338"/>
                        <a:pt x="5343" y="1538"/>
                      </a:cubicBezTo>
                      <a:cubicBezTo>
                        <a:pt x="5449" y="1738"/>
                        <a:pt x="5544" y="1934"/>
                        <a:pt x="5582" y="2039"/>
                      </a:cubicBezTo>
                      <a:cubicBezTo>
                        <a:pt x="5620" y="2143"/>
                        <a:pt x="5599" y="2156"/>
                        <a:pt x="5548" y="2214"/>
                      </a:cubicBezTo>
                      <a:cubicBezTo>
                        <a:pt x="5496" y="2273"/>
                        <a:pt x="5432" y="2356"/>
                        <a:pt x="5200" y="2357"/>
                      </a:cubicBezTo>
                      <a:cubicBezTo>
                        <a:pt x="4968" y="2358"/>
                        <a:pt x="4595" y="2265"/>
                        <a:pt x="4217" y="2192"/>
                      </a:cubicBezTo>
                      <a:cubicBezTo>
                        <a:pt x="3838" y="2119"/>
                        <a:pt x="3465" y="2070"/>
                        <a:pt x="3101" y="2069"/>
                      </a:cubicBezTo>
                      <a:cubicBezTo>
                        <a:pt x="2736" y="2069"/>
                        <a:pt x="2387" y="2119"/>
                        <a:pt x="1964" y="2191"/>
                      </a:cubicBezTo>
                      <a:cubicBezTo>
                        <a:pt x="1541" y="2262"/>
                        <a:pt x="1050" y="2354"/>
                        <a:pt x="696" y="2354"/>
                      </a:cubicBezTo>
                      <a:cubicBezTo>
                        <a:pt x="343" y="2354"/>
                        <a:pt x="131" y="2262"/>
                        <a:pt x="65" y="2162"/>
                      </a:cubicBezTo>
                      <a:cubicBezTo>
                        <a:pt x="-1" y="2062"/>
                        <a:pt x="77" y="1958"/>
                        <a:pt x="115" y="1907"/>
                      </a:cubicBezTo>
                      <a:cubicBezTo>
                        <a:pt x="154" y="1855"/>
                        <a:pt x="154" y="1855"/>
                        <a:pt x="284" y="1738"/>
                      </a:cubicBezTo>
                      <a:close/>
                    </a:path>
                  </a:pathLst>
                </a:custGeom>
                <a:solidFill>
                  <a:srgbClr val="FFFFFF"/>
                </a:solidFill>
                <a:ln w="0" cap="flat">
                  <a:solidFill>
                    <a:srgbClr val="000000"/>
                  </a:solidFill>
                  <a:prstDash val="solid"/>
                  <a:miter/>
                </a:ln>
              </p:spPr>
              <p:txBody>
                <a:bodyPr/>
                <a:lstStyle/>
                <a:p>
                  <a:endParaRPr lang="en-US" dirty="0"/>
                </a:p>
              </p:txBody>
            </p:sp>
          </p:grpSp>
          <p:sp>
            <p:nvSpPr>
              <p:cNvPr id="42" name="Freeform: Shape 41">
                <a:extLst>
                  <a:ext uri="{FF2B5EF4-FFF2-40B4-BE49-F238E27FC236}">
                    <a16:creationId xmlns:a16="http://schemas.microsoft.com/office/drawing/2014/main" id="{8EB95FA8-5906-AE93-E553-C2FA0C9A430F}"/>
                  </a:ext>
                </a:extLst>
              </p:cNvPr>
              <p:cNvSpPr/>
              <p:nvPr/>
            </p:nvSpPr>
            <p:spPr>
              <a:xfrm rot="1973969" flipV="1">
                <a:off x="3611012" y="818943"/>
                <a:ext cx="18948" cy="14684"/>
              </a:xfrm>
              <a:custGeom>
                <a:avLst/>
                <a:gdLst>
                  <a:gd name="csX0" fmla="*/ 51 w 18948"/>
                  <a:gd name="csY0" fmla="*/ 2321 h 14684"/>
                  <a:gd name="csX1" fmla="*/ 1865 w 18948"/>
                  <a:gd name="csY1" fmla="*/ 5545 h 14684"/>
                  <a:gd name="csX2" fmla="*/ 4286 w 18948"/>
                  <a:gd name="csY2" fmla="*/ 9821 h 14684"/>
                  <a:gd name="csX3" fmla="*/ 8359 w 18948"/>
                  <a:gd name="csY3" fmla="*/ 14103 h 14684"/>
                  <a:gd name="csX4" fmla="*/ 9401 w 18948"/>
                  <a:gd name="csY4" fmla="*/ 14642 h 14684"/>
                  <a:gd name="csX5" fmla="*/ 6877 w 18948"/>
                  <a:gd name="csY5" fmla="*/ 12257 h 14684"/>
                  <a:gd name="csX6" fmla="*/ 4410 w 18948"/>
                  <a:gd name="csY6" fmla="*/ 9303 h 14684"/>
                  <a:gd name="csX7" fmla="*/ 943 w 18948"/>
                  <a:gd name="csY7" fmla="*/ 2917 h 14684"/>
                  <a:gd name="csX8" fmla="*/ 3425 w 18948"/>
                  <a:gd name="csY8" fmla="*/ 5867 h 14684"/>
                  <a:gd name="csX9" fmla="*/ 7105 w 18948"/>
                  <a:gd name="csY9" fmla="*/ 9458 h 14684"/>
                  <a:gd name="csX10" fmla="*/ 11853 w 18948"/>
                  <a:gd name="csY10" fmla="*/ 12662 h 14684"/>
                  <a:gd name="csX11" fmla="*/ 14776 w 18948"/>
                  <a:gd name="csY11" fmla="*/ 13719 h 14684"/>
                  <a:gd name="csX12" fmla="*/ 11650 w 18948"/>
                  <a:gd name="csY12" fmla="*/ 12288 h 14684"/>
                  <a:gd name="csX13" fmla="*/ 7623 w 18948"/>
                  <a:gd name="csY13" fmla="*/ 9433 h 14684"/>
                  <a:gd name="csX14" fmla="*/ 4705 w 18948"/>
                  <a:gd name="csY14" fmla="*/ 6442 h 14684"/>
                  <a:gd name="csX15" fmla="*/ 1772 w 18948"/>
                  <a:gd name="csY15" fmla="*/ 2720 h 14684"/>
                  <a:gd name="csX16" fmla="*/ 2508 w 18948"/>
                  <a:gd name="csY16" fmla="*/ 2005 h 14684"/>
                  <a:gd name="csX17" fmla="*/ 2762 w 18948"/>
                  <a:gd name="csY17" fmla="*/ 3078 h 14684"/>
                  <a:gd name="csX18" fmla="*/ 6198 w 18948"/>
                  <a:gd name="csY18" fmla="*/ 6141 h 14684"/>
                  <a:gd name="csX19" fmla="*/ 10546 w 18948"/>
                  <a:gd name="csY19" fmla="*/ 9308 h 14684"/>
                  <a:gd name="csX20" fmla="*/ 12246 w 18948"/>
                  <a:gd name="csY20" fmla="*/ 10241 h 14684"/>
                  <a:gd name="csX21" fmla="*/ 14693 w 18948"/>
                  <a:gd name="csY21" fmla="*/ 11433 h 14684"/>
                  <a:gd name="csX22" fmla="*/ 17523 w 18948"/>
                  <a:gd name="csY22" fmla="*/ 12511 h 14684"/>
                  <a:gd name="csX23" fmla="*/ 18684 w 18948"/>
                  <a:gd name="csY23" fmla="*/ 12760 h 14684"/>
                  <a:gd name="csX24" fmla="*/ 16756 w 18948"/>
                  <a:gd name="csY24" fmla="*/ 11988 h 14684"/>
                  <a:gd name="csX25" fmla="*/ 13257 w 18948"/>
                  <a:gd name="csY25" fmla="*/ 10319 h 14684"/>
                  <a:gd name="csX26" fmla="*/ 10515 w 18948"/>
                  <a:gd name="csY26" fmla="*/ 8665 h 14684"/>
                  <a:gd name="csX27" fmla="*/ 6825 w 18948"/>
                  <a:gd name="csY27" fmla="*/ 5784 h 14684"/>
                  <a:gd name="csX28" fmla="*/ 4830 w 18948"/>
                  <a:gd name="csY28" fmla="*/ 4125 h 14684"/>
                  <a:gd name="csX29" fmla="*/ 3348 w 18948"/>
                  <a:gd name="csY29" fmla="*/ 2539 h 14684"/>
                  <a:gd name="csX30" fmla="*/ 3011 w 18948"/>
                  <a:gd name="csY30" fmla="*/ 1642 h 14684"/>
                  <a:gd name="csX31" fmla="*/ 3633 w 18948"/>
                  <a:gd name="csY31" fmla="*/ 1378 h 14684"/>
                  <a:gd name="csX32" fmla="*/ 5068 w 18948"/>
                  <a:gd name="csY32" fmla="*/ 2928 h 14684"/>
                  <a:gd name="csX33" fmla="*/ 6379 w 18948"/>
                  <a:gd name="csY33" fmla="*/ 3918 h 14684"/>
                  <a:gd name="csX34" fmla="*/ 7665 w 18948"/>
                  <a:gd name="csY34" fmla="*/ 4877 h 14684"/>
                  <a:gd name="csX35" fmla="*/ 9157 w 18948"/>
                  <a:gd name="csY35" fmla="*/ 5841 h 14684"/>
                  <a:gd name="csX36" fmla="*/ 11096 w 18948"/>
                  <a:gd name="csY36" fmla="*/ 7178 h 14684"/>
                  <a:gd name="csX37" fmla="*/ 13169 w 18948"/>
                  <a:gd name="csY37" fmla="*/ 8432 h 14684"/>
                  <a:gd name="csX38" fmla="*/ 15869 w 18948"/>
                  <a:gd name="csY38" fmla="*/ 9593 h 14684"/>
                  <a:gd name="csX39" fmla="*/ 18979 w 18948"/>
                  <a:gd name="csY39" fmla="*/ 9987 h 14684"/>
                  <a:gd name="csX40" fmla="*/ 17077 w 18948"/>
                  <a:gd name="csY40" fmla="*/ 9391 h 14684"/>
                  <a:gd name="csX41" fmla="*/ 13822 w 18948"/>
                  <a:gd name="csY41" fmla="*/ 8100 h 14684"/>
                  <a:gd name="csX42" fmla="*/ 11542 w 18948"/>
                  <a:gd name="csY42" fmla="*/ 6753 h 14684"/>
                  <a:gd name="csX43" fmla="*/ 9375 w 18948"/>
                  <a:gd name="csY43" fmla="*/ 5156 h 14684"/>
                  <a:gd name="csX44" fmla="*/ 7261 w 18948"/>
                  <a:gd name="csY44" fmla="*/ 3762 h 14684"/>
                  <a:gd name="csX45" fmla="*/ 5390 w 18948"/>
                  <a:gd name="csY45" fmla="*/ 2192 h 14684"/>
                  <a:gd name="csX46" fmla="*/ 4078 w 18948"/>
                  <a:gd name="csY46" fmla="*/ 56 h 14684"/>
                  <a:gd name="csX47" fmla="*/ 1373 w 18948"/>
                  <a:gd name="csY47" fmla="*/ 1440 h 14684"/>
                  <a:gd name="csX48" fmla="*/ 51 w 18948"/>
                  <a:gd name="csY48" fmla="*/ 2321 h 14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948" h="14684">
                    <a:moveTo>
                      <a:pt x="51" y="2321"/>
                    </a:moveTo>
                    <a:cubicBezTo>
                      <a:pt x="134" y="3005"/>
                      <a:pt x="1259" y="4472"/>
                      <a:pt x="1865" y="5545"/>
                    </a:cubicBezTo>
                    <a:cubicBezTo>
                      <a:pt x="2570" y="6794"/>
                      <a:pt x="3296" y="8515"/>
                      <a:pt x="4286" y="9821"/>
                    </a:cubicBezTo>
                    <a:cubicBezTo>
                      <a:pt x="5364" y="11247"/>
                      <a:pt x="7504" y="13299"/>
                      <a:pt x="8359" y="14103"/>
                    </a:cubicBezTo>
                    <a:cubicBezTo>
                      <a:pt x="8644" y="14372"/>
                      <a:pt x="9645" y="14953"/>
                      <a:pt x="9401" y="14642"/>
                    </a:cubicBezTo>
                    <a:cubicBezTo>
                      <a:pt x="9152" y="14336"/>
                      <a:pt x="7670" y="13102"/>
                      <a:pt x="6877" y="12257"/>
                    </a:cubicBezTo>
                    <a:cubicBezTo>
                      <a:pt x="6048" y="11366"/>
                      <a:pt x="5099" y="10381"/>
                      <a:pt x="4410" y="9303"/>
                    </a:cubicBezTo>
                    <a:cubicBezTo>
                      <a:pt x="3420" y="7743"/>
                      <a:pt x="1103" y="3488"/>
                      <a:pt x="943" y="2917"/>
                    </a:cubicBezTo>
                    <a:cubicBezTo>
                      <a:pt x="777" y="2342"/>
                      <a:pt x="2544" y="4928"/>
                      <a:pt x="3425" y="5867"/>
                    </a:cubicBezTo>
                    <a:cubicBezTo>
                      <a:pt x="4457" y="6955"/>
                      <a:pt x="5773" y="8380"/>
                      <a:pt x="7105" y="9458"/>
                    </a:cubicBezTo>
                    <a:cubicBezTo>
                      <a:pt x="8510" y="10594"/>
                      <a:pt x="10578" y="11952"/>
                      <a:pt x="11853" y="12662"/>
                    </a:cubicBezTo>
                    <a:cubicBezTo>
                      <a:pt x="12760" y="13164"/>
                      <a:pt x="14812" y="13781"/>
                      <a:pt x="14776" y="13719"/>
                    </a:cubicBezTo>
                    <a:cubicBezTo>
                      <a:pt x="14745" y="13657"/>
                      <a:pt x="12635" y="12879"/>
                      <a:pt x="11650" y="12288"/>
                    </a:cubicBezTo>
                    <a:cubicBezTo>
                      <a:pt x="10458" y="11573"/>
                      <a:pt x="8784" y="10407"/>
                      <a:pt x="7623" y="9433"/>
                    </a:cubicBezTo>
                    <a:cubicBezTo>
                      <a:pt x="6556" y="8536"/>
                      <a:pt x="5618" y="7494"/>
                      <a:pt x="4705" y="6442"/>
                    </a:cubicBezTo>
                    <a:cubicBezTo>
                      <a:pt x="3731" y="5322"/>
                      <a:pt x="2140" y="3462"/>
                      <a:pt x="1772" y="2720"/>
                    </a:cubicBezTo>
                    <a:cubicBezTo>
                      <a:pt x="1622" y="2415"/>
                      <a:pt x="2342" y="1948"/>
                      <a:pt x="2508" y="2005"/>
                    </a:cubicBezTo>
                    <a:cubicBezTo>
                      <a:pt x="2669" y="2067"/>
                      <a:pt x="2518" y="2803"/>
                      <a:pt x="2762" y="3078"/>
                    </a:cubicBezTo>
                    <a:cubicBezTo>
                      <a:pt x="3379" y="3767"/>
                      <a:pt x="5001" y="5182"/>
                      <a:pt x="6198" y="6141"/>
                    </a:cubicBezTo>
                    <a:cubicBezTo>
                      <a:pt x="7499" y="7178"/>
                      <a:pt x="9541" y="8624"/>
                      <a:pt x="10546" y="9308"/>
                    </a:cubicBezTo>
                    <a:cubicBezTo>
                      <a:pt x="11080" y="9671"/>
                      <a:pt x="11671" y="9946"/>
                      <a:pt x="12246" y="10241"/>
                    </a:cubicBezTo>
                    <a:cubicBezTo>
                      <a:pt x="12936" y="10594"/>
                      <a:pt x="13864" y="11076"/>
                      <a:pt x="14693" y="11433"/>
                    </a:cubicBezTo>
                    <a:cubicBezTo>
                      <a:pt x="15574" y="11817"/>
                      <a:pt x="16859" y="12288"/>
                      <a:pt x="17523" y="12511"/>
                    </a:cubicBezTo>
                    <a:cubicBezTo>
                      <a:pt x="17896" y="12636"/>
                      <a:pt x="18813" y="12848"/>
                      <a:pt x="18684" y="12760"/>
                    </a:cubicBezTo>
                    <a:cubicBezTo>
                      <a:pt x="18554" y="12672"/>
                      <a:pt x="17388" y="12273"/>
                      <a:pt x="16756" y="11988"/>
                    </a:cubicBezTo>
                    <a:cubicBezTo>
                      <a:pt x="15849" y="11584"/>
                      <a:pt x="14299" y="10873"/>
                      <a:pt x="13257" y="10319"/>
                    </a:cubicBezTo>
                    <a:cubicBezTo>
                      <a:pt x="12314" y="9816"/>
                      <a:pt x="11386" y="9277"/>
                      <a:pt x="10515" y="8665"/>
                    </a:cubicBezTo>
                    <a:cubicBezTo>
                      <a:pt x="9443" y="7909"/>
                      <a:pt x="7774" y="6540"/>
                      <a:pt x="6825" y="5784"/>
                    </a:cubicBezTo>
                    <a:cubicBezTo>
                      <a:pt x="6151" y="5239"/>
                      <a:pt x="5410" y="4664"/>
                      <a:pt x="4830" y="4125"/>
                    </a:cubicBezTo>
                    <a:cubicBezTo>
                      <a:pt x="4301" y="3627"/>
                      <a:pt x="3653" y="2959"/>
                      <a:pt x="3348" y="2539"/>
                    </a:cubicBezTo>
                    <a:cubicBezTo>
                      <a:pt x="3161" y="2285"/>
                      <a:pt x="2964" y="1839"/>
                      <a:pt x="3011" y="1642"/>
                    </a:cubicBezTo>
                    <a:cubicBezTo>
                      <a:pt x="3062" y="1451"/>
                      <a:pt x="3441" y="1259"/>
                      <a:pt x="3633" y="1378"/>
                    </a:cubicBezTo>
                    <a:cubicBezTo>
                      <a:pt x="3975" y="1590"/>
                      <a:pt x="4607" y="2503"/>
                      <a:pt x="5068" y="2928"/>
                    </a:cubicBezTo>
                    <a:cubicBezTo>
                      <a:pt x="5472" y="3296"/>
                      <a:pt x="5949" y="3591"/>
                      <a:pt x="6379" y="3918"/>
                    </a:cubicBezTo>
                    <a:cubicBezTo>
                      <a:pt x="6810" y="4234"/>
                      <a:pt x="7224" y="4571"/>
                      <a:pt x="7665" y="4877"/>
                    </a:cubicBezTo>
                    <a:cubicBezTo>
                      <a:pt x="8126" y="5198"/>
                      <a:pt x="8665" y="5509"/>
                      <a:pt x="9157" y="5841"/>
                    </a:cubicBezTo>
                    <a:cubicBezTo>
                      <a:pt x="9728" y="6224"/>
                      <a:pt x="10432" y="6753"/>
                      <a:pt x="11096" y="7178"/>
                    </a:cubicBezTo>
                    <a:cubicBezTo>
                      <a:pt x="11759" y="7608"/>
                      <a:pt x="12449" y="8064"/>
                      <a:pt x="13169" y="8432"/>
                    </a:cubicBezTo>
                    <a:cubicBezTo>
                      <a:pt x="13962" y="8831"/>
                      <a:pt x="14921" y="9339"/>
                      <a:pt x="15869" y="9593"/>
                    </a:cubicBezTo>
                    <a:cubicBezTo>
                      <a:pt x="16838" y="9852"/>
                      <a:pt x="18777" y="10023"/>
                      <a:pt x="18979" y="9987"/>
                    </a:cubicBezTo>
                    <a:cubicBezTo>
                      <a:pt x="19176" y="9956"/>
                      <a:pt x="17699" y="9619"/>
                      <a:pt x="17077" y="9391"/>
                    </a:cubicBezTo>
                    <a:cubicBezTo>
                      <a:pt x="16217" y="9075"/>
                      <a:pt x="14745" y="8541"/>
                      <a:pt x="13822" y="8100"/>
                    </a:cubicBezTo>
                    <a:cubicBezTo>
                      <a:pt x="13024" y="7722"/>
                      <a:pt x="12278" y="7240"/>
                      <a:pt x="11542" y="6753"/>
                    </a:cubicBezTo>
                    <a:cubicBezTo>
                      <a:pt x="10800" y="6260"/>
                      <a:pt x="10090" y="5659"/>
                      <a:pt x="9375" y="5156"/>
                    </a:cubicBezTo>
                    <a:cubicBezTo>
                      <a:pt x="8681" y="4674"/>
                      <a:pt x="7924" y="4260"/>
                      <a:pt x="7261" y="3762"/>
                    </a:cubicBezTo>
                    <a:cubicBezTo>
                      <a:pt x="6608" y="3275"/>
                      <a:pt x="5918" y="2809"/>
                      <a:pt x="5390" y="2192"/>
                    </a:cubicBezTo>
                    <a:cubicBezTo>
                      <a:pt x="4861" y="1570"/>
                      <a:pt x="4747" y="181"/>
                      <a:pt x="4078" y="56"/>
                    </a:cubicBezTo>
                    <a:cubicBezTo>
                      <a:pt x="3410" y="-68"/>
                      <a:pt x="2047" y="1057"/>
                      <a:pt x="1373" y="1440"/>
                    </a:cubicBezTo>
                    <a:cubicBezTo>
                      <a:pt x="912" y="1694"/>
                      <a:pt x="-11" y="1793"/>
                      <a:pt x="51" y="2321"/>
                    </a:cubicBezTo>
                  </a:path>
                </a:pathLst>
              </a:custGeom>
              <a:solidFill>
                <a:srgbClr val="000000"/>
              </a:solidFill>
              <a:ln w="5172" cap="flat">
                <a:noFill/>
                <a:prstDash val="solid"/>
                <a:round/>
              </a:ln>
            </p:spPr>
            <p:txBody>
              <a:bodyPr/>
              <a:lstStyle/>
              <a:p>
                <a:endParaRPr lang="en-US" dirty="0"/>
              </a:p>
            </p:txBody>
          </p:sp>
          <p:sp>
            <p:nvSpPr>
              <p:cNvPr id="43" name="Freeform: Shape 42">
                <a:extLst>
                  <a:ext uri="{FF2B5EF4-FFF2-40B4-BE49-F238E27FC236}">
                    <a16:creationId xmlns:a16="http://schemas.microsoft.com/office/drawing/2014/main" id="{404A6F3E-68EB-DF90-8DB4-083364B07260}"/>
                  </a:ext>
                </a:extLst>
              </p:cNvPr>
              <p:cNvSpPr/>
              <p:nvPr/>
            </p:nvSpPr>
            <p:spPr>
              <a:xfrm rot="1973969" flipV="1">
                <a:off x="3583729" y="818653"/>
                <a:ext cx="18624" cy="12747"/>
              </a:xfrm>
              <a:custGeom>
                <a:avLst/>
                <a:gdLst>
                  <a:gd name="csX0" fmla="*/ 18426 w 18624"/>
                  <a:gd name="csY0" fmla="*/ 12630 h 12747"/>
                  <a:gd name="csX1" fmla="*/ 14726 w 18624"/>
                  <a:gd name="csY1" fmla="*/ 12666 h 12747"/>
                  <a:gd name="csX2" fmla="*/ 9812 w 18624"/>
                  <a:gd name="csY2" fmla="*/ 12712 h 12747"/>
                  <a:gd name="csX3" fmla="*/ 4070 w 18624"/>
                  <a:gd name="csY3" fmla="*/ 11329 h 12747"/>
                  <a:gd name="csX4" fmla="*/ 3080 w 18624"/>
                  <a:gd name="csY4" fmla="*/ 10691 h 12747"/>
                  <a:gd name="csX5" fmla="*/ 6412 w 18624"/>
                  <a:gd name="csY5" fmla="*/ 11681 h 12747"/>
                  <a:gd name="csX6" fmla="*/ 10201 w 18624"/>
                  <a:gd name="csY6" fmla="*/ 12339 h 12747"/>
                  <a:gd name="csX7" fmla="*/ 17467 w 18624"/>
                  <a:gd name="csY7" fmla="*/ 12153 h 12747"/>
                  <a:gd name="csX8" fmla="*/ 13674 w 18624"/>
                  <a:gd name="csY8" fmla="*/ 11474 h 12747"/>
                  <a:gd name="csX9" fmla="*/ 8714 w 18624"/>
                  <a:gd name="csY9" fmla="*/ 10085 h 12747"/>
                  <a:gd name="csX10" fmla="*/ 3567 w 18624"/>
                  <a:gd name="csY10" fmla="*/ 7576 h 12747"/>
                  <a:gd name="csX11" fmla="*/ 1193 w 18624"/>
                  <a:gd name="csY11" fmla="*/ 5570 h 12747"/>
                  <a:gd name="csX12" fmla="*/ 3992 w 18624"/>
                  <a:gd name="csY12" fmla="*/ 7566 h 12747"/>
                  <a:gd name="csX13" fmla="*/ 8480 w 18624"/>
                  <a:gd name="csY13" fmla="*/ 9623 h 12747"/>
                  <a:gd name="csX14" fmla="*/ 12533 w 18624"/>
                  <a:gd name="csY14" fmla="*/ 10660 h 12747"/>
                  <a:gd name="csX15" fmla="*/ 17219 w 18624"/>
                  <a:gd name="csY15" fmla="*/ 11334 h 12747"/>
                  <a:gd name="csX16" fmla="*/ 17467 w 18624"/>
                  <a:gd name="csY16" fmla="*/ 10349 h 12747"/>
                  <a:gd name="csX17" fmla="*/ 16415 w 18624"/>
                  <a:gd name="csY17" fmla="*/ 10660 h 12747"/>
                  <a:gd name="csX18" fmla="*/ 12046 w 18624"/>
                  <a:gd name="csY18" fmla="*/ 9214 h 12747"/>
                  <a:gd name="csX19" fmla="*/ 7128 w 18624"/>
                  <a:gd name="csY19" fmla="*/ 7032 h 12747"/>
                  <a:gd name="csX20" fmla="*/ 5469 w 18624"/>
                  <a:gd name="csY20" fmla="*/ 6026 h 12747"/>
                  <a:gd name="csX21" fmla="*/ 3209 w 18624"/>
                  <a:gd name="csY21" fmla="*/ 4502 h 12747"/>
                  <a:gd name="csX22" fmla="*/ 867 w 18624"/>
                  <a:gd name="csY22" fmla="*/ 2590 h 12747"/>
                  <a:gd name="csX23" fmla="*/ 69 w 18624"/>
                  <a:gd name="csY23" fmla="*/ 1714 h 12747"/>
                  <a:gd name="csX24" fmla="*/ 1701 w 18624"/>
                  <a:gd name="csY24" fmla="*/ 2994 h 12747"/>
                  <a:gd name="csX25" fmla="*/ 4894 w 18624"/>
                  <a:gd name="csY25" fmla="*/ 5192 h 12747"/>
                  <a:gd name="csX26" fmla="*/ 7703 w 18624"/>
                  <a:gd name="csY26" fmla="*/ 6736 h 12747"/>
                  <a:gd name="csX27" fmla="*/ 12041 w 18624"/>
                  <a:gd name="csY27" fmla="*/ 8493 h 12747"/>
                  <a:gd name="csX28" fmla="*/ 14477 w 18624"/>
                  <a:gd name="csY28" fmla="*/ 9390 h 12747"/>
                  <a:gd name="csX29" fmla="*/ 16586 w 18624"/>
                  <a:gd name="csY29" fmla="*/ 9882 h 12747"/>
                  <a:gd name="csX30" fmla="*/ 17535 w 18624"/>
                  <a:gd name="csY30" fmla="*/ 9722 h 12747"/>
                  <a:gd name="csX31" fmla="*/ 17452 w 18624"/>
                  <a:gd name="csY31" fmla="*/ 9058 h 12747"/>
                  <a:gd name="csX32" fmla="*/ 15394 w 18624"/>
                  <a:gd name="csY32" fmla="*/ 8587 h 12747"/>
                  <a:gd name="csX33" fmla="*/ 13881 w 18624"/>
                  <a:gd name="csY33" fmla="*/ 7944 h 12747"/>
                  <a:gd name="csX34" fmla="*/ 12404 w 18624"/>
                  <a:gd name="csY34" fmla="*/ 7312 h 12747"/>
                  <a:gd name="csX35" fmla="*/ 10823 w 18624"/>
                  <a:gd name="csY35" fmla="*/ 6498 h 12747"/>
                  <a:gd name="csX36" fmla="*/ 8698 w 18624"/>
                  <a:gd name="csY36" fmla="*/ 5492 h 12747"/>
                  <a:gd name="csX37" fmla="*/ 6578 w 18624"/>
                  <a:gd name="csY37" fmla="*/ 4321 h 12747"/>
                  <a:gd name="csX38" fmla="*/ 4220 w 18624"/>
                  <a:gd name="csY38" fmla="*/ 2564 h 12747"/>
                  <a:gd name="csX39" fmla="*/ 2323 w 18624"/>
                  <a:gd name="csY39" fmla="*/ 71 h 12747"/>
                  <a:gd name="csX40" fmla="*/ 3790 w 18624"/>
                  <a:gd name="csY40" fmla="*/ 1418 h 12747"/>
                  <a:gd name="csX41" fmla="*/ 6532 w 18624"/>
                  <a:gd name="csY41" fmla="*/ 3590 h 12747"/>
                  <a:gd name="csX42" fmla="*/ 8843 w 18624"/>
                  <a:gd name="csY42" fmla="*/ 4891 h 12747"/>
                  <a:gd name="csX43" fmla="*/ 11305 w 18624"/>
                  <a:gd name="csY43" fmla="*/ 5974 h 12747"/>
                  <a:gd name="csX44" fmla="*/ 13575 w 18624"/>
                  <a:gd name="csY44" fmla="*/ 7109 h 12747"/>
                  <a:gd name="csX45" fmla="*/ 15871 w 18624"/>
                  <a:gd name="csY45" fmla="*/ 7939 h 12747"/>
                  <a:gd name="csX46" fmla="*/ 18374 w 18624"/>
                  <a:gd name="csY46" fmla="*/ 8006 h 12747"/>
                  <a:gd name="csX47" fmla="*/ 18530 w 18624"/>
                  <a:gd name="csY47" fmla="*/ 11038 h 12747"/>
                  <a:gd name="csX48" fmla="*/ 18426 w 18624"/>
                  <a:gd name="csY48" fmla="*/ 12630 h 12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624" h="12747">
                    <a:moveTo>
                      <a:pt x="18426" y="12630"/>
                    </a:moveTo>
                    <a:cubicBezTo>
                      <a:pt x="17789" y="12899"/>
                      <a:pt x="15959" y="12655"/>
                      <a:pt x="14726" y="12666"/>
                    </a:cubicBezTo>
                    <a:cubicBezTo>
                      <a:pt x="13290" y="12681"/>
                      <a:pt x="11440" y="12920"/>
                      <a:pt x="9812" y="12712"/>
                    </a:cubicBezTo>
                    <a:cubicBezTo>
                      <a:pt x="8040" y="12490"/>
                      <a:pt x="5195" y="11660"/>
                      <a:pt x="4070" y="11329"/>
                    </a:cubicBezTo>
                    <a:cubicBezTo>
                      <a:pt x="3697" y="11215"/>
                      <a:pt x="2691" y="10634"/>
                      <a:pt x="3080" y="10691"/>
                    </a:cubicBezTo>
                    <a:cubicBezTo>
                      <a:pt x="3469" y="10753"/>
                      <a:pt x="5283" y="11422"/>
                      <a:pt x="6412" y="11681"/>
                    </a:cubicBezTo>
                    <a:cubicBezTo>
                      <a:pt x="7599" y="11956"/>
                      <a:pt x="8921" y="12287"/>
                      <a:pt x="10201" y="12339"/>
                    </a:cubicBezTo>
                    <a:cubicBezTo>
                      <a:pt x="12046" y="12417"/>
                      <a:pt x="16887" y="12303"/>
                      <a:pt x="17467" y="12153"/>
                    </a:cubicBezTo>
                    <a:cubicBezTo>
                      <a:pt x="18043" y="12013"/>
                      <a:pt x="14923" y="11769"/>
                      <a:pt x="13674" y="11474"/>
                    </a:cubicBezTo>
                    <a:cubicBezTo>
                      <a:pt x="12212" y="11132"/>
                      <a:pt x="10320" y="10701"/>
                      <a:pt x="8714" y="10085"/>
                    </a:cubicBezTo>
                    <a:cubicBezTo>
                      <a:pt x="7034" y="9437"/>
                      <a:pt x="4821" y="8328"/>
                      <a:pt x="3567" y="7576"/>
                    </a:cubicBezTo>
                    <a:cubicBezTo>
                      <a:pt x="2681" y="7042"/>
                      <a:pt x="1121" y="5575"/>
                      <a:pt x="1193" y="5570"/>
                    </a:cubicBezTo>
                    <a:cubicBezTo>
                      <a:pt x="1261" y="5570"/>
                      <a:pt x="2992" y="7011"/>
                      <a:pt x="3992" y="7566"/>
                    </a:cubicBezTo>
                    <a:cubicBezTo>
                      <a:pt x="5210" y="8239"/>
                      <a:pt x="7060" y="9110"/>
                      <a:pt x="8480" y="9623"/>
                    </a:cubicBezTo>
                    <a:cubicBezTo>
                      <a:pt x="9792" y="10100"/>
                      <a:pt x="11165" y="10390"/>
                      <a:pt x="12533" y="10660"/>
                    </a:cubicBezTo>
                    <a:cubicBezTo>
                      <a:pt x="13990" y="10945"/>
                      <a:pt x="16395" y="11391"/>
                      <a:pt x="17219" y="11334"/>
                    </a:cubicBezTo>
                    <a:cubicBezTo>
                      <a:pt x="17561" y="11318"/>
                      <a:pt x="17602" y="10458"/>
                      <a:pt x="17467" y="10349"/>
                    </a:cubicBezTo>
                    <a:cubicBezTo>
                      <a:pt x="17338" y="10235"/>
                      <a:pt x="16773" y="10732"/>
                      <a:pt x="16415" y="10660"/>
                    </a:cubicBezTo>
                    <a:cubicBezTo>
                      <a:pt x="15508" y="10468"/>
                      <a:pt x="13472" y="9774"/>
                      <a:pt x="12046" y="9214"/>
                    </a:cubicBezTo>
                    <a:cubicBezTo>
                      <a:pt x="10497" y="8613"/>
                      <a:pt x="8221" y="7560"/>
                      <a:pt x="7128" y="7032"/>
                    </a:cubicBezTo>
                    <a:cubicBezTo>
                      <a:pt x="6547" y="6752"/>
                      <a:pt x="6013" y="6373"/>
                      <a:pt x="5469" y="6026"/>
                    </a:cubicBezTo>
                    <a:cubicBezTo>
                      <a:pt x="4821" y="5606"/>
                      <a:pt x="3940" y="5047"/>
                      <a:pt x="3209" y="4502"/>
                    </a:cubicBezTo>
                    <a:cubicBezTo>
                      <a:pt x="2448" y="3932"/>
                      <a:pt x="1390" y="3056"/>
                      <a:pt x="867" y="2590"/>
                    </a:cubicBezTo>
                    <a:cubicBezTo>
                      <a:pt x="571" y="2331"/>
                      <a:pt x="-66" y="1641"/>
                      <a:pt x="69" y="1714"/>
                    </a:cubicBezTo>
                    <a:cubicBezTo>
                      <a:pt x="209" y="1776"/>
                      <a:pt x="1142" y="2590"/>
                      <a:pt x="1701" y="2994"/>
                    </a:cubicBezTo>
                    <a:cubicBezTo>
                      <a:pt x="2505" y="3575"/>
                      <a:pt x="3894" y="4570"/>
                      <a:pt x="4894" y="5192"/>
                    </a:cubicBezTo>
                    <a:cubicBezTo>
                      <a:pt x="5801" y="5757"/>
                      <a:pt x="6734" y="6291"/>
                      <a:pt x="7703" y="6736"/>
                    </a:cubicBezTo>
                    <a:cubicBezTo>
                      <a:pt x="8895" y="7286"/>
                      <a:pt x="10911" y="8048"/>
                      <a:pt x="12041" y="8493"/>
                    </a:cubicBezTo>
                    <a:cubicBezTo>
                      <a:pt x="12844" y="8810"/>
                      <a:pt x="13720" y="9157"/>
                      <a:pt x="14477" y="9390"/>
                    </a:cubicBezTo>
                    <a:cubicBezTo>
                      <a:pt x="15166" y="9603"/>
                      <a:pt x="16073" y="9825"/>
                      <a:pt x="16586" y="9882"/>
                    </a:cubicBezTo>
                    <a:cubicBezTo>
                      <a:pt x="16903" y="9919"/>
                      <a:pt x="17390" y="9862"/>
                      <a:pt x="17535" y="9722"/>
                    </a:cubicBezTo>
                    <a:cubicBezTo>
                      <a:pt x="17675" y="9587"/>
                      <a:pt x="17649" y="9162"/>
                      <a:pt x="17452" y="9058"/>
                    </a:cubicBezTo>
                    <a:cubicBezTo>
                      <a:pt x="17094" y="8867"/>
                      <a:pt x="15990" y="8773"/>
                      <a:pt x="15394" y="8587"/>
                    </a:cubicBezTo>
                    <a:cubicBezTo>
                      <a:pt x="14871" y="8421"/>
                      <a:pt x="14379" y="8156"/>
                      <a:pt x="13881" y="7944"/>
                    </a:cubicBezTo>
                    <a:cubicBezTo>
                      <a:pt x="13389" y="7731"/>
                      <a:pt x="12891" y="7540"/>
                      <a:pt x="12404" y="7312"/>
                    </a:cubicBezTo>
                    <a:cubicBezTo>
                      <a:pt x="11896" y="7073"/>
                      <a:pt x="11357" y="6762"/>
                      <a:pt x="10823" y="6498"/>
                    </a:cubicBezTo>
                    <a:cubicBezTo>
                      <a:pt x="10206" y="6197"/>
                      <a:pt x="9398" y="5850"/>
                      <a:pt x="8698" y="5492"/>
                    </a:cubicBezTo>
                    <a:cubicBezTo>
                      <a:pt x="7993" y="5130"/>
                      <a:pt x="7252" y="4767"/>
                      <a:pt x="6578" y="4321"/>
                    </a:cubicBezTo>
                    <a:cubicBezTo>
                      <a:pt x="5832" y="3834"/>
                      <a:pt x="4915" y="3258"/>
                      <a:pt x="4220" y="2564"/>
                    </a:cubicBezTo>
                    <a:cubicBezTo>
                      <a:pt x="3510" y="1854"/>
                      <a:pt x="2391" y="263"/>
                      <a:pt x="2323" y="71"/>
                    </a:cubicBezTo>
                    <a:cubicBezTo>
                      <a:pt x="2251" y="-121"/>
                      <a:pt x="3282" y="993"/>
                      <a:pt x="3790" y="1418"/>
                    </a:cubicBezTo>
                    <a:cubicBezTo>
                      <a:pt x="4495" y="2004"/>
                      <a:pt x="5692" y="3015"/>
                      <a:pt x="6532" y="3590"/>
                    </a:cubicBezTo>
                    <a:cubicBezTo>
                      <a:pt x="7262" y="4093"/>
                      <a:pt x="8055" y="4497"/>
                      <a:pt x="8843" y="4891"/>
                    </a:cubicBezTo>
                    <a:cubicBezTo>
                      <a:pt x="9641" y="5285"/>
                      <a:pt x="10517" y="5606"/>
                      <a:pt x="11305" y="5974"/>
                    </a:cubicBezTo>
                    <a:cubicBezTo>
                      <a:pt x="12072" y="6332"/>
                      <a:pt x="12813" y="6778"/>
                      <a:pt x="13575" y="7109"/>
                    </a:cubicBezTo>
                    <a:cubicBezTo>
                      <a:pt x="14322" y="7431"/>
                      <a:pt x="15073" y="7788"/>
                      <a:pt x="15871" y="7939"/>
                    </a:cubicBezTo>
                    <a:cubicBezTo>
                      <a:pt x="16675" y="8089"/>
                      <a:pt x="17929" y="7493"/>
                      <a:pt x="18374" y="8006"/>
                    </a:cubicBezTo>
                    <a:cubicBezTo>
                      <a:pt x="18815" y="8524"/>
                      <a:pt x="18525" y="10271"/>
                      <a:pt x="18530" y="11038"/>
                    </a:cubicBezTo>
                    <a:cubicBezTo>
                      <a:pt x="18535" y="11572"/>
                      <a:pt x="18914" y="12422"/>
                      <a:pt x="18426" y="12630"/>
                    </a:cubicBezTo>
                  </a:path>
                </a:pathLst>
              </a:custGeom>
              <a:solidFill>
                <a:srgbClr val="000000"/>
              </a:solidFill>
              <a:ln w="5172" cap="flat">
                <a:noFill/>
                <a:prstDash val="solid"/>
                <a:round/>
              </a:ln>
            </p:spPr>
            <p:txBody>
              <a:bodyPr/>
              <a:lstStyle/>
              <a:p>
                <a:endParaRPr lang="en-US" dirty="0"/>
              </a:p>
            </p:txBody>
          </p:sp>
        </p:grpSp>
        <p:sp>
          <p:nvSpPr>
            <p:cNvPr id="40" name="Freeform: Shape 39">
              <a:extLst>
                <a:ext uri="{FF2B5EF4-FFF2-40B4-BE49-F238E27FC236}">
                  <a16:creationId xmlns:a16="http://schemas.microsoft.com/office/drawing/2014/main" id="{716C994E-17F9-BE88-FD40-84B6043F297E}"/>
                </a:ext>
              </a:extLst>
            </p:cNvPr>
            <p:cNvSpPr/>
            <p:nvPr/>
          </p:nvSpPr>
          <p:spPr>
            <a:xfrm>
              <a:off x="3591736" y="926253"/>
              <a:ext cx="18290" cy="17318"/>
            </a:xfrm>
            <a:custGeom>
              <a:avLst/>
              <a:gdLst>
                <a:gd name="csX0" fmla="*/ -128 w 18290"/>
                <a:gd name="csY0" fmla="*/ 97 h 17318"/>
                <a:gd name="csX1" fmla="*/ 18163 w 18290"/>
                <a:gd name="csY1" fmla="*/ 97 h 17318"/>
              </a:gdLst>
              <a:ahLst/>
              <a:cxnLst>
                <a:cxn ang="0">
                  <a:pos x="csX0" y="csY0"/>
                </a:cxn>
                <a:cxn ang="0">
                  <a:pos x="csX1" y="csY1"/>
                </a:cxn>
              </a:cxnLst>
              <a:rect l="l" t="t" r="r" b="b"/>
              <a:pathLst>
                <a:path w="18290" h="17318">
                  <a:moveTo>
                    <a:pt x="-128" y="97"/>
                  </a:moveTo>
                  <a:lnTo>
                    <a:pt x="18163" y="97"/>
                  </a:lnTo>
                </a:path>
              </a:pathLst>
            </a:custGeom>
            <a:solidFill>
              <a:srgbClr val="AAEEFF"/>
            </a:solidFill>
            <a:ln w="12700" cap="rnd">
              <a:solidFill>
                <a:srgbClr val="AAEEFF"/>
              </a:solidFill>
              <a:prstDash val="solid"/>
              <a:bevel/>
            </a:ln>
          </p:spPr>
          <p:txBody>
            <a:bodyPr/>
            <a:lstStyle/>
            <a:p>
              <a:endParaRPr lang="en-US" dirty="0"/>
            </a:p>
          </p:txBody>
        </p:sp>
      </p:grpSp>
      <p:grpSp>
        <p:nvGrpSpPr>
          <p:cNvPr id="36" name="Graphic 4">
            <a:extLst>
              <a:ext uri="{FF2B5EF4-FFF2-40B4-BE49-F238E27FC236}">
                <a16:creationId xmlns:a16="http://schemas.microsoft.com/office/drawing/2014/main" id="{B1AF8582-04D0-888A-A42E-802A572B3997}"/>
              </a:ext>
            </a:extLst>
          </p:cNvPr>
          <p:cNvGrpSpPr/>
          <p:nvPr/>
        </p:nvGrpSpPr>
        <p:grpSpPr>
          <a:xfrm>
            <a:off x="2874652" y="4608960"/>
            <a:ext cx="1153139" cy="267880"/>
            <a:chOff x="3379208" y="2198576"/>
            <a:chExt cx="565351" cy="131334"/>
          </a:xfrm>
          <a:solidFill>
            <a:srgbClr val="000000"/>
          </a:solidFill>
        </p:grpSpPr>
        <p:sp>
          <p:nvSpPr>
            <p:cNvPr id="38" name="TextBox 37">
              <a:extLst>
                <a:ext uri="{FF2B5EF4-FFF2-40B4-BE49-F238E27FC236}">
                  <a16:creationId xmlns:a16="http://schemas.microsoft.com/office/drawing/2014/main" id="{497B5DEC-7376-7A06-2D55-FD3DC1086746}"/>
                </a:ext>
              </a:extLst>
            </p:cNvPr>
            <p:cNvSpPr txBox="1"/>
            <p:nvPr/>
          </p:nvSpPr>
          <p:spPr>
            <a:xfrm>
              <a:off x="3379208" y="2198576"/>
              <a:ext cx="565351" cy="131334"/>
            </a:xfrm>
            <a:prstGeom prst="rect">
              <a:avLst/>
            </a:prstGeom>
            <a:noFill/>
          </p:spPr>
          <p:txBody>
            <a:bodyPr wrap="none" rtlCol="0">
              <a:spAutoFit/>
            </a:bodyPr>
            <a:lstStyle/>
            <a:p>
              <a:pPr algn="l"/>
              <a:r>
                <a:rPr lang="en-US" sz="1000" b="1" spc="0" baseline="0" dirty="0">
                  <a:ln/>
                  <a:solidFill>
                    <a:srgbClr val="000000"/>
                  </a:solidFill>
                  <a:latin typeface="Helvetica"/>
                  <a:cs typeface="Helvetica"/>
                  <a:sym typeface="Helvetica"/>
                  <a:rtl val="0"/>
                </a:rPr>
                <a:t>HOME CAGES</a:t>
              </a:r>
            </a:p>
          </p:txBody>
        </p:sp>
      </p:grpSp>
      <p:sp>
        <p:nvSpPr>
          <p:cNvPr id="37" name="TextBox 36">
            <a:extLst>
              <a:ext uri="{FF2B5EF4-FFF2-40B4-BE49-F238E27FC236}">
                <a16:creationId xmlns:a16="http://schemas.microsoft.com/office/drawing/2014/main" id="{DF7EEA9D-FB2D-93D8-400F-30F8746A72B4}"/>
              </a:ext>
            </a:extLst>
          </p:cNvPr>
          <p:cNvSpPr txBox="1"/>
          <p:nvPr/>
        </p:nvSpPr>
        <p:spPr>
          <a:xfrm>
            <a:off x="2954583" y="2548311"/>
            <a:ext cx="460767" cy="234395"/>
          </a:xfrm>
          <a:prstGeom prst="rect">
            <a:avLst/>
          </a:prstGeom>
          <a:noFill/>
        </p:spPr>
        <p:txBody>
          <a:bodyPr wrap="none" rtlCol="0">
            <a:spAutoFit/>
          </a:bodyPr>
          <a:lstStyle/>
          <a:p>
            <a:pPr algn="l"/>
            <a:r>
              <a:rPr lang="en-US" sz="800" b="1" spc="0" baseline="0" dirty="0">
                <a:ln/>
                <a:solidFill>
                  <a:srgbClr val="000000"/>
                </a:solidFill>
                <a:latin typeface="Arial"/>
                <a:cs typeface="Arial"/>
                <a:sym typeface="Arial"/>
                <a:rtl val="0"/>
              </a:rPr>
              <a:t>RFID</a:t>
            </a:r>
          </a:p>
        </p:txBody>
      </p:sp>
      <p:cxnSp>
        <p:nvCxnSpPr>
          <p:cNvPr id="549" name="Straight Arrow Connector 548">
            <a:extLst>
              <a:ext uri="{FF2B5EF4-FFF2-40B4-BE49-F238E27FC236}">
                <a16:creationId xmlns:a16="http://schemas.microsoft.com/office/drawing/2014/main" id="{D68D73B3-B544-5CEC-5D8B-65DB665C7315}"/>
              </a:ext>
            </a:extLst>
          </p:cNvPr>
          <p:cNvCxnSpPr>
            <a:cxnSpLocks/>
          </p:cNvCxnSpPr>
          <p:nvPr/>
        </p:nvCxnSpPr>
        <p:spPr>
          <a:xfrm flipH="1">
            <a:off x="3637907" y="2647658"/>
            <a:ext cx="127469" cy="811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0" name="Straight Arrow Connector 549">
            <a:extLst>
              <a:ext uri="{FF2B5EF4-FFF2-40B4-BE49-F238E27FC236}">
                <a16:creationId xmlns:a16="http://schemas.microsoft.com/office/drawing/2014/main" id="{3F13A2C6-0FFA-7FD8-E9D0-86A526FD74DB}"/>
              </a:ext>
            </a:extLst>
          </p:cNvPr>
          <p:cNvCxnSpPr>
            <a:cxnSpLocks/>
          </p:cNvCxnSpPr>
          <p:nvPr/>
        </p:nvCxnSpPr>
        <p:spPr>
          <a:xfrm flipH="1">
            <a:off x="3640346" y="2647658"/>
            <a:ext cx="123557" cy="7179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1" name="Straight Arrow Connector 550">
            <a:extLst>
              <a:ext uri="{FF2B5EF4-FFF2-40B4-BE49-F238E27FC236}">
                <a16:creationId xmlns:a16="http://schemas.microsoft.com/office/drawing/2014/main" id="{E1E3840F-DC78-2E70-5252-EFBB80414654}"/>
              </a:ext>
            </a:extLst>
          </p:cNvPr>
          <p:cNvCxnSpPr>
            <a:cxnSpLocks/>
          </p:cNvCxnSpPr>
          <p:nvPr/>
        </p:nvCxnSpPr>
        <p:spPr>
          <a:xfrm>
            <a:off x="3212318" y="2722693"/>
            <a:ext cx="188891" cy="1020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2" name="Straight Arrow Connector 551">
            <a:extLst>
              <a:ext uri="{FF2B5EF4-FFF2-40B4-BE49-F238E27FC236}">
                <a16:creationId xmlns:a16="http://schemas.microsoft.com/office/drawing/2014/main" id="{7EDE71DF-6A27-4FBB-6204-31956DCB7F5C}"/>
              </a:ext>
            </a:extLst>
          </p:cNvPr>
          <p:cNvCxnSpPr>
            <a:cxnSpLocks/>
          </p:cNvCxnSpPr>
          <p:nvPr/>
        </p:nvCxnSpPr>
        <p:spPr>
          <a:xfrm flipH="1">
            <a:off x="4257446" y="3670580"/>
            <a:ext cx="146757" cy="814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3" name="Straight Arrow Connector 552">
            <a:extLst>
              <a:ext uri="{FF2B5EF4-FFF2-40B4-BE49-F238E27FC236}">
                <a16:creationId xmlns:a16="http://schemas.microsoft.com/office/drawing/2014/main" id="{B7DCB717-34D8-C118-9460-D22793D4A803}"/>
              </a:ext>
            </a:extLst>
          </p:cNvPr>
          <p:cNvCxnSpPr>
            <a:cxnSpLocks/>
          </p:cNvCxnSpPr>
          <p:nvPr/>
        </p:nvCxnSpPr>
        <p:spPr>
          <a:xfrm flipH="1" flipV="1">
            <a:off x="4247069" y="3512831"/>
            <a:ext cx="157134" cy="692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65" name="TextBox 564">
            <a:extLst>
              <a:ext uri="{FF2B5EF4-FFF2-40B4-BE49-F238E27FC236}">
                <a16:creationId xmlns:a16="http://schemas.microsoft.com/office/drawing/2014/main" id="{191925C9-C1F4-BF33-87FF-F8F6DAA35319}"/>
              </a:ext>
            </a:extLst>
          </p:cNvPr>
          <p:cNvSpPr txBox="1"/>
          <p:nvPr/>
        </p:nvSpPr>
        <p:spPr>
          <a:xfrm>
            <a:off x="4317689" y="3517225"/>
            <a:ext cx="423514" cy="215444"/>
          </a:xfrm>
          <a:prstGeom prst="rect">
            <a:avLst/>
          </a:prstGeom>
          <a:noFill/>
        </p:spPr>
        <p:txBody>
          <a:bodyPr wrap="none" rtlCol="0">
            <a:spAutoFit/>
          </a:bodyPr>
          <a:lstStyle/>
          <a:p>
            <a:pPr algn="l"/>
            <a:r>
              <a:rPr lang="en-US" sz="800" b="1" spc="0" baseline="0" dirty="0">
                <a:ln/>
                <a:solidFill>
                  <a:srgbClr val="000000"/>
                </a:solidFill>
                <a:latin typeface="Arial"/>
                <a:cs typeface="Arial"/>
                <a:sym typeface="Arial"/>
                <a:rtl val="0"/>
              </a:rPr>
              <a:t>RFID</a:t>
            </a:r>
          </a:p>
        </p:txBody>
      </p:sp>
      <p:sp>
        <p:nvSpPr>
          <p:cNvPr id="554" name="Rectangle 553">
            <a:extLst>
              <a:ext uri="{FF2B5EF4-FFF2-40B4-BE49-F238E27FC236}">
                <a16:creationId xmlns:a16="http://schemas.microsoft.com/office/drawing/2014/main" id="{74CF1BE8-F541-C6AE-04CB-AED9F6973435}"/>
              </a:ext>
            </a:extLst>
          </p:cNvPr>
          <p:cNvSpPr/>
          <p:nvPr/>
        </p:nvSpPr>
        <p:spPr>
          <a:xfrm>
            <a:off x="3783711" y="2697323"/>
            <a:ext cx="750970" cy="755272"/>
          </a:xfrm>
          <a:prstGeom prst="rect">
            <a:avLst/>
          </a:prstGeom>
          <a:noFill/>
          <a:ln w="19050" cap="sq">
            <a:solidFill>
              <a:srgbClr val="000000"/>
            </a:solidFill>
            <a:prstDash val="solid"/>
            <a:miter/>
          </a:ln>
        </p:spPr>
        <p:txBody>
          <a:bodyPr/>
          <a:lstStyle/>
          <a:p>
            <a:endParaRPr lang="en-US" dirty="0"/>
          </a:p>
        </p:txBody>
      </p:sp>
      <p:sp>
        <p:nvSpPr>
          <p:cNvPr id="556" name="Rectangle 555">
            <a:extLst>
              <a:ext uri="{FF2B5EF4-FFF2-40B4-BE49-F238E27FC236}">
                <a16:creationId xmlns:a16="http://schemas.microsoft.com/office/drawing/2014/main" id="{5C6CEAEC-5359-5FD6-8116-5513268548C5}"/>
              </a:ext>
            </a:extLst>
          </p:cNvPr>
          <p:cNvSpPr/>
          <p:nvPr/>
        </p:nvSpPr>
        <p:spPr>
          <a:xfrm>
            <a:off x="4107286" y="3424670"/>
            <a:ext cx="104414" cy="380656"/>
          </a:xfrm>
          <a:prstGeom prst="rect">
            <a:avLst/>
          </a:prstGeom>
          <a:solidFill>
            <a:srgbClr val="FFFFFF"/>
          </a:solidFill>
          <a:ln w="0" cap="sq">
            <a:solidFill>
              <a:schemeClr val="bg1"/>
            </a:solidFill>
            <a:prstDash val="solid"/>
            <a:miter/>
          </a:ln>
        </p:spPr>
        <p:txBody>
          <a:bodyPr/>
          <a:lstStyle/>
          <a:p>
            <a:endParaRPr lang="en-US" dirty="0"/>
          </a:p>
        </p:txBody>
      </p:sp>
      <p:sp>
        <p:nvSpPr>
          <p:cNvPr id="557" name="Rectangle 556">
            <a:extLst>
              <a:ext uri="{FF2B5EF4-FFF2-40B4-BE49-F238E27FC236}">
                <a16:creationId xmlns:a16="http://schemas.microsoft.com/office/drawing/2014/main" id="{D588E118-FC17-B755-B2A2-0D90257ADF55}"/>
              </a:ext>
            </a:extLst>
          </p:cNvPr>
          <p:cNvSpPr/>
          <p:nvPr/>
        </p:nvSpPr>
        <p:spPr>
          <a:xfrm>
            <a:off x="4094129" y="3485693"/>
            <a:ext cx="130352" cy="52967"/>
          </a:xfrm>
          <a:prstGeom prst="rect">
            <a:avLst/>
          </a:prstGeom>
          <a:solidFill>
            <a:srgbClr val="000000"/>
          </a:solidFill>
          <a:ln w="0" cap="sq">
            <a:solidFill>
              <a:srgbClr val="FFFFFF">
                <a:alpha val="2000"/>
              </a:srgbClr>
            </a:solidFill>
            <a:prstDash val="solid"/>
            <a:miter/>
          </a:ln>
        </p:spPr>
        <p:txBody>
          <a:bodyPr/>
          <a:lstStyle/>
          <a:p>
            <a:endParaRPr lang="en-US" dirty="0"/>
          </a:p>
        </p:txBody>
      </p:sp>
      <p:sp>
        <p:nvSpPr>
          <p:cNvPr id="558" name="Rectangle 557">
            <a:extLst>
              <a:ext uri="{FF2B5EF4-FFF2-40B4-BE49-F238E27FC236}">
                <a16:creationId xmlns:a16="http://schemas.microsoft.com/office/drawing/2014/main" id="{6F5E4519-34AC-23C6-6A22-013C59C9557E}"/>
              </a:ext>
            </a:extLst>
          </p:cNvPr>
          <p:cNvSpPr/>
          <p:nvPr/>
        </p:nvSpPr>
        <p:spPr>
          <a:xfrm>
            <a:off x="4094765" y="3738943"/>
            <a:ext cx="130352" cy="52967"/>
          </a:xfrm>
          <a:prstGeom prst="rect">
            <a:avLst/>
          </a:prstGeom>
          <a:solidFill>
            <a:srgbClr val="000000"/>
          </a:solidFill>
          <a:ln w="0" cap="sq">
            <a:solidFill>
              <a:srgbClr val="FFFFFF">
                <a:alpha val="2000"/>
              </a:srgbClr>
            </a:solidFill>
            <a:prstDash val="solid"/>
            <a:miter/>
          </a:ln>
        </p:spPr>
        <p:txBody>
          <a:bodyPr/>
          <a:lstStyle/>
          <a:p>
            <a:endParaRPr lang="en-US" dirty="0"/>
          </a:p>
        </p:txBody>
      </p:sp>
      <p:sp>
        <p:nvSpPr>
          <p:cNvPr id="716" name="Freeform: Shape 715">
            <a:extLst>
              <a:ext uri="{FF2B5EF4-FFF2-40B4-BE49-F238E27FC236}">
                <a16:creationId xmlns:a16="http://schemas.microsoft.com/office/drawing/2014/main" id="{438AEAA0-A2EE-4871-250A-DF767FBC963E}"/>
              </a:ext>
            </a:extLst>
          </p:cNvPr>
          <p:cNvSpPr/>
          <p:nvPr/>
        </p:nvSpPr>
        <p:spPr>
          <a:xfrm rot="20878336" flipV="1">
            <a:off x="4129795" y="3636608"/>
            <a:ext cx="108365" cy="464610"/>
          </a:xfrm>
          <a:custGeom>
            <a:avLst/>
            <a:gdLst>
              <a:gd name="csX0" fmla="*/ 20054 w 53128"/>
              <a:gd name="csY0" fmla="*/ 225112 h 227785"/>
              <a:gd name="csX1" fmla="*/ 12531 w 53128"/>
              <a:gd name="csY1" fmla="*/ 208622 h 227785"/>
              <a:gd name="csX2" fmla="*/ 16600 w 53128"/>
              <a:gd name="csY2" fmla="*/ 189307 h 227785"/>
              <a:gd name="csX3" fmla="*/ 27891 w 53128"/>
              <a:gd name="csY3" fmla="*/ 173087 h 227785"/>
              <a:gd name="csX4" fmla="*/ 38710 w 53128"/>
              <a:gd name="csY4" fmla="*/ 152354 h 227785"/>
              <a:gd name="csX5" fmla="*/ 35129 w 53128"/>
              <a:gd name="csY5" fmla="*/ 139717 h 227785"/>
              <a:gd name="csX6" fmla="*/ 31805 w 53128"/>
              <a:gd name="csY6" fmla="*/ 132298 h 227785"/>
              <a:gd name="csX7" fmla="*/ 30011 w 53128"/>
              <a:gd name="csY7" fmla="*/ 128135 h 227785"/>
              <a:gd name="csX8" fmla="*/ 28183 w 53128"/>
              <a:gd name="csY8" fmla="*/ 127867 h 227785"/>
              <a:gd name="csX9" fmla="*/ 25062 w 53128"/>
              <a:gd name="csY9" fmla="*/ 126930 h 227785"/>
              <a:gd name="csX10" fmla="*/ 23607 w 53128"/>
              <a:gd name="csY10" fmla="*/ 126262 h 227785"/>
              <a:gd name="csX11" fmla="*/ 22950 w 53128"/>
              <a:gd name="csY11" fmla="*/ 127912 h 227785"/>
              <a:gd name="csX12" fmla="*/ 18718 w 53128"/>
              <a:gd name="csY12" fmla="*/ 130198 h 227785"/>
              <a:gd name="csX13" fmla="*/ 19644 w 53128"/>
              <a:gd name="csY13" fmla="*/ 130673 h 227785"/>
              <a:gd name="csX14" fmla="*/ 17280 w 53128"/>
              <a:gd name="csY14" fmla="*/ 129588 h 227785"/>
              <a:gd name="csX15" fmla="*/ 16244 w 53128"/>
              <a:gd name="csY15" fmla="*/ 129020 h 227785"/>
              <a:gd name="csX16" fmla="*/ 12293 w 53128"/>
              <a:gd name="csY16" fmla="*/ 123861 h 227785"/>
              <a:gd name="csX17" fmla="*/ 10454 w 53128"/>
              <a:gd name="csY17" fmla="*/ 122041 h 227785"/>
              <a:gd name="csX18" fmla="*/ 7894 w 53128"/>
              <a:gd name="csY18" fmla="*/ 118919 h 227785"/>
              <a:gd name="csX19" fmla="*/ 4909 w 53128"/>
              <a:gd name="csY19" fmla="*/ 113655 h 227785"/>
              <a:gd name="csX20" fmla="*/ 1014 w 53128"/>
              <a:gd name="csY20" fmla="*/ 85790 h 227785"/>
              <a:gd name="csX21" fmla="*/ 2917 w 53128"/>
              <a:gd name="csY21" fmla="*/ 59422 h 227785"/>
              <a:gd name="csX22" fmla="*/ 7176 w 53128"/>
              <a:gd name="csY22" fmla="*/ 35733 h 227785"/>
              <a:gd name="csX23" fmla="*/ 7956 w 53128"/>
              <a:gd name="csY23" fmla="*/ 33094 h 227785"/>
              <a:gd name="csX24" fmla="*/ 7056 w 53128"/>
              <a:gd name="csY24" fmla="*/ 32137 h 227785"/>
              <a:gd name="csX25" fmla="*/ 10648 w 53128"/>
              <a:gd name="csY25" fmla="*/ 26854 h 227785"/>
              <a:gd name="csX26" fmla="*/ 17838 w 53128"/>
              <a:gd name="csY26" fmla="*/ 17815 h 227785"/>
              <a:gd name="csX27" fmla="*/ 25164 w 53128"/>
              <a:gd name="csY27" fmla="*/ 8204 h 227785"/>
              <a:gd name="csX28" fmla="*/ 29230 w 53128"/>
              <a:gd name="csY28" fmla="*/ 3960 h 227785"/>
              <a:gd name="csX29" fmla="*/ 30994 w 53128"/>
              <a:gd name="csY29" fmla="*/ 1844 h 227785"/>
              <a:gd name="csX30" fmla="*/ 32535 w 53128"/>
              <a:gd name="csY30" fmla="*/ 660 h 227785"/>
              <a:gd name="csX31" fmla="*/ 36426 w 53128"/>
              <a:gd name="csY31" fmla="*/ 1740 h 227785"/>
              <a:gd name="csX32" fmla="*/ 37075 w 53128"/>
              <a:gd name="csY32" fmla="*/ 3337 h 227785"/>
              <a:gd name="csX33" fmla="*/ 37497 w 53128"/>
              <a:gd name="csY33" fmla="*/ 4947 h 227785"/>
              <a:gd name="csX34" fmla="*/ 38455 w 53128"/>
              <a:gd name="csY34" fmla="*/ 6879 h 227785"/>
              <a:gd name="csX35" fmla="*/ 38912 w 53128"/>
              <a:gd name="csY35" fmla="*/ 8168 h 227785"/>
              <a:gd name="csX36" fmla="*/ 41788 w 53128"/>
              <a:gd name="csY36" fmla="*/ 13098 h 227785"/>
              <a:gd name="csX37" fmla="*/ 45061 w 53128"/>
              <a:gd name="csY37" fmla="*/ 26513 h 227785"/>
              <a:gd name="csX38" fmla="*/ 46056 w 53128"/>
              <a:gd name="csY38" fmla="*/ 32422 h 227785"/>
              <a:gd name="csX39" fmla="*/ 47696 w 53128"/>
              <a:gd name="csY39" fmla="*/ 36005 h 227785"/>
              <a:gd name="csX40" fmla="*/ 47410 w 53128"/>
              <a:gd name="csY40" fmla="*/ 38943 h 227785"/>
              <a:gd name="csX41" fmla="*/ 45692 w 53128"/>
              <a:gd name="csY41" fmla="*/ 39671 h 227785"/>
              <a:gd name="csX42" fmla="*/ 45218 w 53128"/>
              <a:gd name="csY42" fmla="*/ 44771 h 227785"/>
              <a:gd name="csX43" fmla="*/ 45162 w 53128"/>
              <a:gd name="csY43" fmla="*/ 62476 h 227785"/>
              <a:gd name="csX44" fmla="*/ 45361 w 53128"/>
              <a:gd name="csY44" fmla="*/ 70154 h 227785"/>
              <a:gd name="csX45" fmla="*/ 51286 w 53128"/>
              <a:gd name="csY45" fmla="*/ 89755 h 227785"/>
              <a:gd name="csX46" fmla="*/ 49976 w 53128"/>
              <a:gd name="csY46" fmla="*/ 111071 h 227785"/>
              <a:gd name="csX47" fmla="*/ 43613 w 53128"/>
              <a:gd name="csY47" fmla="*/ 119613 h 227785"/>
              <a:gd name="csX48" fmla="*/ 37777 w 53128"/>
              <a:gd name="csY48" fmla="*/ 125229 h 227785"/>
              <a:gd name="csX49" fmla="*/ 36214 w 53128"/>
              <a:gd name="csY49" fmla="*/ 126471 h 227785"/>
              <a:gd name="csX50" fmla="*/ 39108 w 53128"/>
              <a:gd name="csY50" fmla="*/ 132565 h 227785"/>
              <a:gd name="csX51" fmla="*/ 45376 w 53128"/>
              <a:gd name="csY51" fmla="*/ 151963 h 227785"/>
              <a:gd name="csX52" fmla="*/ 40243 w 53128"/>
              <a:gd name="csY52" fmla="*/ 167893 h 227785"/>
              <a:gd name="csX53" fmla="*/ 32909 w 53128"/>
              <a:gd name="csY53" fmla="*/ 176035 h 227785"/>
              <a:gd name="csX54" fmla="*/ 24441 w 53128"/>
              <a:gd name="csY54" fmla="*/ 185680 h 227785"/>
              <a:gd name="csX55" fmla="*/ 22117 w 53128"/>
              <a:gd name="csY55" fmla="*/ 223956 h 227785"/>
              <a:gd name="csX56" fmla="*/ 23155 w 53128"/>
              <a:gd name="csY56" fmla="*/ 227841 h 227785"/>
              <a:gd name="csX57" fmla="*/ 20054 w 53128"/>
              <a:gd name="csY57" fmla="*/ 225113 h 227785"/>
              <a:gd name="csX58" fmla="*/ 15816 w 53128"/>
              <a:gd name="csY58" fmla="*/ 197575 h 227785"/>
              <a:gd name="csX59" fmla="*/ 30299 w 53128"/>
              <a:gd name="csY59" fmla="*/ 172816 h 227785"/>
              <a:gd name="csX60" fmla="*/ 37836 w 53128"/>
              <a:gd name="csY60" fmla="*/ 164868 h 227785"/>
              <a:gd name="csX61" fmla="*/ 40879 w 53128"/>
              <a:gd name="csY61" fmla="*/ 147477 h 227785"/>
              <a:gd name="csX62" fmla="*/ 36679 w 53128"/>
              <a:gd name="csY62" fmla="*/ 134049 h 227785"/>
              <a:gd name="csX63" fmla="*/ 33655 w 53128"/>
              <a:gd name="csY63" fmla="*/ 127179 h 227785"/>
              <a:gd name="csX64" fmla="*/ 33655 w 53128"/>
              <a:gd name="csY64" fmla="*/ 127179 h 227785"/>
              <a:gd name="csX65" fmla="*/ 33655 w 53128"/>
              <a:gd name="csY65" fmla="*/ 127179 h 227785"/>
              <a:gd name="csX66" fmla="*/ 36583 w 53128"/>
              <a:gd name="csY66" fmla="*/ 134044 h 227785"/>
              <a:gd name="csX67" fmla="*/ 41276 w 53128"/>
              <a:gd name="csY67" fmla="*/ 151695 h 227785"/>
              <a:gd name="csX68" fmla="*/ 40461 w 53128"/>
              <a:gd name="csY68" fmla="*/ 159526 h 227785"/>
              <a:gd name="csX69" fmla="*/ 30299 w 53128"/>
              <a:gd name="csY69" fmla="*/ 172816 h 227785"/>
              <a:gd name="csX70" fmla="*/ 18017 w 53128"/>
              <a:gd name="csY70" fmla="*/ 191345 h 227785"/>
              <a:gd name="csX71" fmla="*/ 14630 w 53128"/>
              <a:gd name="csY71" fmla="*/ 202982 h 227785"/>
              <a:gd name="csX72" fmla="*/ 14586 w 53128"/>
              <a:gd name="csY72" fmla="*/ 202333 h 227785"/>
              <a:gd name="csX73" fmla="*/ 15816 w 53128"/>
              <a:gd name="csY73" fmla="*/ 197575 h 227785"/>
              <a:gd name="csX74" fmla="*/ 47303 w 53128"/>
              <a:gd name="csY74" fmla="*/ 37131 h 227785"/>
              <a:gd name="csX75" fmla="*/ 45851 w 53128"/>
              <a:gd name="csY75" fmla="*/ 34321 h 227785"/>
              <a:gd name="csX76" fmla="*/ 42442 w 53128"/>
              <a:gd name="csY76" fmla="*/ 27848 h 227785"/>
              <a:gd name="csX77" fmla="*/ 39938 w 53128"/>
              <a:gd name="csY77" fmla="*/ 25748 h 227785"/>
              <a:gd name="csX78" fmla="*/ 39131 w 53128"/>
              <a:gd name="csY78" fmla="*/ 28928 h 227785"/>
              <a:gd name="csX79" fmla="*/ 44959 w 53128"/>
              <a:gd name="csY79" fmla="*/ 37555 h 227785"/>
              <a:gd name="csX80" fmla="*/ 47303 w 53128"/>
              <a:gd name="csY80" fmla="*/ 37131 h 227785"/>
              <a:gd name="csX81" fmla="*/ 13898 w 53128"/>
              <a:gd name="csY81" fmla="*/ 31249 h 227785"/>
              <a:gd name="csX82" fmla="*/ 19689 w 53128"/>
              <a:gd name="csY82" fmla="*/ 23445 h 227785"/>
              <a:gd name="csX83" fmla="*/ 16007 w 53128"/>
              <a:gd name="csY83" fmla="*/ 24666 h 227785"/>
              <a:gd name="csX84" fmla="*/ 11140 w 53128"/>
              <a:gd name="csY84" fmla="*/ 28054 h 227785"/>
              <a:gd name="csX85" fmla="*/ 7713 w 53128"/>
              <a:gd name="csY85" fmla="*/ 31361 h 227785"/>
              <a:gd name="csX86" fmla="*/ 13898 w 53128"/>
              <a:gd name="csY86" fmla="*/ 31248 h 227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53128" h="227785">
                <a:moveTo>
                  <a:pt x="20054" y="225112"/>
                </a:moveTo>
                <a:cubicBezTo>
                  <a:pt x="15998" y="220685"/>
                  <a:pt x="13167" y="214481"/>
                  <a:pt x="12531" y="208622"/>
                </a:cubicBezTo>
                <a:cubicBezTo>
                  <a:pt x="11859" y="202432"/>
                  <a:pt x="13150" y="196301"/>
                  <a:pt x="16600" y="189307"/>
                </a:cubicBezTo>
                <a:cubicBezTo>
                  <a:pt x="19416" y="183599"/>
                  <a:pt x="22750" y="178809"/>
                  <a:pt x="27891" y="173087"/>
                </a:cubicBezTo>
                <a:cubicBezTo>
                  <a:pt x="36905" y="163056"/>
                  <a:pt x="38699" y="159617"/>
                  <a:pt x="38710" y="152354"/>
                </a:cubicBezTo>
                <a:cubicBezTo>
                  <a:pt x="38716" y="148713"/>
                  <a:pt x="37741" y="145274"/>
                  <a:pt x="35129" y="139717"/>
                </a:cubicBezTo>
                <a:cubicBezTo>
                  <a:pt x="34287" y="137927"/>
                  <a:pt x="32791" y="134588"/>
                  <a:pt x="31805" y="132298"/>
                </a:cubicBezTo>
                <a:lnTo>
                  <a:pt x="30011" y="128135"/>
                </a:lnTo>
                <a:lnTo>
                  <a:pt x="28183" y="127867"/>
                </a:lnTo>
                <a:cubicBezTo>
                  <a:pt x="27177" y="127719"/>
                  <a:pt x="25773" y="127297"/>
                  <a:pt x="25062" y="126930"/>
                </a:cubicBezTo>
                <a:cubicBezTo>
                  <a:pt x="24352" y="126562"/>
                  <a:pt x="23697" y="126262"/>
                  <a:pt x="23607" y="126262"/>
                </a:cubicBezTo>
                <a:cubicBezTo>
                  <a:pt x="23518" y="126262"/>
                  <a:pt x="23222" y="127004"/>
                  <a:pt x="22950" y="127912"/>
                </a:cubicBezTo>
                <a:cubicBezTo>
                  <a:pt x="22197" y="130428"/>
                  <a:pt x="19926" y="131654"/>
                  <a:pt x="18718" y="130198"/>
                </a:cubicBezTo>
                <a:cubicBezTo>
                  <a:pt x="18424" y="129844"/>
                  <a:pt x="19963" y="130550"/>
                  <a:pt x="19644" y="130673"/>
                </a:cubicBezTo>
                <a:cubicBezTo>
                  <a:pt x="19325" y="130795"/>
                  <a:pt x="17140" y="129813"/>
                  <a:pt x="17280" y="129588"/>
                </a:cubicBezTo>
                <a:cubicBezTo>
                  <a:pt x="17280" y="129588"/>
                  <a:pt x="16561" y="129194"/>
                  <a:pt x="16244" y="129020"/>
                </a:cubicBezTo>
                <a:cubicBezTo>
                  <a:pt x="15760" y="128958"/>
                  <a:pt x="12648" y="124895"/>
                  <a:pt x="12293" y="123861"/>
                </a:cubicBezTo>
                <a:cubicBezTo>
                  <a:pt x="12158" y="123464"/>
                  <a:pt x="11330" y="122645"/>
                  <a:pt x="10454" y="122041"/>
                </a:cubicBezTo>
                <a:cubicBezTo>
                  <a:pt x="9494" y="121379"/>
                  <a:pt x="8478" y="120139"/>
                  <a:pt x="7894" y="118919"/>
                </a:cubicBezTo>
                <a:cubicBezTo>
                  <a:pt x="7362" y="117806"/>
                  <a:pt x="6018" y="115437"/>
                  <a:pt x="4909" y="113655"/>
                </a:cubicBezTo>
                <a:cubicBezTo>
                  <a:pt x="-48" y="105693"/>
                  <a:pt x="-915" y="99488"/>
                  <a:pt x="1014" y="85790"/>
                </a:cubicBezTo>
                <a:cubicBezTo>
                  <a:pt x="2354" y="76276"/>
                  <a:pt x="2914" y="68516"/>
                  <a:pt x="2917" y="59422"/>
                </a:cubicBezTo>
                <a:cubicBezTo>
                  <a:pt x="2921" y="48542"/>
                  <a:pt x="4142" y="41748"/>
                  <a:pt x="7176" y="35733"/>
                </a:cubicBezTo>
                <a:cubicBezTo>
                  <a:pt x="7975" y="34148"/>
                  <a:pt x="8256" y="33195"/>
                  <a:pt x="7956" y="33094"/>
                </a:cubicBezTo>
                <a:cubicBezTo>
                  <a:pt x="7696" y="33009"/>
                  <a:pt x="7292" y="32577"/>
                  <a:pt x="7056" y="32137"/>
                </a:cubicBezTo>
                <a:cubicBezTo>
                  <a:pt x="6480" y="31061"/>
                  <a:pt x="8640" y="27884"/>
                  <a:pt x="10648" y="26854"/>
                </a:cubicBezTo>
                <a:cubicBezTo>
                  <a:pt x="12431" y="25939"/>
                  <a:pt x="16221" y="21174"/>
                  <a:pt x="17838" y="17815"/>
                </a:cubicBezTo>
                <a:cubicBezTo>
                  <a:pt x="19492" y="14378"/>
                  <a:pt x="22341" y="10640"/>
                  <a:pt x="25164" y="8204"/>
                </a:cubicBezTo>
                <a:cubicBezTo>
                  <a:pt x="26468" y="7079"/>
                  <a:pt x="28252" y="5133"/>
                  <a:pt x="29230" y="3960"/>
                </a:cubicBezTo>
                <a:lnTo>
                  <a:pt x="30994" y="1844"/>
                </a:lnTo>
                <a:cubicBezTo>
                  <a:pt x="32030" y="988"/>
                  <a:pt x="31941" y="1039"/>
                  <a:pt x="32535" y="660"/>
                </a:cubicBezTo>
                <a:cubicBezTo>
                  <a:pt x="34652" y="-434"/>
                  <a:pt x="35528" y="-27"/>
                  <a:pt x="36426" y="1740"/>
                </a:cubicBezTo>
                <a:cubicBezTo>
                  <a:pt x="36863" y="2598"/>
                  <a:pt x="36784" y="2661"/>
                  <a:pt x="37075" y="3337"/>
                </a:cubicBezTo>
                <a:cubicBezTo>
                  <a:pt x="37328" y="4201"/>
                  <a:pt x="37322" y="4335"/>
                  <a:pt x="37497" y="4947"/>
                </a:cubicBezTo>
                <a:cubicBezTo>
                  <a:pt x="38117" y="6307"/>
                  <a:pt x="37793" y="5544"/>
                  <a:pt x="38455" y="6879"/>
                </a:cubicBezTo>
                <a:lnTo>
                  <a:pt x="38912" y="8168"/>
                </a:lnTo>
                <a:cubicBezTo>
                  <a:pt x="39140" y="8977"/>
                  <a:pt x="40012" y="10629"/>
                  <a:pt x="41788" y="13098"/>
                </a:cubicBezTo>
                <a:cubicBezTo>
                  <a:pt x="43945" y="16098"/>
                  <a:pt x="45127" y="20940"/>
                  <a:pt x="45061" y="26513"/>
                </a:cubicBezTo>
                <a:cubicBezTo>
                  <a:pt x="45012" y="30759"/>
                  <a:pt x="45075" y="31136"/>
                  <a:pt x="46056" y="32422"/>
                </a:cubicBezTo>
                <a:cubicBezTo>
                  <a:pt x="46632" y="33178"/>
                  <a:pt x="47370" y="34790"/>
                  <a:pt x="47696" y="36005"/>
                </a:cubicBezTo>
                <a:cubicBezTo>
                  <a:pt x="48262" y="38117"/>
                  <a:pt x="48249" y="38246"/>
                  <a:pt x="47410" y="38943"/>
                </a:cubicBezTo>
                <a:cubicBezTo>
                  <a:pt x="46927" y="39343"/>
                  <a:pt x="46154" y="39671"/>
                  <a:pt x="45692" y="39671"/>
                </a:cubicBezTo>
                <a:cubicBezTo>
                  <a:pt x="44876" y="39671"/>
                  <a:pt x="44863" y="39814"/>
                  <a:pt x="45218" y="44771"/>
                </a:cubicBezTo>
                <a:cubicBezTo>
                  <a:pt x="45627" y="50478"/>
                  <a:pt x="45613" y="54948"/>
                  <a:pt x="45162" y="62476"/>
                </a:cubicBezTo>
                <a:cubicBezTo>
                  <a:pt x="44953" y="65972"/>
                  <a:pt x="45016" y="68399"/>
                  <a:pt x="45361" y="70154"/>
                </a:cubicBezTo>
                <a:cubicBezTo>
                  <a:pt x="45887" y="72828"/>
                  <a:pt x="48457" y="81330"/>
                  <a:pt x="51286" y="89755"/>
                </a:cubicBezTo>
                <a:cubicBezTo>
                  <a:pt x="54153" y="98293"/>
                  <a:pt x="53841" y="103365"/>
                  <a:pt x="49976" y="111071"/>
                </a:cubicBezTo>
                <a:cubicBezTo>
                  <a:pt x="48187" y="114635"/>
                  <a:pt x="47268" y="115869"/>
                  <a:pt x="43613" y="119613"/>
                </a:cubicBezTo>
                <a:cubicBezTo>
                  <a:pt x="41262" y="122019"/>
                  <a:pt x="38636" y="124547"/>
                  <a:pt x="37777" y="125229"/>
                </a:cubicBezTo>
                <a:lnTo>
                  <a:pt x="36214" y="126471"/>
                </a:lnTo>
                <a:lnTo>
                  <a:pt x="39108" y="132565"/>
                </a:lnTo>
                <a:cubicBezTo>
                  <a:pt x="44394" y="143698"/>
                  <a:pt x="45376" y="146737"/>
                  <a:pt x="45376" y="151963"/>
                </a:cubicBezTo>
                <a:cubicBezTo>
                  <a:pt x="45376" y="157454"/>
                  <a:pt x="43604" y="162953"/>
                  <a:pt x="40243" y="167893"/>
                </a:cubicBezTo>
                <a:cubicBezTo>
                  <a:pt x="39541" y="168923"/>
                  <a:pt x="36242" y="172587"/>
                  <a:pt x="32909" y="176035"/>
                </a:cubicBezTo>
                <a:cubicBezTo>
                  <a:pt x="29577" y="179483"/>
                  <a:pt x="25767" y="183823"/>
                  <a:pt x="24441" y="185680"/>
                </a:cubicBezTo>
                <a:cubicBezTo>
                  <a:pt x="14400" y="199743"/>
                  <a:pt x="13612" y="212719"/>
                  <a:pt x="22117" y="223956"/>
                </a:cubicBezTo>
                <a:cubicBezTo>
                  <a:pt x="24107" y="226586"/>
                  <a:pt x="24443" y="227841"/>
                  <a:pt x="23155" y="227841"/>
                </a:cubicBezTo>
                <a:cubicBezTo>
                  <a:pt x="22824" y="227841"/>
                  <a:pt x="21429" y="226613"/>
                  <a:pt x="20054" y="225113"/>
                </a:cubicBezTo>
                <a:close/>
                <a:moveTo>
                  <a:pt x="15816" y="197575"/>
                </a:moveTo>
                <a:cubicBezTo>
                  <a:pt x="18585" y="189004"/>
                  <a:pt x="21192" y="182244"/>
                  <a:pt x="30299" y="172816"/>
                </a:cubicBezTo>
                <a:cubicBezTo>
                  <a:pt x="33285" y="169725"/>
                  <a:pt x="36970" y="166177"/>
                  <a:pt x="37836" y="164868"/>
                </a:cubicBezTo>
                <a:cubicBezTo>
                  <a:pt x="41466" y="159379"/>
                  <a:pt x="42215" y="154133"/>
                  <a:pt x="40879" y="147477"/>
                </a:cubicBezTo>
                <a:cubicBezTo>
                  <a:pt x="40467" y="145424"/>
                  <a:pt x="38806" y="138880"/>
                  <a:pt x="36679" y="134049"/>
                </a:cubicBezTo>
                <a:lnTo>
                  <a:pt x="33655" y="127179"/>
                </a:lnTo>
                <a:lnTo>
                  <a:pt x="33655" y="127179"/>
                </a:lnTo>
                <a:cubicBezTo>
                  <a:pt x="33004" y="127407"/>
                  <a:pt x="33653" y="126916"/>
                  <a:pt x="33655" y="127179"/>
                </a:cubicBezTo>
                <a:cubicBezTo>
                  <a:pt x="33657" y="127443"/>
                  <a:pt x="35189" y="130953"/>
                  <a:pt x="36583" y="134044"/>
                </a:cubicBezTo>
                <a:cubicBezTo>
                  <a:pt x="40966" y="143769"/>
                  <a:pt x="41026" y="146960"/>
                  <a:pt x="41276" y="151695"/>
                </a:cubicBezTo>
                <a:cubicBezTo>
                  <a:pt x="41472" y="155400"/>
                  <a:pt x="41388" y="156867"/>
                  <a:pt x="40461" y="159526"/>
                </a:cubicBezTo>
                <a:cubicBezTo>
                  <a:pt x="39033" y="163624"/>
                  <a:pt x="35685" y="167080"/>
                  <a:pt x="30299" y="172816"/>
                </a:cubicBezTo>
                <a:cubicBezTo>
                  <a:pt x="25138" y="178312"/>
                  <a:pt x="20808" y="185453"/>
                  <a:pt x="18017" y="191345"/>
                </a:cubicBezTo>
                <a:cubicBezTo>
                  <a:pt x="16006" y="195591"/>
                  <a:pt x="14560" y="200572"/>
                  <a:pt x="14630" y="202982"/>
                </a:cubicBezTo>
                <a:cubicBezTo>
                  <a:pt x="14668" y="204284"/>
                  <a:pt x="14288" y="204107"/>
                  <a:pt x="14586" y="202333"/>
                </a:cubicBezTo>
                <a:cubicBezTo>
                  <a:pt x="14770" y="201240"/>
                  <a:pt x="15323" y="199099"/>
                  <a:pt x="15816" y="197575"/>
                </a:cubicBezTo>
                <a:close/>
                <a:moveTo>
                  <a:pt x="47303" y="37131"/>
                </a:moveTo>
                <a:cubicBezTo>
                  <a:pt x="47161" y="36421"/>
                  <a:pt x="46508" y="35157"/>
                  <a:pt x="45851" y="34321"/>
                </a:cubicBezTo>
                <a:cubicBezTo>
                  <a:pt x="44420" y="32500"/>
                  <a:pt x="43598" y="30939"/>
                  <a:pt x="42442" y="27848"/>
                </a:cubicBezTo>
                <a:cubicBezTo>
                  <a:pt x="41417" y="25109"/>
                  <a:pt x="41016" y="24772"/>
                  <a:pt x="39938" y="25748"/>
                </a:cubicBezTo>
                <a:cubicBezTo>
                  <a:pt x="39314" y="26312"/>
                  <a:pt x="39131" y="27033"/>
                  <a:pt x="39131" y="28928"/>
                </a:cubicBezTo>
                <a:cubicBezTo>
                  <a:pt x="39131" y="32886"/>
                  <a:pt x="41108" y="35812"/>
                  <a:pt x="44959" y="37555"/>
                </a:cubicBezTo>
                <a:cubicBezTo>
                  <a:pt x="47436" y="38676"/>
                  <a:pt x="47606" y="38646"/>
                  <a:pt x="47303" y="37131"/>
                </a:cubicBezTo>
                <a:close/>
                <a:moveTo>
                  <a:pt x="13898" y="31249"/>
                </a:moveTo>
                <a:cubicBezTo>
                  <a:pt x="17141" y="30280"/>
                  <a:pt x="20347" y="25959"/>
                  <a:pt x="19689" y="23445"/>
                </a:cubicBezTo>
                <a:cubicBezTo>
                  <a:pt x="19342" y="22116"/>
                  <a:pt x="18359" y="22442"/>
                  <a:pt x="16007" y="24666"/>
                </a:cubicBezTo>
                <a:cubicBezTo>
                  <a:pt x="14807" y="25801"/>
                  <a:pt x="12617" y="27326"/>
                  <a:pt x="11140" y="28054"/>
                </a:cubicBezTo>
                <a:cubicBezTo>
                  <a:pt x="8494" y="29359"/>
                  <a:pt x="7229" y="30579"/>
                  <a:pt x="7713" y="31361"/>
                </a:cubicBezTo>
                <a:cubicBezTo>
                  <a:pt x="8062" y="31926"/>
                  <a:pt x="11862" y="31857"/>
                  <a:pt x="13898" y="31248"/>
                </a:cubicBezTo>
                <a:close/>
              </a:path>
            </a:pathLst>
          </a:custGeom>
          <a:solidFill>
            <a:srgbClr val="000000"/>
          </a:solidFill>
          <a:ln w="416" cap="flat">
            <a:solidFill>
              <a:srgbClr val="000000"/>
            </a:solidFill>
            <a:prstDash val="solid"/>
            <a:round/>
          </a:ln>
        </p:spPr>
        <p:txBody>
          <a:bodyPr/>
          <a:lstStyle/>
          <a:p>
            <a:endParaRPr lang="en-US" dirty="0"/>
          </a:p>
        </p:txBody>
      </p:sp>
      <p:sp>
        <p:nvSpPr>
          <p:cNvPr id="721" name="Rectangle 720">
            <a:extLst>
              <a:ext uri="{FF2B5EF4-FFF2-40B4-BE49-F238E27FC236}">
                <a16:creationId xmlns:a16="http://schemas.microsoft.com/office/drawing/2014/main" id="{7D9CE632-C49D-75DF-FA04-0D88B48060EB}"/>
              </a:ext>
            </a:extLst>
          </p:cNvPr>
          <p:cNvSpPr/>
          <p:nvPr/>
        </p:nvSpPr>
        <p:spPr>
          <a:xfrm>
            <a:off x="4107256" y="3426105"/>
            <a:ext cx="104330" cy="380655"/>
          </a:xfrm>
          <a:prstGeom prst="rect">
            <a:avLst/>
          </a:prstGeom>
          <a:solidFill>
            <a:srgbClr val="FF9953">
              <a:alpha val="16000"/>
            </a:srgbClr>
          </a:solidFill>
          <a:ln w="0" cap="sq">
            <a:noFill/>
            <a:prstDash val="solid"/>
            <a:miter/>
          </a:ln>
        </p:spPr>
        <p:txBody>
          <a:bodyPr/>
          <a:lstStyle/>
          <a:p>
            <a:endParaRPr lang="en-US" dirty="0"/>
          </a:p>
        </p:txBody>
      </p:sp>
      <p:cxnSp>
        <p:nvCxnSpPr>
          <p:cNvPr id="722" name="Straight Connector 721">
            <a:extLst>
              <a:ext uri="{FF2B5EF4-FFF2-40B4-BE49-F238E27FC236}">
                <a16:creationId xmlns:a16="http://schemas.microsoft.com/office/drawing/2014/main" id="{5B56D80F-7CB5-61A5-1B1E-F8FBCBE48DC7}"/>
              </a:ext>
            </a:extLst>
          </p:cNvPr>
          <p:cNvCxnSpPr>
            <a:cxnSpLocks/>
          </p:cNvCxnSpPr>
          <p:nvPr/>
        </p:nvCxnSpPr>
        <p:spPr>
          <a:xfrm>
            <a:off x="4170558" y="3883223"/>
            <a:ext cx="4180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30" name="TextBox 729">
            <a:extLst>
              <a:ext uri="{FF2B5EF4-FFF2-40B4-BE49-F238E27FC236}">
                <a16:creationId xmlns:a16="http://schemas.microsoft.com/office/drawing/2014/main" id="{D215EFEB-75EA-415F-ACCF-EC75E8651067}"/>
              </a:ext>
            </a:extLst>
          </p:cNvPr>
          <p:cNvSpPr txBox="1"/>
          <p:nvPr/>
        </p:nvSpPr>
        <p:spPr>
          <a:xfrm>
            <a:off x="123593" y="4675023"/>
            <a:ext cx="1970411" cy="261610"/>
          </a:xfrm>
          <a:prstGeom prst="rect">
            <a:avLst/>
          </a:prstGeom>
          <a:noFill/>
        </p:spPr>
        <p:txBody>
          <a:bodyPr wrap="none" rtlCol="0">
            <a:spAutoFit/>
          </a:bodyPr>
          <a:lstStyle/>
          <a:p>
            <a:r>
              <a:rPr lang="es-ES" sz="1100" i="1" dirty="0">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Serrano-Porcar 2026, </a:t>
            </a:r>
            <a:r>
              <a:rPr lang="es-ES" sz="1100" i="1" dirty="0" err="1">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Biorxiv</a:t>
            </a:r>
            <a:endParaRPr lang="en-US" sz="1100" i="1" dirty="0">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endParaRPr>
          </a:p>
        </p:txBody>
      </p:sp>
      <p:sp>
        <p:nvSpPr>
          <p:cNvPr id="4" name="Google Shape;127;p19">
            <a:extLst>
              <a:ext uri="{FF2B5EF4-FFF2-40B4-BE49-F238E27FC236}">
                <a16:creationId xmlns:a16="http://schemas.microsoft.com/office/drawing/2014/main" id="{1F763DD8-340C-F28E-A9F3-6721BF0CA409}"/>
              </a:ext>
            </a:extLst>
          </p:cNvPr>
          <p:cNvSpPr/>
          <p:nvPr/>
        </p:nvSpPr>
        <p:spPr>
          <a:xfrm>
            <a:off x="-15273"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283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24"/>
                                        </p:tgtEl>
                                        <p:attrNameLst>
                                          <p:attrName>style.visibility</p:attrName>
                                        </p:attrNameLst>
                                      </p:cBhvr>
                                      <p:to>
                                        <p:strVal val="visible"/>
                                      </p:to>
                                    </p:set>
                                    <p:animEffect transition="in" filter="fade">
                                      <p:cBhvr>
                                        <p:cTn id="10" dur="500"/>
                                        <p:tgtEl>
                                          <p:spTgt spid="5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23"/>
                                        </p:tgtEl>
                                        <p:attrNameLst>
                                          <p:attrName>style.visibility</p:attrName>
                                        </p:attrNameLst>
                                      </p:cBhvr>
                                      <p:to>
                                        <p:strVal val="visible"/>
                                      </p:to>
                                    </p:set>
                                    <p:animEffect transition="in" filter="fade">
                                      <p:cBhvr>
                                        <p:cTn id="13" dur="500"/>
                                        <p:tgtEl>
                                          <p:spTgt spid="5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9"/>
                                        </p:tgtEl>
                                        <p:attrNameLst>
                                          <p:attrName>style.visibility</p:attrName>
                                        </p:attrNameLst>
                                      </p:cBhvr>
                                      <p:to>
                                        <p:strVal val="visible"/>
                                      </p:to>
                                    </p:set>
                                    <p:animEffect transition="in" filter="fade">
                                      <p:cBhvr>
                                        <p:cTn id="16" dur="500"/>
                                        <p:tgtEl>
                                          <p:spTgt spid="8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8"/>
                                        </p:tgtEl>
                                        <p:attrNameLst>
                                          <p:attrName>style.visibility</p:attrName>
                                        </p:attrNameLst>
                                      </p:cBhvr>
                                      <p:to>
                                        <p:strVal val="visible"/>
                                      </p:to>
                                    </p:set>
                                    <p:animEffect transition="in" filter="fade">
                                      <p:cBhvr>
                                        <p:cTn id="19" dur="500"/>
                                        <p:tgtEl>
                                          <p:spTgt spid="8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0"/>
                                        </p:tgtEl>
                                        <p:attrNameLst>
                                          <p:attrName>style.visibility</p:attrName>
                                        </p:attrNameLst>
                                      </p:cBhvr>
                                      <p:to>
                                        <p:strVal val="visible"/>
                                      </p:to>
                                    </p:set>
                                    <p:animEffect transition="in" filter="fade">
                                      <p:cBhvr>
                                        <p:cTn id="22" dur="500"/>
                                        <p:tgtEl>
                                          <p:spTgt spid="100"/>
                                        </p:tgtEl>
                                      </p:cBhvr>
                                    </p:animEffect>
                                  </p:childTnLst>
                                </p:cTn>
                              </p:par>
                              <p:par>
                                <p:cTn id="23" presetID="10"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21"/>
                                        </p:tgtEl>
                                        <p:attrNameLst>
                                          <p:attrName>style.visibility</p:attrName>
                                        </p:attrNameLst>
                                      </p:cBhvr>
                                      <p:to>
                                        <p:strVal val="visible"/>
                                      </p:to>
                                    </p:set>
                                    <p:animEffect transition="in" filter="fade">
                                      <p:cBhvr>
                                        <p:cTn id="31" dur="500"/>
                                        <p:tgtEl>
                                          <p:spTgt spid="721"/>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9"/>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729"/>
                                        </p:tgtEl>
                                        <p:attrNameLst>
                                          <p:attrName>style.visibility</p:attrName>
                                        </p:attrNameLst>
                                      </p:cBhvr>
                                      <p:to>
                                        <p:strVal val="visible"/>
                                      </p:to>
                                    </p:set>
                                    <p:animEffect transition="in" filter="fade">
                                      <p:cBhvr>
                                        <p:cTn id="50" dur="1000"/>
                                        <p:tgtEl>
                                          <p:spTgt spid="729"/>
                                        </p:tgtEl>
                                      </p:cBhvr>
                                    </p:animEffect>
                                    <p:anim calcmode="lin" valueType="num">
                                      <p:cBhvr>
                                        <p:cTn id="51" dur="1000" fill="hold"/>
                                        <p:tgtEl>
                                          <p:spTgt spid="729"/>
                                        </p:tgtEl>
                                        <p:attrNameLst>
                                          <p:attrName>ppt_x</p:attrName>
                                        </p:attrNameLst>
                                      </p:cBhvr>
                                      <p:tavLst>
                                        <p:tav tm="0">
                                          <p:val>
                                            <p:strVal val="#ppt_x"/>
                                          </p:val>
                                        </p:tav>
                                        <p:tav tm="100000">
                                          <p:val>
                                            <p:strVal val="#ppt_x"/>
                                          </p:val>
                                        </p:tav>
                                      </p:tavLst>
                                    </p:anim>
                                    <p:anim calcmode="lin" valueType="num">
                                      <p:cBhvr>
                                        <p:cTn id="52" dur="1000" fill="hold"/>
                                        <p:tgtEl>
                                          <p:spTgt spid="729"/>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727"/>
                                        </p:tgtEl>
                                        <p:attrNameLst>
                                          <p:attrName>style.visibility</p:attrName>
                                        </p:attrNameLst>
                                      </p:cBhvr>
                                      <p:to>
                                        <p:strVal val="visible"/>
                                      </p:to>
                                    </p:set>
                                    <p:animEffect transition="in" filter="fade">
                                      <p:cBhvr>
                                        <p:cTn id="55" dur="1000"/>
                                        <p:tgtEl>
                                          <p:spTgt spid="727"/>
                                        </p:tgtEl>
                                      </p:cBhvr>
                                    </p:animEffect>
                                    <p:anim calcmode="lin" valueType="num">
                                      <p:cBhvr>
                                        <p:cTn id="56" dur="1000" fill="hold"/>
                                        <p:tgtEl>
                                          <p:spTgt spid="727"/>
                                        </p:tgtEl>
                                        <p:attrNameLst>
                                          <p:attrName>ppt_x</p:attrName>
                                        </p:attrNameLst>
                                      </p:cBhvr>
                                      <p:tavLst>
                                        <p:tav tm="0">
                                          <p:val>
                                            <p:strVal val="#ppt_x"/>
                                          </p:val>
                                        </p:tav>
                                        <p:tav tm="100000">
                                          <p:val>
                                            <p:strVal val="#ppt_x"/>
                                          </p:val>
                                        </p:tav>
                                      </p:tavLst>
                                    </p:anim>
                                    <p:anim calcmode="lin" valueType="num">
                                      <p:cBhvr>
                                        <p:cTn id="57" dur="1000" fill="hold"/>
                                        <p:tgtEl>
                                          <p:spTgt spid="727"/>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725"/>
                                        </p:tgtEl>
                                        <p:attrNameLst>
                                          <p:attrName>style.visibility</p:attrName>
                                        </p:attrNameLst>
                                      </p:cBhvr>
                                      <p:to>
                                        <p:strVal val="visible"/>
                                      </p:to>
                                    </p:set>
                                    <p:animEffect transition="in" filter="fade">
                                      <p:cBhvr>
                                        <p:cTn id="60" dur="1000"/>
                                        <p:tgtEl>
                                          <p:spTgt spid="725"/>
                                        </p:tgtEl>
                                      </p:cBhvr>
                                    </p:animEffect>
                                    <p:anim calcmode="lin" valueType="num">
                                      <p:cBhvr>
                                        <p:cTn id="61" dur="1000" fill="hold"/>
                                        <p:tgtEl>
                                          <p:spTgt spid="725"/>
                                        </p:tgtEl>
                                        <p:attrNameLst>
                                          <p:attrName>ppt_x</p:attrName>
                                        </p:attrNameLst>
                                      </p:cBhvr>
                                      <p:tavLst>
                                        <p:tav tm="0">
                                          <p:val>
                                            <p:strVal val="#ppt_x"/>
                                          </p:val>
                                        </p:tav>
                                        <p:tav tm="100000">
                                          <p:val>
                                            <p:strVal val="#ppt_x"/>
                                          </p:val>
                                        </p:tav>
                                      </p:tavLst>
                                    </p:anim>
                                    <p:anim calcmode="lin" valueType="num">
                                      <p:cBhvr>
                                        <p:cTn id="62" dur="1000" fill="hold"/>
                                        <p:tgtEl>
                                          <p:spTgt spid="725"/>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3" grpId="0" animBg="1"/>
      <p:bldP spid="523" grpId="0" animBg="1"/>
      <p:bldP spid="524" grpId="0" animBg="1"/>
      <p:bldP spid="88" grpId="0" animBg="1"/>
      <p:bldP spid="89" grpId="0" animBg="1"/>
      <p:bldP spid="98" grpId="0" animBg="1"/>
      <p:bldP spid="100" grpId="0" animBg="1"/>
      <p:bldP spid="7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A8A0ECD-B0A5-118A-2F8B-965E6A8396C8}"/>
              </a:ext>
            </a:extLst>
          </p:cNvPr>
          <p:cNvSpPr/>
          <p:nvPr/>
        </p:nvSpPr>
        <p:spPr>
          <a:xfrm>
            <a:off x="524624" y="1926035"/>
            <a:ext cx="1238790" cy="340404"/>
          </a:xfrm>
          <a:prstGeom prst="round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err="1">
                <a:solidFill>
                  <a:schemeClr val="tx1"/>
                </a:solidFill>
                <a:latin typeface="Roboto" panose="02000000000000000000" pitchFamily="2" charset="0"/>
                <a:ea typeface="Roboto" panose="02000000000000000000" pitchFamily="2" charset="0"/>
                <a:cs typeface="Roboto" panose="02000000000000000000" pitchFamily="2" charset="0"/>
              </a:rPr>
              <a:t>Waiting</a:t>
            </a:r>
            <a:endParaRPr lang="en-US" sz="1100" b="1"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 name="Rectangle: Rounded Corners 4">
            <a:extLst>
              <a:ext uri="{FF2B5EF4-FFF2-40B4-BE49-F238E27FC236}">
                <a16:creationId xmlns:a16="http://schemas.microsoft.com/office/drawing/2014/main" id="{69F7F06C-F894-BE19-92A2-98B475163B1D}"/>
              </a:ext>
            </a:extLst>
          </p:cNvPr>
          <p:cNvSpPr/>
          <p:nvPr/>
        </p:nvSpPr>
        <p:spPr>
          <a:xfrm>
            <a:off x="2025984" y="1926035"/>
            <a:ext cx="1547264" cy="340404"/>
          </a:xfrm>
          <a:prstGeom prst="round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dirty="0">
                <a:solidFill>
                  <a:schemeClr val="tx1"/>
                </a:solidFill>
                <a:latin typeface="Roboto" panose="02000000000000000000" pitchFamily="2" charset="0"/>
                <a:ea typeface="Roboto" panose="02000000000000000000" pitchFamily="2" charset="0"/>
                <a:cs typeface="Roboto" panose="02000000000000000000" pitchFamily="2" charset="0"/>
              </a:rPr>
              <a:t>Detecting subject in</a:t>
            </a:r>
          </a:p>
        </p:txBody>
      </p:sp>
      <p:sp>
        <p:nvSpPr>
          <p:cNvPr id="6" name="Rectangle: Rounded Corners 5">
            <a:extLst>
              <a:ext uri="{FF2B5EF4-FFF2-40B4-BE49-F238E27FC236}">
                <a16:creationId xmlns:a16="http://schemas.microsoft.com/office/drawing/2014/main" id="{52FB22FF-2586-1DF5-509E-6986DCBD8AE2}"/>
              </a:ext>
            </a:extLst>
          </p:cNvPr>
          <p:cNvSpPr/>
          <p:nvPr/>
        </p:nvSpPr>
        <p:spPr>
          <a:xfrm>
            <a:off x="3835817" y="1926035"/>
            <a:ext cx="1254176" cy="340404"/>
          </a:xfrm>
          <a:prstGeom prst="round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solidFill>
                  <a:schemeClr val="tx1"/>
                </a:solidFill>
                <a:latin typeface="Roboto" panose="02000000000000000000" pitchFamily="2" charset="0"/>
                <a:ea typeface="Roboto" panose="02000000000000000000" pitchFamily="2" charset="0"/>
                <a:cs typeface="Roboto" panose="02000000000000000000" pitchFamily="2" charset="0"/>
              </a:rPr>
              <a:t>Running </a:t>
            </a:r>
            <a:r>
              <a:rPr lang="es-ES" sz="1100" b="1" dirty="0" err="1">
                <a:solidFill>
                  <a:schemeClr val="tx1"/>
                </a:solidFill>
                <a:latin typeface="Roboto" panose="02000000000000000000" pitchFamily="2" charset="0"/>
                <a:ea typeface="Roboto" panose="02000000000000000000" pitchFamily="2" charset="0"/>
                <a:cs typeface="Roboto" panose="02000000000000000000" pitchFamily="2" charset="0"/>
              </a:rPr>
              <a:t>task</a:t>
            </a:r>
            <a:endParaRPr lang="en-US" sz="1100" b="1"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 name="Rectangle: Rounded Corners 7">
            <a:extLst>
              <a:ext uri="{FF2B5EF4-FFF2-40B4-BE49-F238E27FC236}">
                <a16:creationId xmlns:a16="http://schemas.microsoft.com/office/drawing/2014/main" id="{F048C250-DC5C-9810-C52F-0AB13E929ED2}"/>
              </a:ext>
            </a:extLst>
          </p:cNvPr>
          <p:cNvSpPr/>
          <p:nvPr/>
        </p:nvSpPr>
        <p:spPr>
          <a:xfrm>
            <a:off x="5315120" y="1926035"/>
            <a:ext cx="1642475" cy="340404"/>
          </a:xfrm>
          <a:prstGeom prst="round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err="1">
                <a:solidFill>
                  <a:schemeClr val="tx1"/>
                </a:solidFill>
                <a:latin typeface="Roboto" panose="02000000000000000000" pitchFamily="2" charset="0"/>
                <a:ea typeface="Roboto" panose="02000000000000000000" pitchFamily="2" charset="0"/>
                <a:cs typeface="Roboto" panose="02000000000000000000" pitchFamily="2" charset="0"/>
              </a:rPr>
              <a:t>Detecting</a:t>
            </a:r>
            <a:r>
              <a:rPr lang="es-ES" sz="1100" b="1"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s-ES" sz="1100" b="1" dirty="0" err="1">
                <a:solidFill>
                  <a:schemeClr val="tx1"/>
                </a:solidFill>
                <a:latin typeface="Roboto" panose="02000000000000000000" pitchFamily="2" charset="0"/>
                <a:ea typeface="Roboto" panose="02000000000000000000" pitchFamily="2" charset="0"/>
                <a:cs typeface="Roboto" panose="02000000000000000000" pitchFamily="2" charset="0"/>
              </a:rPr>
              <a:t>subject</a:t>
            </a:r>
            <a:r>
              <a:rPr lang="es-ES" sz="1100" b="1"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s-ES" sz="1100" b="1" dirty="0" err="1">
                <a:solidFill>
                  <a:schemeClr val="tx1"/>
                </a:solidFill>
                <a:latin typeface="Roboto" panose="02000000000000000000" pitchFamily="2" charset="0"/>
                <a:ea typeface="Roboto" panose="02000000000000000000" pitchFamily="2" charset="0"/>
                <a:cs typeface="Roboto" panose="02000000000000000000" pitchFamily="2" charset="0"/>
              </a:rPr>
              <a:t>out</a:t>
            </a:r>
            <a:endParaRPr lang="en-US" sz="1100" b="1"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39" name="Rectangle: Rounded Corners 138">
            <a:extLst>
              <a:ext uri="{FF2B5EF4-FFF2-40B4-BE49-F238E27FC236}">
                <a16:creationId xmlns:a16="http://schemas.microsoft.com/office/drawing/2014/main" id="{68A5FD5F-8D49-C7C9-0479-5BE2995F33B8}"/>
              </a:ext>
            </a:extLst>
          </p:cNvPr>
          <p:cNvSpPr/>
          <p:nvPr/>
        </p:nvSpPr>
        <p:spPr>
          <a:xfrm>
            <a:off x="7230791" y="1919264"/>
            <a:ext cx="1547264" cy="340404"/>
          </a:xfrm>
          <a:prstGeom prst="round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solidFill>
                  <a:schemeClr val="tx1"/>
                </a:solidFill>
                <a:latin typeface="Roboto" panose="02000000000000000000" pitchFamily="2" charset="0"/>
                <a:ea typeface="Roboto" panose="02000000000000000000" pitchFamily="2" charset="0"/>
                <a:cs typeface="Roboto" panose="02000000000000000000" pitchFamily="2" charset="0"/>
              </a:rPr>
              <a:t>Data </a:t>
            </a:r>
            <a:r>
              <a:rPr lang="es-ES" sz="1100" b="1" dirty="0" err="1">
                <a:solidFill>
                  <a:schemeClr val="tx1"/>
                </a:solidFill>
                <a:latin typeface="Roboto" panose="02000000000000000000" pitchFamily="2" charset="0"/>
                <a:ea typeface="Roboto" panose="02000000000000000000" pitchFamily="2" charset="0"/>
                <a:cs typeface="Roboto" panose="02000000000000000000" pitchFamily="2" charset="0"/>
              </a:rPr>
              <a:t>synchronization</a:t>
            </a:r>
            <a:endParaRPr lang="en-US" sz="1100" b="1"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146" name="Straight Arrow Connector 145">
            <a:extLst>
              <a:ext uri="{FF2B5EF4-FFF2-40B4-BE49-F238E27FC236}">
                <a16:creationId xmlns:a16="http://schemas.microsoft.com/office/drawing/2014/main" id="{7025AC27-4B3B-AB2B-8C96-932457FE7144}"/>
              </a:ext>
            </a:extLst>
          </p:cNvPr>
          <p:cNvCxnSpPr>
            <a:cxnSpLocks/>
            <a:stCxn id="4" idx="3"/>
            <a:endCxn id="5" idx="1"/>
          </p:cNvCxnSpPr>
          <p:nvPr/>
        </p:nvCxnSpPr>
        <p:spPr>
          <a:xfrm>
            <a:off x="1763414" y="2096237"/>
            <a:ext cx="2625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8" name="Straight Arrow Connector 147">
            <a:extLst>
              <a:ext uri="{FF2B5EF4-FFF2-40B4-BE49-F238E27FC236}">
                <a16:creationId xmlns:a16="http://schemas.microsoft.com/office/drawing/2014/main" id="{B951BE32-939A-7899-96FE-81084517271C}"/>
              </a:ext>
            </a:extLst>
          </p:cNvPr>
          <p:cNvCxnSpPr>
            <a:cxnSpLocks/>
          </p:cNvCxnSpPr>
          <p:nvPr/>
        </p:nvCxnSpPr>
        <p:spPr>
          <a:xfrm>
            <a:off x="3573247" y="2096237"/>
            <a:ext cx="2625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9" name="Straight Arrow Connector 148">
            <a:extLst>
              <a:ext uri="{FF2B5EF4-FFF2-40B4-BE49-F238E27FC236}">
                <a16:creationId xmlns:a16="http://schemas.microsoft.com/office/drawing/2014/main" id="{A9E21DDF-49BA-B0C1-0357-543CA555C6B0}"/>
              </a:ext>
            </a:extLst>
          </p:cNvPr>
          <p:cNvCxnSpPr>
            <a:cxnSpLocks/>
          </p:cNvCxnSpPr>
          <p:nvPr/>
        </p:nvCxnSpPr>
        <p:spPr>
          <a:xfrm>
            <a:off x="5089992" y="2096237"/>
            <a:ext cx="2251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1" name="Straight Arrow Connector 150">
            <a:extLst>
              <a:ext uri="{FF2B5EF4-FFF2-40B4-BE49-F238E27FC236}">
                <a16:creationId xmlns:a16="http://schemas.microsoft.com/office/drawing/2014/main" id="{E5303E70-9E15-DE1B-DB70-79B9BB5E298F}"/>
              </a:ext>
            </a:extLst>
          </p:cNvPr>
          <p:cNvCxnSpPr>
            <a:cxnSpLocks/>
          </p:cNvCxnSpPr>
          <p:nvPr/>
        </p:nvCxnSpPr>
        <p:spPr>
          <a:xfrm>
            <a:off x="6959035" y="2108034"/>
            <a:ext cx="2625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16" name="Group 215">
            <a:extLst>
              <a:ext uri="{FF2B5EF4-FFF2-40B4-BE49-F238E27FC236}">
                <a16:creationId xmlns:a16="http://schemas.microsoft.com/office/drawing/2014/main" id="{76E0534E-D731-2174-03DC-51B18DDF1093}"/>
              </a:ext>
            </a:extLst>
          </p:cNvPr>
          <p:cNvGrpSpPr/>
          <p:nvPr/>
        </p:nvGrpSpPr>
        <p:grpSpPr>
          <a:xfrm>
            <a:off x="354586" y="2096237"/>
            <a:ext cx="8511184" cy="1447230"/>
            <a:chOff x="442817" y="2004797"/>
            <a:chExt cx="8511184" cy="1447230"/>
          </a:xfrm>
        </p:grpSpPr>
        <p:cxnSp>
          <p:nvCxnSpPr>
            <p:cNvPr id="153" name="Straight Arrow Connector 152">
              <a:extLst>
                <a:ext uri="{FF2B5EF4-FFF2-40B4-BE49-F238E27FC236}">
                  <a16:creationId xmlns:a16="http://schemas.microsoft.com/office/drawing/2014/main" id="{6745F6DE-E5AC-8DDD-9B34-1D06FD9B0796}"/>
                </a:ext>
              </a:extLst>
            </p:cNvPr>
            <p:cNvCxnSpPr>
              <a:cxnSpLocks/>
            </p:cNvCxnSpPr>
            <p:nvPr/>
          </p:nvCxnSpPr>
          <p:spPr>
            <a:xfrm>
              <a:off x="8869685" y="2016594"/>
              <a:ext cx="78662"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10040AC4-4820-0D16-8C12-5C8C6168286B}"/>
                </a:ext>
              </a:extLst>
            </p:cNvPr>
            <p:cNvCxnSpPr>
              <a:cxnSpLocks/>
            </p:cNvCxnSpPr>
            <p:nvPr/>
          </p:nvCxnSpPr>
          <p:spPr>
            <a:xfrm>
              <a:off x="8954001" y="2016594"/>
              <a:ext cx="0" cy="14354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AC9DA72B-4793-38FC-E446-CE51C22D9FB7}"/>
                </a:ext>
              </a:extLst>
            </p:cNvPr>
            <p:cNvCxnSpPr>
              <a:cxnSpLocks/>
            </p:cNvCxnSpPr>
            <p:nvPr/>
          </p:nvCxnSpPr>
          <p:spPr>
            <a:xfrm>
              <a:off x="442817" y="3452027"/>
              <a:ext cx="8505530"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057AC39B-9B3F-9E43-7266-3F636FE0638D}"/>
                </a:ext>
              </a:extLst>
            </p:cNvPr>
            <p:cNvCxnSpPr>
              <a:cxnSpLocks/>
            </p:cNvCxnSpPr>
            <p:nvPr/>
          </p:nvCxnSpPr>
          <p:spPr>
            <a:xfrm flipV="1">
              <a:off x="442817" y="2004797"/>
              <a:ext cx="0" cy="144723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677E81C4-E876-EAF0-1D4A-5C2031F50819}"/>
                </a:ext>
              </a:extLst>
            </p:cNvPr>
            <p:cNvCxnSpPr>
              <a:cxnSpLocks/>
            </p:cNvCxnSpPr>
            <p:nvPr/>
          </p:nvCxnSpPr>
          <p:spPr>
            <a:xfrm>
              <a:off x="444032" y="2004797"/>
              <a:ext cx="162017"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77" name="Freeform: Shape 176">
            <a:extLst>
              <a:ext uri="{FF2B5EF4-FFF2-40B4-BE49-F238E27FC236}">
                <a16:creationId xmlns:a16="http://schemas.microsoft.com/office/drawing/2014/main" id="{C36F4611-5629-749D-403E-79D762185CA5}"/>
              </a:ext>
            </a:extLst>
          </p:cNvPr>
          <p:cNvSpPr/>
          <p:nvPr/>
        </p:nvSpPr>
        <p:spPr>
          <a:xfrm>
            <a:off x="7876598" y="1266374"/>
            <a:ext cx="267523" cy="357311"/>
          </a:xfrm>
          <a:custGeom>
            <a:avLst/>
            <a:gdLst>
              <a:gd name="csX0" fmla="*/ 78898 w 107863"/>
              <a:gd name="csY0" fmla="*/ 139036 h 144065"/>
              <a:gd name="csX1" fmla="*/ 24892 w 107863"/>
              <a:gd name="csY1" fmla="*/ 139032 h 144065"/>
              <a:gd name="csX2" fmla="*/ 24909 w 107863"/>
              <a:gd name="csY2" fmla="*/ 132621 h 144065"/>
              <a:gd name="csX3" fmla="*/ 82962 w 107863"/>
              <a:gd name="csY3" fmla="*/ 132673 h 144065"/>
              <a:gd name="csX4" fmla="*/ 82760 w 107863"/>
              <a:gd name="csY4" fmla="*/ 138784 h 144065"/>
              <a:gd name="csX5" fmla="*/ 78875 w 107863"/>
              <a:gd name="csY5" fmla="*/ 139039 h 144065"/>
              <a:gd name="csX6" fmla="*/ 5511 w 107863"/>
              <a:gd name="csY6" fmla="*/ 119826 h 144065"/>
              <a:gd name="csX7" fmla="*/ 5424 w 107863"/>
              <a:gd name="csY7" fmla="*/ 27044 h 144065"/>
              <a:gd name="csX8" fmla="*/ 11289 w 107863"/>
              <a:gd name="csY8" fmla="*/ 5763 h 144065"/>
              <a:gd name="csX9" fmla="*/ 24909 w 107863"/>
              <a:gd name="csY9" fmla="*/ 5155 h 144065"/>
              <a:gd name="csX10" fmla="*/ 82111 w 107863"/>
              <a:gd name="csY10" fmla="*/ 5155 h 144065"/>
              <a:gd name="csX11" fmla="*/ 95950 w 107863"/>
              <a:gd name="csY11" fmla="*/ 5550 h 144065"/>
              <a:gd name="csX12" fmla="*/ 102439 w 107863"/>
              <a:gd name="csY12" fmla="*/ 13033 h 144065"/>
              <a:gd name="csX13" fmla="*/ 102456 w 107863"/>
              <a:gd name="csY13" fmla="*/ 26233 h 144065"/>
              <a:gd name="csX14" fmla="*/ 102460 w 107863"/>
              <a:gd name="csY14" fmla="*/ 105799 h 144065"/>
              <a:gd name="csX15" fmla="*/ 96488 w 107863"/>
              <a:gd name="csY15" fmla="*/ 126978 h 144065"/>
              <a:gd name="csX16" fmla="*/ 82968 w 107863"/>
              <a:gd name="csY16" fmla="*/ 127648 h 144065"/>
              <a:gd name="csX17" fmla="*/ 25769 w 107863"/>
              <a:gd name="csY17" fmla="*/ 127648 h 144065"/>
              <a:gd name="csX18" fmla="*/ 11981 w 107863"/>
              <a:gd name="csY18" fmla="*/ 127274 h 144065"/>
              <a:gd name="csX19" fmla="*/ 5515 w 107863"/>
              <a:gd name="csY19" fmla="*/ 119827 h 144065"/>
              <a:gd name="csX20" fmla="*/ 19577 w 107863"/>
              <a:gd name="csY20" fmla="*/ 132585 h 144065"/>
              <a:gd name="csX21" fmla="*/ 19421 w 107863"/>
              <a:gd name="csY21" fmla="*/ 139032 h 144065"/>
              <a:gd name="csX22" fmla="*/ 9775 w 107863"/>
              <a:gd name="csY22" fmla="*/ 139036 h 144065"/>
              <a:gd name="csX23" fmla="*/ 1005 w 107863"/>
              <a:gd name="csY23" fmla="*/ 139727 h 144065"/>
              <a:gd name="csX24" fmla="*/ 1005 w 107863"/>
              <a:gd name="csY24" fmla="*/ 143082 h 144065"/>
              <a:gd name="csX25" fmla="*/ 15004 w 107863"/>
              <a:gd name="csY25" fmla="*/ 143877 h 144065"/>
              <a:gd name="csX26" fmla="*/ 101821 w 107863"/>
              <a:gd name="csY26" fmla="*/ 143879 h 144065"/>
              <a:gd name="csX27" fmla="*/ 106219 w 107863"/>
              <a:gd name="csY27" fmla="*/ 143334 h 144065"/>
              <a:gd name="csX28" fmla="*/ 106574 w 107863"/>
              <a:gd name="csY28" fmla="*/ 139955 h 144065"/>
              <a:gd name="csX29" fmla="*/ 88336 w 107863"/>
              <a:gd name="csY29" fmla="*/ 138845 h 144065"/>
              <a:gd name="csX30" fmla="*/ 88318 w 107863"/>
              <a:gd name="csY30" fmla="*/ 132890 h 144065"/>
              <a:gd name="csX31" fmla="*/ 106146 w 107863"/>
              <a:gd name="csY31" fmla="*/ 124641 h 144065"/>
              <a:gd name="csX32" fmla="*/ 107724 w 107863"/>
              <a:gd name="csY32" fmla="*/ 113625 h 144065"/>
              <a:gd name="csX33" fmla="*/ 107727 w 107863"/>
              <a:gd name="csY33" fmla="*/ 25701 h 144065"/>
              <a:gd name="csX34" fmla="*/ 103543 w 107863"/>
              <a:gd name="csY34" fmla="*/ 4422 h 144065"/>
              <a:gd name="csX35" fmla="*/ 81216 w 107863"/>
              <a:gd name="csY35" fmla="*/ 61 h 144065"/>
              <a:gd name="csX36" fmla="*/ 27210 w 107863"/>
              <a:gd name="csY36" fmla="*/ 61 h 144065"/>
              <a:gd name="csX37" fmla="*/ 4667 w 107863"/>
              <a:gd name="csY37" fmla="*/ 4221 h 144065"/>
              <a:gd name="csX38" fmla="*/ 189 w 107863"/>
              <a:gd name="csY38" fmla="*/ 25161 h 144065"/>
              <a:gd name="csX39" fmla="*/ 189 w 107863"/>
              <a:gd name="csY39" fmla="*/ 100409 h 144065"/>
              <a:gd name="csX40" fmla="*/ 1511 w 107863"/>
              <a:gd name="csY40" fmla="*/ 124278 h 144065"/>
              <a:gd name="csX41" fmla="*/ 7776 w 107863"/>
              <a:gd name="csY41" fmla="*/ 130870 h 144065"/>
              <a:gd name="csX42" fmla="*/ 19571 w 107863"/>
              <a:gd name="csY42" fmla="*/ 132589 h 144065"/>
              <a:gd name="csX43" fmla="*/ 57449 w 107863"/>
              <a:gd name="csY43" fmla="*/ 101045 h 144065"/>
              <a:gd name="csX44" fmla="*/ 83836 w 107863"/>
              <a:gd name="csY44" fmla="*/ 100924 h 144065"/>
              <a:gd name="csX45" fmla="*/ 85148 w 107863"/>
              <a:gd name="csY45" fmla="*/ 102422 h 144065"/>
              <a:gd name="csX46" fmla="*/ 57342 w 107863"/>
              <a:gd name="csY46" fmla="*/ 102491 h 144065"/>
              <a:gd name="csX47" fmla="*/ 57429 w 107863"/>
              <a:gd name="csY47" fmla="*/ 101036 h 144065"/>
              <a:gd name="csX48" fmla="*/ 57158 w 107863"/>
              <a:gd name="csY48" fmla="*/ 96014 h 144065"/>
              <a:gd name="csX49" fmla="*/ 54942 w 107863"/>
              <a:gd name="csY49" fmla="*/ 106748 h 144065"/>
              <a:gd name="csX50" fmla="*/ 60319 w 107863"/>
              <a:gd name="csY50" fmla="*/ 107685 h 144065"/>
              <a:gd name="csX51" fmla="*/ 85896 w 107863"/>
              <a:gd name="csY51" fmla="*/ 107434 h 144065"/>
              <a:gd name="csX52" fmla="*/ 82684 w 107863"/>
              <a:gd name="csY52" fmla="*/ 95854 h 144065"/>
              <a:gd name="csX53" fmla="*/ 57159 w 107863"/>
              <a:gd name="csY53" fmla="*/ 96010 h 144065"/>
              <a:gd name="csX54" fmla="*/ 21121 w 107863"/>
              <a:gd name="csY54" fmla="*/ 59164 h 144065"/>
              <a:gd name="csX55" fmla="*/ 86741 w 107863"/>
              <a:gd name="csY55" fmla="*/ 59167 h 144065"/>
              <a:gd name="csX56" fmla="*/ 88334 w 107863"/>
              <a:gd name="csY56" fmla="*/ 54424 h 144065"/>
              <a:gd name="csX57" fmla="*/ 21121 w 107863"/>
              <a:gd name="csY57" fmla="*/ 54199 h 144065"/>
              <a:gd name="csX58" fmla="*/ 21121 w 107863"/>
              <a:gd name="csY58" fmla="*/ 59152 h 144065"/>
              <a:gd name="csX59" fmla="*/ 19713 w 107863"/>
              <a:gd name="csY59" fmla="*/ 20522 h 144065"/>
              <a:gd name="csX60" fmla="*/ 20806 w 107863"/>
              <a:gd name="csY60" fmla="*/ 25258 h 144065"/>
              <a:gd name="csX61" fmla="*/ 49578 w 107863"/>
              <a:gd name="csY61" fmla="*/ 25258 h 144065"/>
              <a:gd name="csX62" fmla="*/ 88135 w 107863"/>
              <a:gd name="csY62" fmla="*/ 25120 h 144065"/>
              <a:gd name="csX63" fmla="*/ 86763 w 107863"/>
              <a:gd name="csY63" fmla="*/ 20302 h 144065"/>
              <a:gd name="csX64" fmla="*/ 21121 w 107863"/>
              <a:gd name="csY64" fmla="*/ 42149 h 144065"/>
              <a:gd name="csX65" fmla="*/ 86454 w 107863"/>
              <a:gd name="csY65" fmla="*/ 42149 h 144065"/>
              <a:gd name="csX66" fmla="*/ 87048 w 107863"/>
              <a:gd name="csY66" fmla="*/ 37285 h 144065"/>
              <a:gd name="csX67" fmla="*/ 76001 w 107863"/>
              <a:gd name="csY67" fmla="*/ 37295 h 144065"/>
              <a:gd name="csX68" fmla="*/ 53933 w 107863"/>
              <a:gd name="csY68" fmla="*/ 37295 h 144065"/>
              <a:gd name="csX69" fmla="*/ 20812 w 107863"/>
              <a:gd name="csY69" fmla="*/ 37284 h 144065"/>
              <a:gd name="csX70" fmla="*/ 21134 w 107863"/>
              <a:gd name="csY70" fmla="*/ 42153 h 144065"/>
              <a:gd name="csX71" fmla="*/ 26637 w 107863"/>
              <a:gd name="csY71" fmla="*/ 97626 h 144065"/>
              <a:gd name="csX72" fmla="*/ 32308 w 107863"/>
              <a:gd name="csY72" fmla="*/ 100535 h 144065"/>
              <a:gd name="csX73" fmla="*/ 23612 w 107863"/>
              <a:gd name="csY73" fmla="*/ 102957 h 144065"/>
              <a:gd name="csX74" fmla="*/ 26636 w 107863"/>
              <a:gd name="csY74" fmla="*/ 97626 h 144065"/>
              <a:gd name="csX75" fmla="*/ 25060 w 107863"/>
              <a:gd name="csY75" fmla="*/ 92832 h 144065"/>
              <a:gd name="csX76" fmla="*/ 28094 w 107863"/>
              <a:gd name="csY76" fmla="*/ 111022 h 144065"/>
              <a:gd name="csX77" fmla="*/ 37718 w 107863"/>
              <a:gd name="csY77" fmla="*/ 103164 h 144065"/>
              <a:gd name="csX78" fmla="*/ 30941 w 107863"/>
              <a:gd name="csY78" fmla="*/ 92902 h 144065"/>
              <a:gd name="csX79" fmla="*/ 29910 w 107863"/>
              <a:gd name="csY79" fmla="*/ 92500 h 1440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Lst>
            <a:rect l="l" t="t" r="r" b="b"/>
            <a:pathLst>
              <a:path w="107863" h="144065">
                <a:moveTo>
                  <a:pt x="78898" y="139036"/>
                </a:moveTo>
                <a:lnTo>
                  <a:pt x="24892" y="139032"/>
                </a:lnTo>
                <a:lnTo>
                  <a:pt x="24909" y="132621"/>
                </a:lnTo>
                <a:cubicBezTo>
                  <a:pt x="27737" y="132340"/>
                  <a:pt x="77895" y="132358"/>
                  <a:pt x="82962" y="132673"/>
                </a:cubicBezTo>
                <a:cubicBezTo>
                  <a:pt x="82952" y="134591"/>
                  <a:pt x="83326" y="137217"/>
                  <a:pt x="82760" y="138784"/>
                </a:cubicBezTo>
                <a:cubicBezTo>
                  <a:pt x="81769" y="139240"/>
                  <a:pt x="79991" y="139039"/>
                  <a:pt x="78875" y="139039"/>
                </a:cubicBezTo>
                <a:close/>
                <a:moveTo>
                  <a:pt x="5511" y="119826"/>
                </a:moveTo>
                <a:cubicBezTo>
                  <a:pt x="5066" y="116995"/>
                  <a:pt x="5424" y="36511"/>
                  <a:pt x="5424" y="27044"/>
                </a:cubicBezTo>
                <a:cubicBezTo>
                  <a:pt x="5424" y="18223"/>
                  <a:pt x="3317" y="9110"/>
                  <a:pt x="11289" y="5763"/>
                </a:cubicBezTo>
                <a:cubicBezTo>
                  <a:pt x="14043" y="4608"/>
                  <a:pt x="21344" y="5155"/>
                  <a:pt x="24909" y="5155"/>
                </a:cubicBezTo>
                <a:lnTo>
                  <a:pt x="82111" y="5155"/>
                </a:lnTo>
                <a:cubicBezTo>
                  <a:pt x="85220" y="5155"/>
                  <a:pt x="93565" y="4755"/>
                  <a:pt x="95950" y="5550"/>
                </a:cubicBezTo>
                <a:cubicBezTo>
                  <a:pt x="98810" y="6504"/>
                  <a:pt x="102155" y="9650"/>
                  <a:pt x="102439" y="13033"/>
                </a:cubicBezTo>
                <a:cubicBezTo>
                  <a:pt x="102775" y="16991"/>
                  <a:pt x="102456" y="22146"/>
                  <a:pt x="102456" y="26233"/>
                </a:cubicBezTo>
                <a:lnTo>
                  <a:pt x="102460" y="105799"/>
                </a:lnTo>
                <a:cubicBezTo>
                  <a:pt x="102460" y="114588"/>
                  <a:pt x="104578" y="123424"/>
                  <a:pt x="96488" y="126978"/>
                </a:cubicBezTo>
                <a:cubicBezTo>
                  <a:pt x="94061" y="128045"/>
                  <a:pt x="86248" y="127648"/>
                  <a:pt x="82968" y="127648"/>
                </a:cubicBezTo>
                <a:lnTo>
                  <a:pt x="25769" y="127648"/>
                </a:lnTo>
                <a:cubicBezTo>
                  <a:pt x="22524" y="127648"/>
                  <a:pt x="14301" y="128027"/>
                  <a:pt x="11981" y="127274"/>
                </a:cubicBezTo>
                <a:cubicBezTo>
                  <a:pt x="8792" y="126238"/>
                  <a:pt x="6058" y="123261"/>
                  <a:pt x="5515" y="119827"/>
                </a:cubicBezTo>
                <a:close/>
                <a:moveTo>
                  <a:pt x="19577" y="132585"/>
                </a:moveTo>
                <a:lnTo>
                  <a:pt x="19421" y="139032"/>
                </a:lnTo>
                <a:cubicBezTo>
                  <a:pt x="16206" y="139036"/>
                  <a:pt x="12991" y="139036"/>
                  <a:pt x="9775" y="139036"/>
                </a:cubicBezTo>
                <a:cubicBezTo>
                  <a:pt x="7539" y="139032"/>
                  <a:pt x="2162" y="138527"/>
                  <a:pt x="1005" y="139727"/>
                </a:cubicBezTo>
                <a:cubicBezTo>
                  <a:pt x="222" y="140537"/>
                  <a:pt x="186" y="142254"/>
                  <a:pt x="1005" y="143082"/>
                </a:cubicBezTo>
                <a:cubicBezTo>
                  <a:pt x="2321" y="144421"/>
                  <a:pt x="12041" y="143877"/>
                  <a:pt x="15004" y="143877"/>
                </a:cubicBezTo>
                <a:lnTo>
                  <a:pt x="101821" y="143879"/>
                </a:lnTo>
                <a:cubicBezTo>
                  <a:pt x="103326" y="143882"/>
                  <a:pt x="105208" y="144059"/>
                  <a:pt x="106219" y="143334"/>
                </a:cubicBezTo>
                <a:cubicBezTo>
                  <a:pt x="107056" y="142733"/>
                  <a:pt x="107495" y="141046"/>
                  <a:pt x="106574" y="139955"/>
                </a:cubicBezTo>
                <a:cubicBezTo>
                  <a:pt x="104591" y="137619"/>
                  <a:pt x="92423" y="139868"/>
                  <a:pt x="88336" y="138845"/>
                </a:cubicBezTo>
                <a:lnTo>
                  <a:pt x="88318" y="132890"/>
                </a:lnTo>
                <a:cubicBezTo>
                  <a:pt x="92525" y="132053"/>
                  <a:pt x="101606" y="133679"/>
                  <a:pt x="106146" y="124641"/>
                </a:cubicBezTo>
                <a:cubicBezTo>
                  <a:pt x="108050" y="120847"/>
                  <a:pt x="107724" y="118193"/>
                  <a:pt x="107724" y="113625"/>
                </a:cubicBezTo>
                <a:lnTo>
                  <a:pt x="107727" y="25701"/>
                </a:lnTo>
                <a:cubicBezTo>
                  <a:pt x="107736" y="16797"/>
                  <a:pt x="109016" y="9769"/>
                  <a:pt x="103543" y="4422"/>
                </a:cubicBezTo>
                <a:cubicBezTo>
                  <a:pt x="97921" y="-1070"/>
                  <a:pt x="91154" y="56"/>
                  <a:pt x="81216" y="61"/>
                </a:cubicBezTo>
                <a:lnTo>
                  <a:pt x="27210" y="61"/>
                </a:lnTo>
                <a:cubicBezTo>
                  <a:pt x="17125" y="64"/>
                  <a:pt x="10714" y="-1266"/>
                  <a:pt x="4667" y="4221"/>
                </a:cubicBezTo>
                <a:cubicBezTo>
                  <a:pt x="-1010" y="9375"/>
                  <a:pt x="189" y="16243"/>
                  <a:pt x="189" y="25161"/>
                </a:cubicBezTo>
                <a:lnTo>
                  <a:pt x="189" y="100409"/>
                </a:lnTo>
                <a:cubicBezTo>
                  <a:pt x="189" y="106788"/>
                  <a:pt x="-739" y="119382"/>
                  <a:pt x="1511" y="124278"/>
                </a:cubicBezTo>
                <a:cubicBezTo>
                  <a:pt x="2688" y="126856"/>
                  <a:pt x="5507" y="129735"/>
                  <a:pt x="7776" y="130870"/>
                </a:cubicBezTo>
                <a:cubicBezTo>
                  <a:pt x="12545" y="133264"/>
                  <a:pt x="14120" y="132004"/>
                  <a:pt x="19571" y="132589"/>
                </a:cubicBezTo>
                <a:close/>
                <a:moveTo>
                  <a:pt x="57449" y="101045"/>
                </a:moveTo>
                <a:cubicBezTo>
                  <a:pt x="61452" y="100694"/>
                  <a:pt x="79319" y="100924"/>
                  <a:pt x="83836" y="100924"/>
                </a:cubicBezTo>
                <a:cubicBezTo>
                  <a:pt x="85318" y="100921"/>
                  <a:pt x="85508" y="101045"/>
                  <a:pt x="85148" y="102422"/>
                </a:cubicBezTo>
                <a:cubicBezTo>
                  <a:pt x="77176" y="102785"/>
                  <a:pt x="65414" y="102720"/>
                  <a:pt x="57342" y="102491"/>
                </a:cubicBezTo>
                <a:lnTo>
                  <a:pt x="57429" y="101036"/>
                </a:lnTo>
                <a:close/>
                <a:moveTo>
                  <a:pt x="57158" y="96014"/>
                </a:moveTo>
                <a:cubicBezTo>
                  <a:pt x="50853" y="97325"/>
                  <a:pt x="50478" y="104145"/>
                  <a:pt x="54942" y="106748"/>
                </a:cubicBezTo>
                <a:cubicBezTo>
                  <a:pt x="56582" y="107704"/>
                  <a:pt x="58122" y="107692"/>
                  <a:pt x="60319" y="107685"/>
                </a:cubicBezTo>
                <a:cubicBezTo>
                  <a:pt x="65279" y="107675"/>
                  <a:pt x="82399" y="108265"/>
                  <a:pt x="85896" y="107434"/>
                </a:cubicBezTo>
                <a:cubicBezTo>
                  <a:pt x="92572" y="105853"/>
                  <a:pt x="93076" y="95821"/>
                  <a:pt x="82684" y="95854"/>
                </a:cubicBezTo>
                <a:cubicBezTo>
                  <a:pt x="78918" y="95865"/>
                  <a:pt x="59078" y="95617"/>
                  <a:pt x="57159" y="96010"/>
                </a:cubicBezTo>
                <a:close/>
                <a:moveTo>
                  <a:pt x="21121" y="59164"/>
                </a:moveTo>
                <a:lnTo>
                  <a:pt x="86741" y="59167"/>
                </a:lnTo>
                <a:cubicBezTo>
                  <a:pt x="90644" y="59167"/>
                  <a:pt x="90547" y="55211"/>
                  <a:pt x="88334" y="54424"/>
                </a:cubicBezTo>
                <a:cubicBezTo>
                  <a:pt x="86709" y="53849"/>
                  <a:pt x="25001" y="54199"/>
                  <a:pt x="21121" y="54199"/>
                </a:cubicBezTo>
                <a:cubicBezTo>
                  <a:pt x="16584" y="54199"/>
                  <a:pt x="16771" y="59152"/>
                  <a:pt x="21121" y="59152"/>
                </a:cubicBezTo>
                <a:close/>
                <a:moveTo>
                  <a:pt x="19713" y="20522"/>
                </a:moveTo>
                <a:cubicBezTo>
                  <a:pt x="17000" y="21693"/>
                  <a:pt x="17395" y="25027"/>
                  <a:pt x="20806" y="25258"/>
                </a:cubicBezTo>
                <a:cubicBezTo>
                  <a:pt x="24657" y="25520"/>
                  <a:pt x="44685" y="25258"/>
                  <a:pt x="49578" y="25258"/>
                </a:cubicBezTo>
                <a:cubicBezTo>
                  <a:pt x="54059" y="25258"/>
                  <a:pt x="86691" y="25511"/>
                  <a:pt x="88135" y="25120"/>
                </a:cubicBezTo>
                <a:cubicBezTo>
                  <a:pt x="90269" y="24565"/>
                  <a:pt x="91095" y="20398"/>
                  <a:pt x="86763" y="20302"/>
                </a:cubicBezTo>
                <a:close/>
                <a:moveTo>
                  <a:pt x="21121" y="42149"/>
                </a:moveTo>
                <a:lnTo>
                  <a:pt x="86454" y="42149"/>
                </a:lnTo>
                <a:cubicBezTo>
                  <a:pt x="91055" y="42097"/>
                  <a:pt x="90890" y="37448"/>
                  <a:pt x="87048" y="37285"/>
                </a:cubicBezTo>
                <a:cubicBezTo>
                  <a:pt x="83540" y="37147"/>
                  <a:pt x="79561" y="37295"/>
                  <a:pt x="76001" y="37295"/>
                </a:cubicBezTo>
                <a:cubicBezTo>
                  <a:pt x="68643" y="37295"/>
                  <a:pt x="61288" y="37295"/>
                  <a:pt x="53933" y="37295"/>
                </a:cubicBezTo>
                <a:cubicBezTo>
                  <a:pt x="43891" y="37291"/>
                  <a:pt x="30577" y="37044"/>
                  <a:pt x="20812" y="37284"/>
                </a:cubicBezTo>
                <a:cubicBezTo>
                  <a:pt x="16601" y="37371"/>
                  <a:pt x="16837" y="42153"/>
                  <a:pt x="21134" y="42153"/>
                </a:cubicBezTo>
                <a:close/>
                <a:moveTo>
                  <a:pt x="26637" y="97626"/>
                </a:moveTo>
                <a:cubicBezTo>
                  <a:pt x="29581" y="96575"/>
                  <a:pt x="31798" y="98592"/>
                  <a:pt x="32308" y="100535"/>
                </a:cubicBezTo>
                <a:cubicBezTo>
                  <a:pt x="33821" y="106295"/>
                  <a:pt x="24931" y="107828"/>
                  <a:pt x="23612" y="102957"/>
                </a:cubicBezTo>
                <a:cubicBezTo>
                  <a:pt x="22814" y="100009"/>
                  <a:pt x="24542" y="98373"/>
                  <a:pt x="26636" y="97626"/>
                </a:cubicBezTo>
                <a:close/>
                <a:moveTo>
                  <a:pt x="25060" y="92832"/>
                </a:moveTo>
                <a:cubicBezTo>
                  <a:pt x="14544" y="95690"/>
                  <a:pt x="16491" y="111200"/>
                  <a:pt x="28094" y="111022"/>
                </a:cubicBezTo>
                <a:cubicBezTo>
                  <a:pt x="32873" y="110952"/>
                  <a:pt x="37022" y="107135"/>
                  <a:pt x="37718" y="103164"/>
                </a:cubicBezTo>
                <a:cubicBezTo>
                  <a:pt x="38544" y="98394"/>
                  <a:pt x="34732" y="93490"/>
                  <a:pt x="30941" y="92902"/>
                </a:cubicBezTo>
                <a:lnTo>
                  <a:pt x="29910" y="92500"/>
                </a:lnTo>
                <a:close/>
              </a:path>
            </a:pathLst>
          </a:custGeom>
          <a:solidFill>
            <a:srgbClr val="231F20"/>
          </a:solidFill>
          <a:ln w="10964" cap="flat">
            <a:noFill/>
            <a:prstDash val="solid"/>
            <a:miter/>
          </a:ln>
        </p:spPr>
        <p:txBody>
          <a:bodyPr/>
          <a:lstStyle/>
          <a:p>
            <a:endParaRPr lang="en-US"/>
          </a:p>
        </p:txBody>
      </p:sp>
      <p:grpSp>
        <p:nvGrpSpPr>
          <p:cNvPr id="218" name="Group 217">
            <a:extLst>
              <a:ext uri="{FF2B5EF4-FFF2-40B4-BE49-F238E27FC236}">
                <a16:creationId xmlns:a16="http://schemas.microsoft.com/office/drawing/2014/main" id="{B27F7541-36EB-0537-74AB-04FD24DE55DA}"/>
              </a:ext>
            </a:extLst>
          </p:cNvPr>
          <p:cNvGrpSpPr/>
          <p:nvPr/>
        </p:nvGrpSpPr>
        <p:grpSpPr>
          <a:xfrm>
            <a:off x="8148101" y="1292690"/>
            <a:ext cx="663904" cy="329725"/>
            <a:chOff x="8148101" y="1201250"/>
            <a:chExt cx="663904" cy="329725"/>
          </a:xfrm>
        </p:grpSpPr>
        <p:sp>
          <p:nvSpPr>
            <p:cNvPr id="178" name="TextBox 177">
              <a:extLst>
                <a:ext uri="{FF2B5EF4-FFF2-40B4-BE49-F238E27FC236}">
                  <a16:creationId xmlns:a16="http://schemas.microsoft.com/office/drawing/2014/main" id="{279343AA-AB78-D481-1591-3C436EE3B632}"/>
                </a:ext>
              </a:extLst>
            </p:cNvPr>
            <p:cNvSpPr txBox="1"/>
            <p:nvPr/>
          </p:nvSpPr>
          <p:spPr>
            <a:xfrm>
              <a:off x="8148101" y="1315531"/>
              <a:ext cx="627095" cy="215444"/>
            </a:xfrm>
            <a:prstGeom prst="rect">
              <a:avLst/>
            </a:prstGeom>
            <a:noFill/>
          </p:spPr>
          <p:txBody>
            <a:bodyPr wrap="none" rtlCol="0">
              <a:spAutoFit/>
            </a:bodyPr>
            <a:lstStyle/>
            <a:p>
              <a:pPr algn="l"/>
              <a:r>
                <a:rPr lang="en-US" sz="800" b="1" spc="0" baseline="0" dirty="0">
                  <a:ln/>
                  <a:solidFill>
                    <a:srgbClr val="000000"/>
                  </a:solidFill>
                  <a:latin typeface="Helvetica" panose="020B0604020202020204" pitchFamily="34" charset="0"/>
                  <a:ea typeface="Roboto" panose="02000000000000000000" pitchFamily="2" charset="0"/>
                  <a:cs typeface="Helvetica" panose="020B0604020202020204" pitchFamily="34" charset="0"/>
                  <a:sym typeface="Helvetica"/>
                  <a:rtl val="0"/>
                </a:rPr>
                <a:t>or server</a:t>
              </a:r>
            </a:p>
          </p:txBody>
        </p:sp>
        <p:sp>
          <p:nvSpPr>
            <p:cNvPr id="179" name="TextBox 178">
              <a:extLst>
                <a:ext uri="{FF2B5EF4-FFF2-40B4-BE49-F238E27FC236}">
                  <a16:creationId xmlns:a16="http://schemas.microsoft.com/office/drawing/2014/main" id="{229A4DAD-A251-2CF2-9499-06BF2791D35A}"/>
                </a:ext>
              </a:extLst>
            </p:cNvPr>
            <p:cNvSpPr txBox="1"/>
            <p:nvPr/>
          </p:nvSpPr>
          <p:spPr>
            <a:xfrm>
              <a:off x="8151247" y="1201250"/>
              <a:ext cx="660758" cy="215444"/>
            </a:xfrm>
            <a:prstGeom prst="rect">
              <a:avLst/>
            </a:prstGeom>
            <a:noFill/>
          </p:spPr>
          <p:txBody>
            <a:bodyPr wrap="none" rtlCol="0">
              <a:spAutoFit/>
            </a:bodyPr>
            <a:lstStyle/>
            <a:p>
              <a:pPr algn="l"/>
              <a:r>
                <a:rPr lang="en-US" sz="800" b="1" spc="0" baseline="0" dirty="0">
                  <a:ln/>
                  <a:solidFill>
                    <a:srgbClr val="000000"/>
                  </a:solidFill>
                  <a:latin typeface="Roboto" panose="02000000000000000000" pitchFamily="2" charset="0"/>
                  <a:ea typeface="Roboto" panose="02000000000000000000" pitchFamily="2" charset="0"/>
                  <a:cs typeface="Roboto" panose="02000000000000000000" pitchFamily="2" charset="0"/>
                  <a:sym typeface="Helvetica"/>
                  <a:rtl val="0"/>
                </a:rPr>
                <a:t>Hard drive</a:t>
              </a:r>
            </a:p>
          </p:txBody>
        </p:sp>
      </p:grpSp>
      <p:cxnSp>
        <p:nvCxnSpPr>
          <p:cNvPr id="180" name="Straight Arrow Connector 179">
            <a:extLst>
              <a:ext uri="{FF2B5EF4-FFF2-40B4-BE49-F238E27FC236}">
                <a16:creationId xmlns:a16="http://schemas.microsoft.com/office/drawing/2014/main" id="{F4FEDA94-2FDB-15FA-5F96-AACF48B0B4A7}"/>
              </a:ext>
            </a:extLst>
          </p:cNvPr>
          <p:cNvCxnSpPr>
            <a:cxnSpLocks/>
          </p:cNvCxnSpPr>
          <p:nvPr/>
        </p:nvCxnSpPr>
        <p:spPr>
          <a:xfrm flipV="1">
            <a:off x="8012417" y="1665409"/>
            <a:ext cx="0" cy="253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3" name="Straight Arrow Connector 182">
            <a:extLst>
              <a:ext uri="{FF2B5EF4-FFF2-40B4-BE49-F238E27FC236}">
                <a16:creationId xmlns:a16="http://schemas.microsoft.com/office/drawing/2014/main" id="{0F0FA965-24B7-404F-7F7F-28F9B482DAFC}"/>
              </a:ext>
            </a:extLst>
          </p:cNvPr>
          <p:cNvCxnSpPr>
            <a:cxnSpLocks/>
          </p:cNvCxnSpPr>
          <p:nvPr/>
        </p:nvCxnSpPr>
        <p:spPr>
          <a:xfrm flipV="1">
            <a:off x="3682759" y="2132740"/>
            <a:ext cx="0" cy="253856"/>
          </a:xfrm>
          <a:prstGeom prst="straightConnector1">
            <a:avLst/>
          </a:prstGeom>
          <a:ln w="12700" cap="sq">
            <a:solidFill>
              <a:schemeClr val="tx1">
                <a:lumMod val="50000"/>
                <a:lumOff val="50000"/>
              </a:schemeClr>
            </a:solidFill>
            <a:tailEnd type="triangle" w="sm" len="sm"/>
          </a:ln>
        </p:spPr>
        <p:style>
          <a:lnRef idx="1">
            <a:schemeClr val="dk1"/>
          </a:lnRef>
          <a:fillRef idx="0">
            <a:schemeClr val="dk1"/>
          </a:fillRef>
          <a:effectRef idx="0">
            <a:schemeClr val="dk1"/>
          </a:effectRef>
          <a:fontRef idx="minor">
            <a:schemeClr val="tx1"/>
          </a:fontRef>
        </p:style>
      </p:cxnSp>
      <p:cxnSp>
        <p:nvCxnSpPr>
          <p:cNvPr id="185" name="Straight Arrow Connector 184">
            <a:extLst>
              <a:ext uri="{FF2B5EF4-FFF2-40B4-BE49-F238E27FC236}">
                <a16:creationId xmlns:a16="http://schemas.microsoft.com/office/drawing/2014/main" id="{4D12FD13-A235-45BA-0CD3-7F88DA2C99C3}"/>
              </a:ext>
            </a:extLst>
          </p:cNvPr>
          <p:cNvCxnSpPr>
            <a:cxnSpLocks/>
          </p:cNvCxnSpPr>
          <p:nvPr/>
        </p:nvCxnSpPr>
        <p:spPr>
          <a:xfrm flipV="1">
            <a:off x="7092533" y="2132740"/>
            <a:ext cx="0" cy="253856"/>
          </a:xfrm>
          <a:prstGeom prst="straightConnector1">
            <a:avLst/>
          </a:prstGeom>
          <a:ln w="12700" cap="sq">
            <a:solidFill>
              <a:schemeClr val="tx1">
                <a:lumMod val="50000"/>
                <a:lumOff val="50000"/>
              </a:schemeClr>
            </a:solidFill>
            <a:tailEnd type="none" w="sm" len="sm"/>
          </a:ln>
        </p:spPr>
        <p:style>
          <a:lnRef idx="1">
            <a:schemeClr val="dk1"/>
          </a:lnRef>
          <a:fillRef idx="0">
            <a:schemeClr val="dk1"/>
          </a:fillRef>
          <a:effectRef idx="0">
            <a:schemeClr val="dk1"/>
          </a:effectRef>
          <a:fontRef idx="minor">
            <a:schemeClr val="tx1"/>
          </a:fontRef>
        </p:style>
      </p:cxnSp>
      <p:pic>
        <p:nvPicPr>
          <p:cNvPr id="186" name="Picture 185">
            <a:extLst>
              <a:ext uri="{FF2B5EF4-FFF2-40B4-BE49-F238E27FC236}">
                <a16:creationId xmlns:a16="http://schemas.microsoft.com/office/drawing/2014/main" id="{F88CE442-E10A-13C1-1106-00CB126FDC35}"/>
              </a:ext>
            </a:extLst>
          </p:cNvPr>
          <p:cNvPicPr>
            <a:picLocks noChangeAspect="1"/>
          </p:cNvPicPr>
          <p:nvPr/>
        </p:nvPicPr>
        <p:blipFill>
          <a:blip r:embed="rId3"/>
          <a:srcRect l="61563" t="52759" r="8748" b="38849"/>
          <a:stretch>
            <a:fillRect/>
          </a:stretch>
        </p:blipFill>
        <p:spPr>
          <a:xfrm>
            <a:off x="5721123" y="2386596"/>
            <a:ext cx="2656832" cy="1062611"/>
          </a:xfrm>
          <a:prstGeom prst="rect">
            <a:avLst/>
          </a:prstGeom>
        </p:spPr>
      </p:pic>
      <p:pic>
        <p:nvPicPr>
          <p:cNvPr id="187" name="Picture 186">
            <a:extLst>
              <a:ext uri="{FF2B5EF4-FFF2-40B4-BE49-F238E27FC236}">
                <a16:creationId xmlns:a16="http://schemas.microsoft.com/office/drawing/2014/main" id="{65F612EF-3371-12B5-8D0A-3E6A5D66DCDA}"/>
              </a:ext>
            </a:extLst>
          </p:cNvPr>
          <p:cNvPicPr>
            <a:picLocks noChangeAspect="1"/>
          </p:cNvPicPr>
          <p:nvPr/>
        </p:nvPicPr>
        <p:blipFill>
          <a:blip r:embed="rId3"/>
          <a:srcRect l="23937" t="52711" r="42243" b="38478"/>
          <a:stretch>
            <a:fillRect/>
          </a:stretch>
        </p:blipFill>
        <p:spPr>
          <a:xfrm>
            <a:off x="2239824" y="2380558"/>
            <a:ext cx="3026490" cy="1115534"/>
          </a:xfrm>
          <a:prstGeom prst="rect">
            <a:avLst/>
          </a:prstGeom>
        </p:spPr>
      </p:pic>
      <p:sp>
        <p:nvSpPr>
          <p:cNvPr id="191" name="Google Shape;126;p19">
            <a:extLst>
              <a:ext uri="{FF2B5EF4-FFF2-40B4-BE49-F238E27FC236}">
                <a16:creationId xmlns:a16="http://schemas.microsoft.com/office/drawing/2014/main" id="{1A99C9E4-3659-478F-A9FA-DB1A581DFAC5}"/>
              </a:ext>
            </a:extLst>
          </p:cNvPr>
          <p:cNvSpPr txBox="1">
            <a:spLocks/>
          </p:cNvSpPr>
          <p:nvPr/>
        </p:nvSpPr>
        <p:spPr>
          <a:xfrm>
            <a:off x="311700" y="216425"/>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2600" b="1" dirty="0">
                <a:latin typeface="Roboto" panose="02000000000000000000" pitchFamily="2" charset="0"/>
                <a:ea typeface="Roboto" panose="02000000000000000000" pitchFamily="2" charset="0"/>
                <a:cs typeface="Roboto" panose="02000000000000000000" pitchFamily="2" charset="0"/>
              </a:rPr>
              <a:t>Automated Individualized Training</a:t>
            </a:r>
          </a:p>
          <a:p>
            <a:endParaRPr lang="en-US" b="1" dirty="0"/>
          </a:p>
          <a:p>
            <a:endParaRPr lang="en-US" dirty="0"/>
          </a:p>
        </p:txBody>
      </p:sp>
      <p:sp>
        <p:nvSpPr>
          <p:cNvPr id="196" name="Google Shape;127;p19">
            <a:extLst>
              <a:ext uri="{FF2B5EF4-FFF2-40B4-BE49-F238E27FC236}">
                <a16:creationId xmlns:a16="http://schemas.microsoft.com/office/drawing/2014/main" id="{B86A6F0B-A155-73E6-117B-35536857183C}"/>
              </a:ext>
            </a:extLst>
          </p:cNvPr>
          <p:cNvSpPr/>
          <p:nvPr/>
        </p:nvSpPr>
        <p:spPr>
          <a:xfrm>
            <a:off x="3175"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 name="Graphic 4">
            <a:extLst>
              <a:ext uri="{FF2B5EF4-FFF2-40B4-BE49-F238E27FC236}">
                <a16:creationId xmlns:a16="http://schemas.microsoft.com/office/drawing/2014/main" id="{AEA694B3-ABBE-3AEF-52EC-A8B52C1F1BA9}"/>
              </a:ext>
            </a:extLst>
          </p:cNvPr>
          <p:cNvGrpSpPr/>
          <p:nvPr/>
        </p:nvGrpSpPr>
        <p:grpSpPr>
          <a:xfrm>
            <a:off x="604834" y="3975071"/>
            <a:ext cx="460917" cy="555524"/>
            <a:chOff x="5459942" y="1242268"/>
            <a:chExt cx="102070" cy="129927"/>
          </a:xfrm>
        </p:grpSpPr>
        <p:sp>
          <p:nvSpPr>
            <p:cNvPr id="200" name="Freeform: Shape 199">
              <a:extLst>
                <a:ext uri="{FF2B5EF4-FFF2-40B4-BE49-F238E27FC236}">
                  <a16:creationId xmlns:a16="http://schemas.microsoft.com/office/drawing/2014/main" id="{8BDCDB19-C6FA-F499-E931-81FA341CF1A1}"/>
                </a:ext>
              </a:extLst>
            </p:cNvPr>
            <p:cNvSpPr/>
            <p:nvPr/>
          </p:nvSpPr>
          <p:spPr>
            <a:xfrm>
              <a:off x="5459942" y="1242268"/>
              <a:ext cx="102070" cy="129927"/>
            </a:xfrm>
            <a:custGeom>
              <a:avLst/>
              <a:gdLst>
                <a:gd name="csX0" fmla="*/ 30841 w 102070"/>
                <a:gd name="csY0" fmla="*/ 60 h 129927"/>
                <a:gd name="csX1" fmla="*/ 28757 w 102070"/>
                <a:gd name="csY1" fmla="*/ 956 h 129927"/>
                <a:gd name="csX2" fmla="*/ 23393 w 102070"/>
                <a:gd name="csY2" fmla="*/ 1478 h 129927"/>
                <a:gd name="csX3" fmla="*/ 19415 w 102070"/>
                <a:gd name="csY3" fmla="*/ 2664 h 129927"/>
                <a:gd name="csX4" fmla="*/ 13603 w 102070"/>
                <a:gd name="csY4" fmla="*/ 4633 h 129927"/>
                <a:gd name="csX5" fmla="*/ 9625 w 102070"/>
                <a:gd name="csY5" fmla="*/ 10016 h 129927"/>
                <a:gd name="csX6" fmla="*/ 9882 w 102070"/>
                <a:gd name="csY6" fmla="*/ 15332 h 129927"/>
                <a:gd name="csX7" fmla="*/ 11268 w 102070"/>
                <a:gd name="csY7" fmla="*/ 20255 h 129927"/>
                <a:gd name="csX8" fmla="*/ 13227 w 102070"/>
                <a:gd name="csY8" fmla="*/ 24850 h 129927"/>
                <a:gd name="csX9" fmla="*/ 16506 w 102070"/>
                <a:gd name="csY9" fmla="*/ 29837 h 129927"/>
                <a:gd name="csX10" fmla="*/ 20615 w 102070"/>
                <a:gd name="csY10" fmla="*/ 33842 h 129927"/>
                <a:gd name="csX11" fmla="*/ 24844 w 102070"/>
                <a:gd name="csY11" fmla="*/ 37189 h 129927"/>
                <a:gd name="csX12" fmla="*/ 13669 w 102070"/>
                <a:gd name="csY12" fmla="*/ 57408 h 129927"/>
                <a:gd name="csX13" fmla="*/ 12785 w 102070"/>
                <a:gd name="csY13" fmla="*/ 59048 h 129927"/>
                <a:gd name="csX14" fmla="*/ 9375 w 102070"/>
                <a:gd name="csY14" fmla="*/ 88914 h 129927"/>
                <a:gd name="csX15" fmla="*/ 12027 w 102070"/>
                <a:gd name="csY15" fmla="*/ 97905 h 129927"/>
                <a:gd name="csX16" fmla="*/ 25161 w 102070"/>
                <a:gd name="csY16" fmla="*/ 115366 h 129927"/>
                <a:gd name="csX17" fmla="*/ 37723 w 102070"/>
                <a:gd name="csY17" fmla="*/ 122781 h 129927"/>
                <a:gd name="csX18" fmla="*/ 53165 w 102070"/>
                <a:gd name="csY18" fmla="*/ 129985 h 129927"/>
                <a:gd name="csX19" fmla="*/ 68843 w 102070"/>
                <a:gd name="csY19" fmla="*/ 122781 h 129927"/>
                <a:gd name="csX20" fmla="*/ 81404 w 102070"/>
                <a:gd name="csY20" fmla="*/ 115366 h 129927"/>
                <a:gd name="csX21" fmla="*/ 94538 w 102070"/>
                <a:gd name="csY21" fmla="*/ 97905 h 129927"/>
                <a:gd name="csX22" fmla="*/ 97190 w 102070"/>
                <a:gd name="csY22" fmla="*/ 88914 h 129927"/>
                <a:gd name="csX23" fmla="*/ 93781 w 102070"/>
                <a:gd name="csY23" fmla="*/ 59046 h 129927"/>
                <a:gd name="csX24" fmla="*/ 92895 w 102070"/>
                <a:gd name="csY24" fmla="*/ 57407 h 129927"/>
                <a:gd name="csX25" fmla="*/ 81719 w 102070"/>
                <a:gd name="csY25" fmla="*/ 37187 h 129927"/>
                <a:gd name="csX26" fmla="*/ 85948 w 102070"/>
                <a:gd name="csY26" fmla="*/ 33840 h 129927"/>
                <a:gd name="csX27" fmla="*/ 90057 w 102070"/>
                <a:gd name="csY27" fmla="*/ 29835 h 129927"/>
                <a:gd name="csX28" fmla="*/ 93337 w 102070"/>
                <a:gd name="csY28" fmla="*/ 24849 h 129927"/>
                <a:gd name="csX29" fmla="*/ 95295 w 102070"/>
                <a:gd name="csY29" fmla="*/ 20254 h 129927"/>
                <a:gd name="csX30" fmla="*/ 96682 w 102070"/>
                <a:gd name="csY30" fmla="*/ 15330 h 129927"/>
                <a:gd name="csX31" fmla="*/ 96938 w 102070"/>
                <a:gd name="csY31" fmla="*/ 10016 h 129927"/>
                <a:gd name="csX32" fmla="*/ 92959 w 102070"/>
                <a:gd name="csY32" fmla="*/ 4632 h 129927"/>
                <a:gd name="csX33" fmla="*/ 87147 w 102070"/>
                <a:gd name="csY33" fmla="*/ 2663 h 129927"/>
                <a:gd name="csX34" fmla="*/ 83170 w 102070"/>
                <a:gd name="csY34" fmla="*/ 1478 h 129927"/>
                <a:gd name="csX35" fmla="*/ 77806 w 102070"/>
                <a:gd name="csY35" fmla="*/ 956 h 129927"/>
                <a:gd name="csX36" fmla="*/ 72377 w 102070"/>
                <a:gd name="csY36" fmla="*/ 1149 h 129927"/>
                <a:gd name="csX37" fmla="*/ 67701 w 102070"/>
                <a:gd name="csY37" fmla="*/ 2006 h 129927"/>
                <a:gd name="csX38" fmla="*/ 62414 w 102070"/>
                <a:gd name="csY38" fmla="*/ 4269 h 129927"/>
                <a:gd name="csX39" fmla="*/ 60760 w 102070"/>
                <a:gd name="csY39" fmla="*/ 4235 h 129927"/>
                <a:gd name="csX40" fmla="*/ 53279 w 102070"/>
                <a:gd name="csY40" fmla="*/ 15422 h 129927"/>
                <a:gd name="csX41" fmla="*/ 45803 w 102070"/>
                <a:gd name="csY41" fmla="*/ 4235 h 129927"/>
                <a:gd name="csX42" fmla="*/ 44150 w 102070"/>
                <a:gd name="csY42" fmla="*/ 4269 h 129927"/>
                <a:gd name="csX43" fmla="*/ 38861 w 102070"/>
                <a:gd name="csY43" fmla="*/ 2006 h 129927"/>
                <a:gd name="csX44" fmla="*/ 34184 w 102070"/>
                <a:gd name="csY44" fmla="*/ 1149 h 129927"/>
                <a:gd name="csX45" fmla="*/ 30840 w 102070"/>
                <a:gd name="csY45" fmla="*/ 60 h 129927"/>
                <a:gd name="csX46" fmla="*/ 145 w 102070"/>
                <a:gd name="csY46" fmla="*/ 56096 h 129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2070" h="129927">
                  <a:moveTo>
                    <a:pt x="30841" y="60"/>
                  </a:moveTo>
                  <a:cubicBezTo>
                    <a:pt x="30210" y="80"/>
                    <a:pt x="29529" y="323"/>
                    <a:pt x="28757" y="956"/>
                  </a:cubicBezTo>
                  <a:cubicBezTo>
                    <a:pt x="26866" y="198"/>
                    <a:pt x="25032" y="-65"/>
                    <a:pt x="23393" y="1478"/>
                  </a:cubicBezTo>
                  <a:cubicBezTo>
                    <a:pt x="20861" y="1137"/>
                    <a:pt x="20038" y="1841"/>
                    <a:pt x="19415" y="2664"/>
                  </a:cubicBezTo>
                  <a:cubicBezTo>
                    <a:pt x="18859" y="2652"/>
                    <a:pt x="15256" y="2070"/>
                    <a:pt x="13603" y="4633"/>
                  </a:cubicBezTo>
                  <a:cubicBezTo>
                    <a:pt x="9451" y="4122"/>
                    <a:pt x="8138" y="7172"/>
                    <a:pt x="9625" y="10016"/>
                  </a:cubicBezTo>
                  <a:cubicBezTo>
                    <a:pt x="8777" y="11381"/>
                    <a:pt x="7898" y="12729"/>
                    <a:pt x="9882" y="15332"/>
                  </a:cubicBezTo>
                  <a:cubicBezTo>
                    <a:pt x="9180" y="16781"/>
                    <a:pt x="9615" y="18353"/>
                    <a:pt x="11268" y="20255"/>
                  </a:cubicBezTo>
                  <a:cubicBezTo>
                    <a:pt x="10832" y="22293"/>
                    <a:pt x="11689" y="23730"/>
                    <a:pt x="13227" y="24850"/>
                  </a:cubicBezTo>
                  <a:cubicBezTo>
                    <a:pt x="12939" y="27638"/>
                    <a:pt x="15686" y="29260"/>
                    <a:pt x="16506" y="29837"/>
                  </a:cubicBezTo>
                  <a:cubicBezTo>
                    <a:pt x="16821" y="31461"/>
                    <a:pt x="17478" y="32995"/>
                    <a:pt x="20615" y="33842"/>
                  </a:cubicBezTo>
                  <a:cubicBezTo>
                    <a:pt x="21133" y="36263"/>
                    <a:pt x="23018" y="36681"/>
                    <a:pt x="24844" y="37189"/>
                  </a:cubicBezTo>
                  <a:cubicBezTo>
                    <a:pt x="18809" y="40836"/>
                    <a:pt x="13634" y="45634"/>
                    <a:pt x="13669" y="57408"/>
                  </a:cubicBezTo>
                  <a:lnTo>
                    <a:pt x="12785" y="59048"/>
                  </a:lnTo>
                  <a:cubicBezTo>
                    <a:pt x="5864" y="63423"/>
                    <a:pt x="-361" y="77484"/>
                    <a:pt x="9375" y="88914"/>
                  </a:cubicBezTo>
                  <a:cubicBezTo>
                    <a:pt x="10010" y="92491"/>
                    <a:pt x="11077" y="95061"/>
                    <a:pt x="12027" y="97905"/>
                  </a:cubicBezTo>
                  <a:cubicBezTo>
                    <a:pt x="13447" y="109365"/>
                    <a:pt x="22716" y="114732"/>
                    <a:pt x="25161" y="115366"/>
                  </a:cubicBezTo>
                  <a:cubicBezTo>
                    <a:pt x="28743" y="118203"/>
                    <a:pt x="32559" y="120895"/>
                    <a:pt x="37723" y="122781"/>
                  </a:cubicBezTo>
                  <a:cubicBezTo>
                    <a:pt x="42590" y="127999"/>
                    <a:pt x="47863" y="129989"/>
                    <a:pt x="53165" y="129985"/>
                  </a:cubicBezTo>
                  <a:cubicBezTo>
                    <a:pt x="53243" y="129985"/>
                    <a:pt x="63975" y="128000"/>
                    <a:pt x="68843" y="122781"/>
                  </a:cubicBezTo>
                  <a:cubicBezTo>
                    <a:pt x="74006" y="120895"/>
                    <a:pt x="77821" y="118203"/>
                    <a:pt x="81404" y="115366"/>
                  </a:cubicBezTo>
                  <a:cubicBezTo>
                    <a:pt x="83849" y="114732"/>
                    <a:pt x="93118" y="109365"/>
                    <a:pt x="94538" y="97905"/>
                  </a:cubicBezTo>
                  <a:cubicBezTo>
                    <a:pt x="95488" y="95061"/>
                    <a:pt x="96554" y="92491"/>
                    <a:pt x="97190" y="88914"/>
                  </a:cubicBezTo>
                  <a:cubicBezTo>
                    <a:pt x="106926" y="77483"/>
                    <a:pt x="100700" y="63421"/>
                    <a:pt x="93781" y="59046"/>
                  </a:cubicBezTo>
                  <a:lnTo>
                    <a:pt x="92895" y="57407"/>
                  </a:lnTo>
                  <a:cubicBezTo>
                    <a:pt x="92930" y="45634"/>
                    <a:pt x="87755" y="40835"/>
                    <a:pt x="81719" y="37187"/>
                  </a:cubicBezTo>
                  <a:cubicBezTo>
                    <a:pt x="83545" y="36680"/>
                    <a:pt x="85431" y="36261"/>
                    <a:pt x="85948" y="33840"/>
                  </a:cubicBezTo>
                  <a:cubicBezTo>
                    <a:pt x="89086" y="32993"/>
                    <a:pt x="89742" y="31460"/>
                    <a:pt x="90057" y="29835"/>
                  </a:cubicBezTo>
                  <a:cubicBezTo>
                    <a:pt x="90877" y="29258"/>
                    <a:pt x="93624" y="27637"/>
                    <a:pt x="93337" y="24849"/>
                  </a:cubicBezTo>
                  <a:cubicBezTo>
                    <a:pt x="94874" y="23729"/>
                    <a:pt x="95732" y="22291"/>
                    <a:pt x="95295" y="20254"/>
                  </a:cubicBezTo>
                  <a:cubicBezTo>
                    <a:pt x="96949" y="18351"/>
                    <a:pt x="97383" y="16779"/>
                    <a:pt x="96682" y="15330"/>
                  </a:cubicBezTo>
                  <a:cubicBezTo>
                    <a:pt x="98666" y="12729"/>
                    <a:pt x="97785" y="11380"/>
                    <a:pt x="96938" y="10016"/>
                  </a:cubicBezTo>
                  <a:cubicBezTo>
                    <a:pt x="98425" y="7171"/>
                    <a:pt x="97113" y="4121"/>
                    <a:pt x="92959" y="4632"/>
                  </a:cubicBezTo>
                  <a:cubicBezTo>
                    <a:pt x="91308" y="2069"/>
                    <a:pt x="87705" y="2651"/>
                    <a:pt x="87147" y="2663"/>
                  </a:cubicBezTo>
                  <a:cubicBezTo>
                    <a:pt x="86524" y="1841"/>
                    <a:pt x="85702" y="1136"/>
                    <a:pt x="83170" y="1478"/>
                  </a:cubicBezTo>
                  <a:cubicBezTo>
                    <a:pt x="81530" y="-65"/>
                    <a:pt x="79697" y="198"/>
                    <a:pt x="77806" y="956"/>
                  </a:cubicBezTo>
                  <a:cubicBezTo>
                    <a:pt x="75560" y="-886"/>
                    <a:pt x="74074" y="590"/>
                    <a:pt x="72377" y="1149"/>
                  </a:cubicBezTo>
                  <a:cubicBezTo>
                    <a:pt x="69658" y="225"/>
                    <a:pt x="69036" y="1490"/>
                    <a:pt x="67701" y="2006"/>
                  </a:cubicBezTo>
                  <a:cubicBezTo>
                    <a:pt x="64736" y="1354"/>
                    <a:pt x="63835" y="2772"/>
                    <a:pt x="62414" y="4269"/>
                  </a:cubicBezTo>
                  <a:lnTo>
                    <a:pt x="60760" y="4235"/>
                  </a:lnTo>
                  <a:cubicBezTo>
                    <a:pt x="56288" y="6975"/>
                    <a:pt x="54066" y="12554"/>
                    <a:pt x="53279" y="15422"/>
                  </a:cubicBezTo>
                  <a:cubicBezTo>
                    <a:pt x="52491" y="12553"/>
                    <a:pt x="50274" y="6974"/>
                    <a:pt x="45803" y="4235"/>
                  </a:cubicBezTo>
                  <a:lnTo>
                    <a:pt x="44150" y="4269"/>
                  </a:lnTo>
                  <a:cubicBezTo>
                    <a:pt x="42726" y="2772"/>
                    <a:pt x="41826" y="1354"/>
                    <a:pt x="38861" y="2006"/>
                  </a:cubicBezTo>
                  <a:cubicBezTo>
                    <a:pt x="37525" y="1490"/>
                    <a:pt x="36905" y="225"/>
                    <a:pt x="34184" y="1149"/>
                  </a:cubicBezTo>
                  <a:cubicBezTo>
                    <a:pt x="33070" y="782"/>
                    <a:pt x="32046" y="21"/>
                    <a:pt x="30840" y="60"/>
                  </a:cubicBezTo>
                  <a:lnTo>
                    <a:pt x="145" y="56096"/>
                  </a:lnTo>
                </a:path>
              </a:pathLst>
            </a:custGeom>
            <a:solidFill>
              <a:srgbClr val="000000"/>
            </a:solidFill>
            <a:ln w="3638" cap="flat">
              <a:noFill/>
              <a:prstDash val="solid"/>
              <a:miter/>
            </a:ln>
          </p:spPr>
          <p:txBody>
            <a:bodyPr/>
            <a:lstStyle/>
            <a:p>
              <a:endParaRPr lang="en-US"/>
            </a:p>
          </p:txBody>
        </p:sp>
        <p:sp>
          <p:nvSpPr>
            <p:cNvPr id="201" name="Freeform: Shape 200">
              <a:extLst>
                <a:ext uri="{FF2B5EF4-FFF2-40B4-BE49-F238E27FC236}">
                  <a16:creationId xmlns:a16="http://schemas.microsoft.com/office/drawing/2014/main" id="{011670FA-A4A3-5104-2E7C-D0A09F0A0285}"/>
                </a:ext>
              </a:extLst>
            </p:cNvPr>
            <p:cNvSpPr/>
            <p:nvPr/>
          </p:nvSpPr>
          <p:spPr>
            <a:xfrm>
              <a:off x="5474020" y="1246090"/>
              <a:ext cx="80952" cy="34392"/>
            </a:xfrm>
            <a:custGeom>
              <a:avLst/>
              <a:gdLst>
                <a:gd name="csX0" fmla="*/ 9861 w 80952"/>
                <a:gd name="csY0" fmla="*/ 9228 h 34392"/>
                <a:gd name="csX1" fmla="*/ 31887 w 80952"/>
                <a:gd name="csY1" fmla="*/ 25836 h 34392"/>
                <a:gd name="csX2" fmla="*/ 16525 w 80952"/>
                <a:gd name="csY2" fmla="*/ 34414 h 34392"/>
                <a:gd name="csX3" fmla="*/ 18098 w 80952"/>
                <a:gd name="csY3" fmla="*/ 32870 h 34392"/>
                <a:gd name="csX4" fmla="*/ 11743 w 80952"/>
                <a:gd name="csY4" fmla="*/ 31395 h 34392"/>
                <a:gd name="csX5" fmla="*/ 13409 w 80952"/>
                <a:gd name="csY5" fmla="*/ 30297 h 34392"/>
                <a:gd name="csX6" fmla="*/ 7671 w 80952"/>
                <a:gd name="csY6" fmla="*/ 27654 h 34392"/>
                <a:gd name="csX7" fmla="*/ 10015 w 80952"/>
                <a:gd name="csY7" fmla="*/ 27105 h 34392"/>
                <a:gd name="csX8" fmla="*/ 4525 w 80952"/>
                <a:gd name="csY8" fmla="*/ 23331 h 34392"/>
                <a:gd name="csX9" fmla="*/ 6869 w 80952"/>
                <a:gd name="csY9" fmla="*/ 22919 h 34392"/>
                <a:gd name="csX10" fmla="*/ 2458 w 80952"/>
                <a:gd name="csY10" fmla="*/ 18939 h 34392"/>
                <a:gd name="csX11" fmla="*/ 4741 w 80952"/>
                <a:gd name="csY11" fmla="*/ 18699 h 34392"/>
                <a:gd name="csX12" fmla="*/ 977 w 80952"/>
                <a:gd name="csY12" fmla="*/ 14101 h 34392"/>
                <a:gd name="csX13" fmla="*/ 3599 w 80952"/>
                <a:gd name="csY13" fmla="*/ 14067 h 34392"/>
                <a:gd name="csX14" fmla="*/ 144 w 80952"/>
                <a:gd name="csY14" fmla="*/ 9675 h 34392"/>
                <a:gd name="csX15" fmla="*/ 2581 w 80952"/>
                <a:gd name="csY15" fmla="*/ 9675 h 34392"/>
                <a:gd name="csX16" fmla="*/ 392 w 80952"/>
                <a:gd name="csY16" fmla="*/ 4837 h 34392"/>
                <a:gd name="csX17" fmla="*/ 6006 w 80952"/>
                <a:gd name="csY17" fmla="*/ 4632 h 34392"/>
                <a:gd name="csX18" fmla="*/ 4587 w 80952"/>
                <a:gd name="csY18" fmla="*/ 3019 h 34392"/>
                <a:gd name="csX19" fmla="*/ 10788 w 80952"/>
                <a:gd name="csY19" fmla="*/ 3705 h 34392"/>
                <a:gd name="csX20" fmla="*/ 9862 w 80952"/>
                <a:gd name="csY20" fmla="*/ 1372 h 34392"/>
                <a:gd name="csX21" fmla="*/ 15045 w 80952"/>
                <a:gd name="csY21" fmla="*/ 2813 h 34392"/>
                <a:gd name="csX22" fmla="*/ 13842 w 80952"/>
                <a:gd name="csY22" fmla="*/ 308 h 34392"/>
                <a:gd name="csX23" fmla="*/ 19271 w 80952"/>
                <a:gd name="csY23" fmla="*/ 2676 h 34392"/>
                <a:gd name="csX24" fmla="*/ 18716 w 80952"/>
                <a:gd name="csY24" fmla="*/ 68 h 34392"/>
                <a:gd name="csX25" fmla="*/ 23281 w 80952"/>
                <a:gd name="csY25" fmla="*/ 3328 h 34392"/>
                <a:gd name="csX26" fmla="*/ 23559 w 80952"/>
                <a:gd name="csY26" fmla="*/ 789 h 34392"/>
                <a:gd name="csX27" fmla="*/ 27199 w 80952"/>
                <a:gd name="csY27" fmla="*/ 4323 h 34392"/>
                <a:gd name="csX28" fmla="*/ 27785 w 80952"/>
                <a:gd name="csY28" fmla="*/ 1818 h 34392"/>
                <a:gd name="csX29" fmla="*/ 31734 w 80952"/>
                <a:gd name="csY29" fmla="*/ 6416 h 34392"/>
                <a:gd name="csX30" fmla="*/ 32413 w 80952"/>
                <a:gd name="csY30" fmla="*/ 4392 h 34392"/>
                <a:gd name="csX31" fmla="*/ 33832 w 80952"/>
                <a:gd name="csY31" fmla="*/ 23435 h 34392"/>
                <a:gd name="csX32" fmla="*/ 9859 w 80952"/>
                <a:gd name="csY32" fmla="*/ 9230 h 34392"/>
                <a:gd name="csX33" fmla="*/ 9861 w 80952"/>
                <a:gd name="csY33" fmla="*/ 9228 h 34392"/>
                <a:gd name="csX34" fmla="*/ 71377 w 80952"/>
                <a:gd name="csY34" fmla="*/ 9228 h 34392"/>
                <a:gd name="csX35" fmla="*/ 49353 w 80952"/>
                <a:gd name="csY35" fmla="*/ 25836 h 34392"/>
                <a:gd name="csX36" fmla="*/ 64715 w 80952"/>
                <a:gd name="csY36" fmla="*/ 34414 h 34392"/>
                <a:gd name="csX37" fmla="*/ 63142 w 80952"/>
                <a:gd name="csY37" fmla="*/ 32870 h 34392"/>
                <a:gd name="csX38" fmla="*/ 69497 w 80952"/>
                <a:gd name="csY38" fmla="*/ 31395 h 34392"/>
                <a:gd name="csX39" fmla="*/ 67831 w 80952"/>
                <a:gd name="csY39" fmla="*/ 30297 h 34392"/>
                <a:gd name="csX40" fmla="*/ 73569 w 80952"/>
                <a:gd name="csY40" fmla="*/ 27654 h 34392"/>
                <a:gd name="csX41" fmla="*/ 71225 w 80952"/>
                <a:gd name="csY41" fmla="*/ 27105 h 34392"/>
                <a:gd name="csX42" fmla="*/ 76716 w 80952"/>
                <a:gd name="csY42" fmla="*/ 23331 h 34392"/>
                <a:gd name="csX43" fmla="*/ 74371 w 80952"/>
                <a:gd name="csY43" fmla="*/ 22919 h 34392"/>
                <a:gd name="csX44" fmla="*/ 78783 w 80952"/>
                <a:gd name="csY44" fmla="*/ 18939 h 34392"/>
                <a:gd name="csX45" fmla="*/ 76500 w 80952"/>
                <a:gd name="csY45" fmla="*/ 18699 h 34392"/>
                <a:gd name="csX46" fmla="*/ 80263 w 80952"/>
                <a:gd name="csY46" fmla="*/ 14101 h 34392"/>
                <a:gd name="csX47" fmla="*/ 77641 w 80952"/>
                <a:gd name="csY47" fmla="*/ 14067 h 34392"/>
                <a:gd name="csX48" fmla="*/ 81096 w 80952"/>
                <a:gd name="csY48" fmla="*/ 9675 h 34392"/>
                <a:gd name="csX49" fmla="*/ 78659 w 80952"/>
                <a:gd name="csY49" fmla="*/ 9675 h 34392"/>
                <a:gd name="csX50" fmla="*/ 80849 w 80952"/>
                <a:gd name="csY50" fmla="*/ 4837 h 34392"/>
                <a:gd name="csX51" fmla="*/ 75235 w 80952"/>
                <a:gd name="csY51" fmla="*/ 4631 h 34392"/>
                <a:gd name="csX52" fmla="*/ 76654 w 80952"/>
                <a:gd name="csY52" fmla="*/ 3018 h 34392"/>
                <a:gd name="csX53" fmla="*/ 70453 w 80952"/>
                <a:gd name="csY53" fmla="*/ 3704 h 34392"/>
                <a:gd name="csX54" fmla="*/ 71378 w 80952"/>
                <a:gd name="csY54" fmla="*/ 1371 h 34392"/>
                <a:gd name="csX55" fmla="*/ 66196 w 80952"/>
                <a:gd name="csY55" fmla="*/ 2812 h 34392"/>
                <a:gd name="csX56" fmla="*/ 67399 w 80952"/>
                <a:gd name="csY56" fmla="*/ 308 h 34392"/>
                <a:gd name="csX57" fmla="*/ 61970 w 80952"/>
                <a:gd name="csY57" fmla="*/ 2675 h 34392"/>
                <a:gd name="csX58" fmla="*/ 62525 w 80952"/>
                <a:gd name="csY58" fmla="*/ 67 h 34392"/>
                <a:gd name="csX59" fmla="*/ 57960 w 80952"/>
                <a:gd name="csY59" fmla="*/ 3327 h 34392"/>
                <a:gd name="csX60" fmla="*/ 57682 w 80952"/>
                <a:gd name="csY60" fmla="*/ 788 h 34392"/>
                <a:gd name="csX61" fmla="*/ 54042 w 80952"/>
                <a:gd name="csY61" fmla="*/ 4322 h 34392"/>
                <a:gd name="csX62" fmla="*/ 53456 w 80952"/>
                <a:gd name="csY62" fmla="*/ 1817 h 34392"/>
                <a:gd name="csX63" fmla="*/ 49507 w 80952"/>
                <a:gd name="csY63" fmla="*/ 6415 h 34392"/>
                <a:gd name="csX64" fmla="*/ 48828 w 80952"/>
                <a:gd name="csY64" fmla="*/ 4390 h 34392"/>
                <a:gd name="csX65" fmla="*/ 47409 w 80952"/>
                <a:gd name="csY65" fmla="*/ 23434 h 34392"/>
                <a:gd name="csX66" fmla="*/ 71379 w 80952"/>
                <a:gd name="csY66" fmla="*/ 9228 h 34392"/>
                <a:gd name="csX67" fmla="*/ 71377 w 80952"/>
                <a:gd name="csY67" fmla="*/ 9228 h 34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80952" h="34392">
                  <a:moveTo>
                    <a:pt x="9861" y="9228"/>
                  </a:moveTo>
                  <a:cubicBezTo>
                    <a:pt x="21455" y="15877"/>
                    <a:pt x="28195" y="21255"/>
                    <a:pt x="31887" y="25836"/>
                  </a:cubicBezTo>
                  <a:cubicBezTo>
                    <a:pt x="29997" y="34266"/>
                    <a:pt x="20132" y="34651"/>
                    <a:pt x="16525" y="34414"/>
                  </a:cubicBezTo>
                  <a:cubicBezTo>
                    <a:pt x="17263" y="34032"/>
                    <a:pt x="17880" y="33574"/>
                    <a:pt x="18098" y="32870"/>
                  </a:cubicBezTo>
                  <a:cubicBezTo>
                    <a:pt x="17193" y="32155"/>
                    <a:pt x="13984" y="32795"/>
                    <a:pt x="11743" y="31395"/>
                  </a:cubicBezTo>
                  <a:cubicBezTo>
                    <a:pt x="12604" y="31196"/>
                    <a:pt x="13007" y="31003"/>
                    <a:pt x="13409" y="30297"/>
                  </a:cubicBezTo>
                  <a:cubicBezTo>
                    <a:pt x="11292" y="29546"/>
                    <a:pt x="9012" y="28898"/>
                    <a:pt x="7671" y="27654"/>
                  </a:cubicBezTo>
                  <a:cubicBezTo>
                    <a:pt x="8395" y="27664"/>
                    <a:pt x="9070" y="27835"/>
                    <a:pt x="10015" y="27105"/>
                  </a:cubicBezTo>
                  <a:cubicBezTo>
                    <a:pt x="8120" y="25969"/>
                    <a:pt x="6097" y="25068"/>
                    <a:pt x="4525" y="23331"/>
                  </a:cubicBezTo>
                  <a:cubicBezTo>
                    <a:pt x="5505" y="23304"/>
                    <a:pt x="6562" y="23320"/>
                    <a:pt x="6869" y="22919"/>
                  </a:cubicBezTo>
                  <a:cubicBezTo>
                    <a:pt x="5134" y="21723"/>
                    <a:pt x="3670" y="20394"/>
                    <a:pt x="2458" y="18939"/>
                  </a:cubicBezTo>
                  <a:cubicBezTo>
                    <a:pt x="3829" y="19123"/>
                    <a:pt x="4409" y="18965"/>
                    <a:pt x="4741" y="18699"/>
                  </a:cubicBezTo>
                  <a:cubicBezTo>
                    <a:pt x="3429" y="17204"/>
                    <a:pt x="1769" y="15943"/>
                    <a:pt x="977" y="14101"/>
                  </a:cubicBezTo>
                  <a:cubicBezTo>
                    <a:pt x="1995" y="14492"/>
                    <a:pt x="2927" y="14641"/>
                    <a:pt x="3599" y="14067"/>
                  </a:cubicBezTo>
                  <a:cubicBezTo>
                    <a:pt x="3153" y="12948"/>
                    <a:pt x="1244" y="12289"/>
                    <a:pt x="144" y="9675"/>
                  </a:cubicBezTo>
                  <a:cubicBezTo>
                    <a:pt x="1216" y="9791"/>
                    <a:pt x="2353" y="9935"/>
                    <a:pt x="2581" y="9675"/>
                  </a:cubicBezTo>
                  <a:cubicBezTo>
                    <a:pt x="2083" y="7419"/>
                    <a:pt x="1229" y="6151"/>
                    <a:pt x="392" y="4837"/>
                  </a:cubicBezTo>
                  <a:cubicBezTo>
                    <a:pt x="2687" y="4800"/>
                    <a:pt x="6164" y="4847"/>
                    <a:pt x="6006" y="4632"/>
                  </a:cubicBezTo>
                  <a:lnTo>
                    <a:pt x="4587" y="3019"/>
                  </a:lnTo>
                  <a:cubicBezTo>
                    <a:pt x="6829" y="2348"/>
                    <a:pt x="9123" y="3127"/>
                    <a:pt x="10788" y="3705"/>
                  </a:cubicBezTo>
                  <a:cubicBezTo>
                    <a:pt x="11535" y="3049"/>
                    <a:pt x="10775" y="2219"/>
                    <a:pt x="9862" y="1372"/>
                  </a:cubicBezTo>
                  <a:cubicBezTo>
                    <a:pt x="11767" y="1655"/>
                    <a:pt x="13489" y="2142"/>
                    <a:pt x="15045" y="2813"/>
                  </a:cubicBezTo>
                  <a:cubicBezTo>
                    <a:pt x="15876" y="1978"/>
                    <a:pt x="14505" y="1143"/>
                    <a:pt x="13842" y="308"/>
                  </a:cubicBezTo>
                  <a:cubicBezTo>
                    <a:pt x="16785" y="929"/>
                    <a:pt x="18032" y="1802"/>
                    <a:pt x="19271" y="2676"/>
                  </a:cubicBezTo>
                  <a:cubicBezTo>
                    <a:pt x="20170" y="1717"/>
                    <a:pt x="19323" y="903"/>
                    <a:pt x="18716" y="68"/>
                  </a:cubicBezTo>
                  <a:cubicBezTo>
                    <a:pt x="20935" y="982"/>
                    <a:pt x="22078" y="2163"/>
                    <a:pt x="23281" y="3328"/>
                  </a:cubicBezTo>
                  <a:cubicBezTo>
                    <a:pt x="23689" y="2715"/>
                    <a:pt x="24318" y="2266"/>
                    <a:pt x="23559" y="789"/>
                  </a:cubicBezTo>
                  <a:cubicBezTo>
                    <a:pt x="25135" y="1799"/>
                    <a:pt x="26321" y="2989"/>
                    <a:pt x="27199" y="4323"/>
                  </a:cubicBezTo>
                  <a:cubicBezTo>
                    <a:pt x="28174" y="3632"/>
                    <a:pt x="27780" y="2688"/>
                    <a:pt x="27785" y="1818"/>
                  </a:cubicBezTo>
                  <a:cubicBezTo>
                    <a:pt x="29423" y="3300"/>
                    <a:pt x="30462" y="4876"/>
                    <a:pt x="31734" y="6416"/>
                  </a:cubicBezTo>
                  <a:cubicBezTo>
                    <a:pt x="31991" y="6208"/>
                    <a:pt x="32215" y="5505"/>
                    <a:pt x="32413" y="4392"/>
                  </a:cubicBezTo>
                  <a:cubicBezTo>
                    <a:pt x="36319" y="8607"/>
                    <a:pt x="41839" y="19225"/>
                    <a:pt x="33832" y="23435"/>
                  </a:cubicBezTo>
                  <a:cubicBezTo>
                    <a:pt x="27017" y="17183"/>
                    <a:pt x="18878" y="12639"/>
                    <a:pt x="9859" y="9230"/>
                  </a:cubicBezTo>
                  <a:lnTo>
                    <a:pt x="9861" y="9228"/>
                  </a:lnTo>
                  <a:moveTo>
                    <a:pt x="71377" y="9228"/>
                  </a:moveTo>
                  <a:cubicBezTo>
                    <a:pt x="59785" y="15878"/>
                    <a:pt x="53045" y="21254"/>
                    <a:pt x="49353" y="25836"/>
                  </a:cubicBezTo>
                  <a:cubicBezTo>
                    <a:pt x="51244" y="34266"/>
                    <a:pt x="61108" y="34651"/>
                    <a:pt x="64715" y="34414"/>
                  </a:cubicBezTo>
                  <a:cubicBezTo>
                    <a:pt x="63977" y="34032"/>
                    <a:pt x="63360" y="33574"/>
                    <a:pt x="63142" y="32870"/>
                  </a:cubicBezTo>
                  <a:cubicBezTo>
                    <a:pt x="64047" y="32155"/>
                    <a:pt x="67257" y="32795"/>
                    <a:pt x="69497" y="31395"/>
                  </a:cubicBezTo>
                  <a:cubicBezTo>
                    <a:pt x="68636" y="31196"/>
                    <a:pt x="68234" y="31003"/>
                    <a:pt x="67831" y="30297"/>
                  </a:cubicBezTo>
                  <a:cubicBezTo>
                    <a:pt x="69948" y="29546"/>
                    <a:pt x="72228" y="28898"/>
                    <a:pt x="73569" y="27654"/>
                  </a:cubicBezTo>
                  <a:cubicBezTo>
                    <a:pt x="72845" y="27664"/>
                    <a:pt x="72170" y="27835"/>
                    <a:pt x="71225" y="27105"/>
                  </a:cubicBezTo>
                  <a:cubicBezTo>
                    <a:pt x="73121" y="25969"/>
                    <a:pt x="75144" y="25068"/>
                    <a:pt x="76716" y="23331"/>
                  </a:cubicBezTo>
                  <a:cubicBezTo>
                    <a:pt x="75735" y="23304"/>
                    <a:pt x="74678" y="23320"/>
                    <a:pt x="74371" y="22919"/>
                  </a:cubicBezTo>
                  <a:cubicBezTo>
                    <a:pt x="76107" y="21723"/>
                    <a:pt x="77571" y="20394"/>
                    <a:pt x="78783" y="18939"/>
                  </a:cubicBezTo>
                  <a:cubicBezTo>
                    <a:pt x="77411" y="19123"/>
                    <a:pt x="76832" y="18965"/>
                    <a:pt x="76500" y="18699"/>
                  </a:cubicBezTo>
                  <a:cubicBezTo>
                    <a:pt x="77811" y="17204"/>
                    <a:pt x="79472" y="15943"/>
                    <a:pt x="80263" y="14101"/>
                  </a:cubicBezTo>
                  <a:cubicBezTo>
                    <a:pt x="79245" y="14492"/>
                    <a:pt x="78313" y="14641"/>
                    <a:pt x="77641" y="14067"/>
                  </a:cubicBezTo>
                  <a:cubicBezTo>
                    <a:pt x="78087" y="12948"/>
                    <a:pt x="79997" y="12289"/>
                    <a:pt x="81096" y="9675"/>
                  </a:cubicBezTo>
                  <a:cubicBezTo>
                    <a:pt x="80024" y="9791"/>
                    <a:pt x="78887" y="9935"/>
                    <a:pt x="78659" y="9675"/>
                  </a:cubicBezTo>
                  <a:cubicBezTo>
                    <a:pt x="79158" y="7418"/>
                    <a:pt x="80012" y="6150"/>
                    <a:pt x="80849" y="4837"/>
                  </a:cubicBezTo>
                  <a:cubicBezTo>
                    <a:pt x="78554" y="4799"/>
                    <a:pt x="75077" y="4846"/>
                    <a:pt x="75235" y="4631"/>
                  </a:cubicBezTo>
                  <a:lnTo>
                    <a:pt x="76654" y="3018"/>
                  </a:lnTo>
                  <a:cubicBezTo>
                    <a:pt x="74412" y="2347"/>
                    <a:pt x="72118" y="3126"/>
                    <a:pt x="70453" y="3704"/>
                  </a:cubicBezTo>
                  <a:cubicBezTo>
                    <a:pt x="69706" y="3048"/>
                    <a:pt x="70466" y="2218"/>
                    <a:pt x="71378" y="1371"/>
                  </a:cubicBezTo>
                  <a:cubicBezTo>
                    <a:pt x="69474" y="1654"/>
                    <a:pt x="67752" y="2141"/>
                    <a:pt x="66196" y="2812"/>
                  </a:cubicBezTo>
                  <a:cubicBezTo>
                    <a:pt x="65365" y="1977"/>
                    <a:pt x="66736" y="1142"/>
                    <a:pt x="67399" y="308"/>
                  </a:cubicBezTo>
                  <a:cubicBezTo>
                    <a:pt x="64456" y="928"/>
                    <a:pt x="63209" y="1801"/>
                    <a:pt x="61970" y="2675"/>
                  </a:cubicBezTo>
                  <a:cubicBezTo>
                    <a:pt x="61071" y="1717"/>
                    <a:pt x="61919" y="902"/>
                    <a:pt x="62525" y="67"/>
                  </a:cubicBezTo>
                  <a:cubicBezTo>
                    <a:pt x="60306" y="981"/>
                    <a:pt x="59163" y="2162"/>
                    <a:pt x="57960" y="3327"/>
                  </a:cubicBezTo>
                  <a:cubicBezTo>
                    <a:pt x="57551" y="2715"/>
                    <a:pt x="56923" y="2265"/>
                    <a:pt x="57682" y="788"/>
                  </a:cubicBezTo>
                  <a:cubicBezTo>
                    <a:pt x="56106" y="1798"/>
                    <a:pt x="54920" y="2988"/>
                    <a:pt x="54042" y="4322"/>
                  </a:cubicBezTo>
                  <a:cubicBezTo>
                    <a:pt x="53067" y="3632"/>
                    <a:pt x="53461" y="2687"/>
                    <a:pt x="53456" y="1817"/>
                  </a:cubicBezTo>
                  <a:cubicBezTo>
                    <a:pt x="51818" y="3299"/>
                    <a:pt x="50779" y="4875"/>
                    <a:pt x="49507" y="6415"/>
                  </a:cubicBezTo>
                  <a:cubicBezTo>
                    <a:pt x="49251" y="6207"/>
                    <a:pt x="49026" y="5504"/>
                    <a:pt x="48828" y="4390"/>
                  </a:cubicBezTo>
                  <a:cubicBezTo>
                    <a:pt x="44922" y="8606"/>
                    <a:pt x="39402" y="19224"/>
                    <a:pt x="47409" y="23434"/>
                  </a:cubicBezTo>
                  <a:cubicBezTo>
                    <a:pt x="54220" y="17181"/>
                    <a:pt x="62359" y="12637"/>
                    <a:pt x="71379" y="9228"/>
                  </a:cubicBezTo>
                  <a:lnTo>
                    <a:pt x="71377" y="9228"/>
                  </a:lnTo>
                </a:path>
              </a:pathLst>
            </a:custGeom>
            <a:solidFill>
              <a:srgbClr val="FFFFFF"/>
            </a:solidFill>
            <a:ln w="3638" cap="flat">
              <a:noFill/>
              <a:prstDash val="solid"/>
              <a:miter/>
            </a:ln>
          </p:spPr>
          <p:txBody>
            <a:bodyPr/>
            <a:lstStyle/>
            <a:p>
              <a:endParaRPr lang="en-US"/>
            </a:p>
          </p:txBody>
        </p:sp>
        <p:sp>
          <p:nvSpPr>
            <p:cNvPr id="202" name="Freeform: Shape 201">
              <a:extLst>
                <a:ext uri="{FF2B5EF4-FFF2-40B4-BE49-F238E27FC236}">
                  <a16:creationId xmlns:a16="http://schemas.microsoft.com/office/drawing/2014/main" id="{6B9EABF6-A335-A126-8529-8A12FC5915F0}"/>
                </a:ext>
              </a:extLst>
            </p:cNvPr>
            <p:cNvSpPr/>
            <p:nvPr/>
          </p:nvSpPr>
          <p:spPr>
            <a:xfrm>
              <a:off x="5466981" y="1276661"/>
              <a:ext cx="91511" cy="91713"/>
            </a:xfrm>
            <a:custGeom>
              <a:avLst/>
              <a:gdLst>
                <a:gd name="csX0" fmla="*/ 61510 w 91511"/>
                <a:gd name="csY0" fmla="*/ 59218 h 91713"/>
                <a:gd name="csX1" fmla="*/ 46924 w 91511"/>
                <a:gd name="csY1" fmla="*/ 73271 h 91713"/>
                <a:gd name="csX2" fmla="*/ 32184 w 91511"/>
                <a:gd name="csY2" fmla="*/ 59365 h 91713"/>
                <a:gd name="csX3" fmla="*/ 32184 w 91511"/>
                <a:gd name="csY3" fmla="*/ 59218 h 91713"/>
                <a:gd name="csX4" fmla="*/ 46770 w 91511"/>
                <a:gd name="csY4" fmla="*/ 45164 h 91713"/>
                <a:gd name="csX5" fmla="*/ 61510 w 91511"/>
                <a:gd name="csY5" fmla="*/ 59070 h 91713"/>
                <a:gd name="csX6" fmla="*/ 61510 w 91511"/>
                <a:gd name="csY6" fmla="*/ 59218 h 91713"/>
                <a:gd name="csX7" fmla="*/ 38363 w 91511"/>
                <a:gd name="csY7" fmla="*/ 19283 h 91713"/>
                <a:gd name="csX8" fmla="*/ 40809 w 91511"/>
                <a:gd name="csY8" fmla="*/ 40119 h 91713"/>
                <a:gd name="csX9" fmla="*/ 21253 w 91511"/>
                <a:gd name="csY9" fmla="*/ 46052 h 91713"/>
                <a:gd name="csX10" fmla="*/ 18807 w 91511"/>
                <a:gd name="csY10" fmla="*/ 25216 h 91713"/>
                <a:gd name="csX11" fmla="*/ 38363 w 91511"/>
                <a:gd name="csY11" fmla="*/ 19283 h 91713"/>
                <a:gd name="csX12" fmla="*/ 54761 w 91511"/>
                <a:gd name="csY12" fmla="*/ 18538 h 91713"/>
                <a:gd name="csX13" fmla="*/ 52315 w 91511"/>
                <a:gd name="csY13" fmla="*/ 39374 h 91713"/>
                <a:gd name="csX14" fmla="*/ 71871 w 91511"/>
                <a:gd name="csY14" fmla="*/ 45307 h 91713"/>
                <a:gd name="csX15" fmla="*/ 74317 w 91511"/>
                <a:gd name="csY15" fmla="*/ 24471 h 91713"/>
                <a:gd name="csX16" fmla="*/ 54761 w 91511"/>
                <a:gd name="csY16" fmla="*/ 18538 h 91713"/>
                <a:gd name="csX17" fmla="*/ 7997 w 91511"/>
                <a:gd name="csY17" fmla="*/ 26012 h 91713"/>
                <a:gd name="csX18" fmla="*/ 4875 w 91511"/>
                <a:gd name="csY18" fmla="*/ 51618 h 91713"/>
                <a:gd name="csX19" fmla="*/ 7997 w 91511"/>
                <a:gd name="csY19" fmla="*/ 26012 h 91713"/>
                <a:gd name="csX20" fmla="*/ 83802 w 91511"/>
                <a:gd name="csY20" fmla="*/ 25639 h 91713"/>
                <a:gd name="csX21" fmla="*/ 86925 w 91511"/>
                <a:gd name="csY21" fmla="*/ 51247 h 91713"/>
                <a:gd name="csX22" fmla="*/ 83802 w 91511"/>
                <a:gd name="csY22" fmla="*/ 25639 h 91713"/>
                <a:gd name="csX23" fmla="*/ 61515 w 91511"/>
                <a:gd name="csY23" fmla="*/ 3392 h 91713"/>
                <a:gd name="csX24" fmla="*/ 81875 w 91511"/>
                <a:gd name="csY24" fmla="*/ 21060 h 91713"/>
                <a:gd name="csX25" fmla="*/ 61515 w 91511"/>
                <a:gd name="csY25" fmla="*/ 3392 h 91713"/>
                <a:gd name="csX26" fmla="*/ 30238 w 91511"/>
                <a:gd name="csY26" fmla="*/ 3019 h 91713"/>
                <a:gd name="csX27" fmla="*/ 9878 w 91511"/>
                <a:gd name="csY27" fmla="*/ 20688 h 91713"/>
                <a:gd name="csX28" fmla="*/ 30238 w 91511"/>
                <a:gd name="csY28" fmla="*/ 3019 h 91713"/>
                <a:gd name="csX29" fmla="*/ 46499 w 91511"/>
                <a:gd name="csY29" fmla="*/ 60 h 91713"/>
                <a:gd name="csX30" fmla="*/ 33242 w 91511"/>
                <a:gd name="csY30" fmla="*/ 8356 h 91713"/>
                <a:gd name="csX31" fmla="*/ 46545 w 91511"/>
                <a:gd name="csY31" fmla="*/ 16109 h 91713"/>
                <a:gd name="csX32" fmla="*/ 59887 w 91511"/>
                <a:gd name="csY32" fmla="*/ 9106 h 91713"/>
                <a:gd name="csX33" fmla="*/ 46499 w 91511"/>
                <a:gd name="csY33" fmla="*/ 59 h 91713"/>
                <a:gd name="csX34" fmla="*/ 46499 w 91511"/>
                <a:gd name="csY34" fmla="*/ 60 h 91713"/>
                <a:gd name="csX35" fmla="*/ 46911 w 91511"/>
                <a:gd name="csY35" fmla="*/ 77613 h 91713"/>
                <a:gd name="csX36" fmla="*/ 60722 w 91511"/>
                <a:gd name="csY36" fmla="*/ 82530 h 91713"/>
                <a:gd name="csX37" fmla="*/ 46521 w 91511"/>
                <a:gd name="csY37" fmla="*/ 91757 h 91713"/>
                <a:gd name="csX38" fmla="*/ 32189 w 91511"/>
                <a:gd name="csY38" fmla="*/ 83338 h 91713"/>
                <a:gd name="csX39" fmla="*/ 46911 w 91511"/>
                <a:gd name="csY39" fmla="*/ 77613 h 91713"/>
                <a:gd name="csX40" fmla="*/ 25154 w 91511"/>
                <a:gd name="csY40" fmla="*/ 60100 h 91713"/>
                <a:gd name="csX41" fmla="*/ 27760 w 91511"/>
                <a:gd name="csY41" fmla="*/ 77208 h 91713"/>
                <a:gd name="csX42" fmla="*/ 10692 w 91511"/>
                <a:gd name="csY42" fmla="*/ 69933 h 91713"/>
                <a:gd name="csX43" fmla="*/ 10041 w 91511"/>
                <a:gd name="csY43" fmla="*/ 53432 h 91713"/>
                <a:gd name="csX44" fmla="*/ 25154 w 91511"/>
                <a:gd name="csY44" fmla="*/ 60100 h 91713"/>
                <a:gd name="csX45" fmla="*/ 25154 w 91511"/>
                <a:gd name="csY45" fmla="*/ 60100 h 91713"/>
                <a:gd name="csX46" fmla="*/ 67830 w 91511"/>
                <a:gd name="csY46" fmla="*/ 58444 h 91713"/>
                <a:gd name="csX47" fmla="*/ 64075 w 91511"/>
                <a:gd name="csY47" fmla="*/ 77190 h 91713"/>
                <a:gd name="csX48" fmla="*/ 82013 w 91511"/>
                <a:gd name="csY48" fmla="*/ 70344 h 91713"/>
                <a:gd name="csX49" fmla="*/ 82440 w 91511"/>
                <a:gd name="csY49" fmla="*/ 51516 h 91713"/>
                <a:gd name="csX50" fmla="*/ 67830 w 91511"/>
                <a:gd name="csY50" fmla="*/ 58443 h 91713"/>
                <a:gd name="csX51" fmla="*/ 67830 w 91511"/>
                <a:gd name="csY51" fmla="*/ 58444 h 917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91511" h="91713">
                  <a:moveTo>
                    <a:pt x="61510" y="59218"/>
                  </a:moveTo>
                  <a:cubicBezTo>
                    <a:pt x="61553" y="66938"/>
                    <a:pt x="55022" y="73230"/>
                    <a:pt x="46924" y="73271"/>
                  </a:cubicBezTo>
                  <a:cubicBezTo>
                    <a:pt x="38826" y="73311"/>
                    <a:pt x="32227" y="67085"/>
                    <a:pt x="32184" y="59365"/>
                  </a:cubicBezTo>
                  <a:cubicBezTo>
                    <a:pt x="32184" y="59316"/>
                    <a:pt x="32184" y="59267"/>
                    <a:pt x="32184" y="59218"/>
                  </a:cubicBezTo>
                  <a:cubicBezTo>
                    <a:pt x="32142" y="51497"/>
                    <a:pt x="38672" y="45205"/>
                    <a:pt x="46770" y="45164"/>
                  </a:cubicBezTo>
                  <a:cubicBezTo>
                    <a:pt x="54868" y="45124"/>
                    <a:pt x="61467" y="51350"/>
                    <a:pt x="61510" y="59070"/>
                  </a:cubicBezTo>
                  <a:lnTo>
                    <a:pt x="61510" y="59218"/>
                  </a:lnTo>
                  <a:moveTo>
                    <a:pt x="38363" y="19283"/>
                  </a:moveTo>
                  <a:cubicBezTo>
                    <a:pt x="44438" y="23399"/>
                    <a:pt x="45534" y="32728"/>
                    <a:pt x="40809" y="40119"/>
                  </a:cubicBezTo>
                  <a:cubicBezTo>
                    <a:pt x="36084" y="47511"/>
                    <a:pt x="27329" y="50167"/>
                    <a:pt x="21253" y="46052"/>
                  </a:cubicBezTo>
                  <a:cubicBezTo>
                    <a:pt x="15178" y="41936"/>
                    <a:pt x="14083" y="32608"/>
                    <a:pt x="18807" y="25216"/>
                  </a:cubicBezTo>
                  <a:cubicBezTo>
                    <a:pt x="23532" y="17824"/>
                    <a:pt x="32287" y="15168"/>
                    <a:pt x="38363" y="19283"/>
                  </a:cubicBezTo>
                  <a:moveTo>
                    <a:pt x="54761" y="18538"/>
                  </a:moveTo>
                  <a:cubicBezTo>
                    <a:pt x="48686" y="22654"/>
                    <a:pt x="47591" y="31983"/>
                    <a:pt x="52315" y="39374"/>
                  </a:cubicBezTo>
                  <a:cubicBezTo>
                    <a:pt x="57040" y="46766"/>
                    <a:pt x="65795" y="49422"/>
                    <a:pt x="71871" y="45307"/>
                  </a:cubicBezTo>
                  <a:cubicBezTo>
                    <a:pt x="77946" y="41191"/>
                    <a:pt x="79041" y="31863"/>
                    <a:pt x="74317" y="24471"/>
                  </a:cubicBezTo>
                  <a:cubicBezTo>
                    <a:pt x="69592" y="17079"/>
                    <a:pt x="60837" y="14423"/>
                    <a:pt x="54761" y="18538"/>
                  </a:cubicBezTo>
                  <a:moveTo>
                    <a:pt x="7997" y="26012"/>
                  </a:moveTo>
                  <a:cubicBezTo>
                    <a:pt x="14557" y="24194"/>
                    <a:pt x="10212" y="54069"/>
                    <a:pt x="4875" y="51618"/>
                  </a:cubicBezTo>
                  <a:cubicBezTo>
                    <a:pt x="-996" y="46736"/>
                    <a:pt x="-2887" y="32438"/>
                    <a:pt x="7997" y="26012"/>
                  </a:cubicBezTo>
                  <a:moveTo>
                    <a:pt x="83802" y="25639"/>
                  </a:moveTo>
                  <a:cubicBezTo>
                    <a:pt x="77242" y="23822"/>
                    <a:pt x="81588" y="53698"/>
                    <a:pt x="86925" y="51247"/>
                  </a:cubicBezTo>
                  <a:cubicBezTo>
                    <a:pt x="92796" y="46364"/>
                    <a:pt x="94687" y="32065"/>
                    <a:pt x="83802" y="25639"/>
                  </a:cubicBezTo>
                  <a:moveTo>
                    <a:pt x="61515" y="3392"/>
                  </a:moveTo>
                  <a:cubicBezTo>
                    <a:pt x="72835" y="1415"/>
                    <a:pt x="82255" y="8369"/>
                    <a:pt x="81875" y="21060"/>
                  </a:cubicBezTo>
                  <a:cubicBezTo>
                    <a:pt x="81502" y="25926"/>
                    <a:pt x="57345" y="4116"/>
                    <a:pt x="61515" y="3392"/>
                  </a:cubicBezTo>
                  <a:moveTo>
                    <a:pt x="30238" y="3019"/>
                  </a:moveTo>
                  <a:cubicBezTo>
                    <a:pt x="18917" y="1043"/>
                    <a:pt x="9498" y="7998"/>
                    <a:pt x="9878" y="20688"/>
                  </a:cubicBezTo>
                  <a:cubicBezTo>
                    <a:pt x="10251" y="25554"/>
                    <a:pt x="34409" y="3744"/>
                    <a:pt x="30238" y="3019"/>
                  </a:cubicBezTo>
                  <a:moveTo>
                    <a:pt x="46499" y="60"/>
                  </a:moveTo>
                  <a:cubicBezTo>
                    <a:pt x="39742" y="-122"/>
                    <a:pt x="33258" y="5244"/>
                    <a:pt x="33242" y="8356"/>
                  </a:cubicBezTo>
                  <a:cubicBezTo>
                    <a:pt x="33224" y="12138"/>
                    <a:pt x="38584" y="16011"/>
                    <a:pt x="46545" y="16109"/>
                  </a:cubicBezTo>
                  <a:cubicBezTo>
                    <a:pt x="54674" y="16169"/>
                    <a:pt x="59861" y="13009"/>
                    <a:pt x="59887" y="9106"/>
                  </a:cubicBezTo>
                  <a:cubicBezTo>
                    <a:pt x="59917" y="4684"/>
                    <a:pt x="52494" y="-9"/>
                    <a:pt x="46499" y="59"/>
                  </a:cubicBezTo>
                  <a:lnTo>
                    <a:pt x="46499" y="60"/>
                  </a:lnTo>
                  <a:moveTo>
                    <a:pt x="46911" y="77613"/>
                  </a:moveTo>
                  <a:cubicBezTo>
                    <a:pt x="52802" y="77347"/>
                    <a:pt x="60706" y="79574"/>
                    <a:pt x="60722" y="82530"/>
                  </a:cubicBezTo>
                  <a:cubicBezTo>
                    <a:pt x="60820" y="85399"/>
                    <a:pt x="53553" y="91882"/>
                    <a:pt x="46521" y="91757"/>
                  </a:cubicBezTo>
                  <a:cubicBezTo>
                    <a:pt x="39238" y="92082"/>
                    <a:pt x="32096" y="85588"/>
                    <a:pt x="32189" y="83338"/>
                  </a:cubicBezTo>
                  <a:cubicBezTo>
                    <a:pt x="32080" y="80038"/>
                    <a:pt x="41057" y="77462"/>
                    <a:pt x="46911" y="77613"/>
                  </a:cubicBezTo>
                  <a:moveTo>
                    <a:pt x="25154" y="60100"/>
                  </a:moveTo>
                  <a:cubicBezTo>
                    <a:pt x="29348" y="65324"/>
                    <a:pt x="31260" y="74502"/>
                    <a:pt x="27760" y="77208"/>
                  </a:cubicBezTo>
                  <a:cubicBezTo>
                    <a:pt x="24449" y="79273"/>
                    <a:pt x="16408" y="78422"/>
                    <a:pt x="10692" y="69933"/>
                  </a:cubicBezTo>
                  <a:cubicBezTo>
                    <a:pt x="6838" y="62810"/>
                    <a:pt x="7334" y="55562"/>
                    <a:pt x="10041" y="53432"/>
                  </a:cubicBezTo>
                  <a:cubicBezTo>
                    <a:pt x="14088" y="50884"/>
                    <a:pt x="20341" y="54326"/>
                    <a:pt x="25154" y="60100"/>
                  </a:cubicBezTo>
                  <a:lnTo>
                    <a:pt x="25154" y="60100"/>
                  </a:lnTo>
                  <a:moveTo>
                    <a:pt x="67830" y="58444"/>
                  </a:moveTo>
                  <a:cubicBezTo>
                    <a:pt x="63292" y="63939"/>
                    <a:pt x="60765" y="73962"/>
                    <a:pt x="64075" y="77190"/>
                  </a:cubicBezTo>
                  <a:cubicBezTo>
                    <a:pt x="67240" y="79698"/>
                    <a:pt x="75737" y="79347"/>
                    <a:pt x="82013" y="70344"/>
                  </a:cubicBezTo>
                  <a:cubicBezTo>
                    <a:pt x="86570" y="64297"/>
                    <a:pt x="85043" y="54198"/>
                    <a:pt x="82440" y="51516"/>
                  </a:cubicBezTo>
                  <a:cubicBezTo>
                    <a:pt x="78573" y="48424"/>
                    <a:pt x="73022" y="52381"/>
                    <a:pt x="67830" y="58443"/>
                  </a:cubicBezTo>
                  <a:lnTo>
                    <a:pt x="67830" y="58444"/>
                  </a:lnTo>
                </a:path>
              </a:pathLst>
            </a:custGeom>
            <a:solidFill>
              <a:srgbClr val="FFFFFF"/>
            </a:solidFill>
            <a:ln w="3638" cap="flat">
              <a:noFill/>
              <a:prstDash val="solid"/>
              <a:miter/>
            </a:ln>
          </p:spPr>
          <p:txBody>
            <a:bodyPr/>
            <a:lstStyle/>
            <a:p>
              <a:endParaRPr lang="en-US" dirty="0"/>
            </a:p>
          </p:txBody>
        </p:sp>
      </p:grpSp>
      <p:sp>
        <p:nvSpPr>
          <p:cNvPr id="207" name="TextBox 206">
            <a:extLst>
              <a:ext uri="{FF2B5EF4-FFF2-40B4-BE49-F238E27FC236}">
                <a16:creationId xmlns:a16="http://schemas.microsoft.com/office/drawing/2014/main" id="{E6AFAF57-DB34-A5B8-AA89-6A03A21F7202}"/>
              </a:ext>
            </a:extLst>
          </p:cNvPr>
          <p:cNvSpPr txBox="1"/>
          <p:nvPr/>
        </p:nvSpPr>
        <p:spPr>
          <a:xfrm>
            <a:off x="1032427" y="4139377"/>
            <a:ext cx="1000595" cy="261610"/>
          </a:xfrm>
          <a:prstGeom prst="rect">
            <a:avLst/>
          </a:prstGeom>
          <a:noFill/>
        </p:spPr>
        <p:txBody>
          <a:bodyPr wrap="none" rtlCol="0">
            <a:spAutoFit/>
          </a:bodyPr>
          <a:lstStyle/>
          <a:p>
            <a:r>
              <a:rPr lang="es-ES" sz="1100" dirty="0">
                <a:latin typeface="Roboto" panose="02000000000000000000" pitchFamily="2" charset="0"/>
                <a:ea typeface="Roboto" panose="02000000000000000000" pitchFamily="2" charset="0"/>
                <a:cs typeface="Roboto" panose="02000000000000000000" pitchFamily="2" charset="0"/>
              </a:rPr>
              <a:t>Raspberry Pi</a:t>
            </a:r>
            <a:endParaRPr lang="en-US" sz="1100" dirty="0">
              <a:latin typeface="Roboto" panose="02000000000000000000" pitchFamily="2" charset="0"/>
              <a:ea typeface="Roboto" panose="02000000000000000000" pitchFamily="2" charset="0"/>
              <a:cs typeface="Roboto" panose="02000000000000000000" pitchFamily="2" charset="0"/>
            </a:endParaRPr>
          </a:p>
        </p:txBody>
      </p:sp>
      <p:pic>
        <p:nvPicPr>
          <p:cNvPr id="213" name="Google Shape;134;p20" title="states_diagram.png">
            <a:extLst>
              <a:ext uri="{FF2B5EF4-FFF2-40B4-BE49-F238E27FC236}">
                <a16:creationId xmlns:a16="http://schemas.microsoft.com/office/drawing/2014/main" id="{F84B7A64-7D3C-7574-F976-E23668450BF0}"/>
              </a:ext>
            </a:extLst>
          </p:cNvPr>
          <p:cNvPicPr preferRelativeResize="0"/>
          <p:nvPr/>
        </p:nvPicPr>
        <p:blipFill>
          <a:blip r:embed="rId4">
            <a:alphaModFix/>
          </a:blip>
          <a:srcRect r="80751" b="71842"/>
          <a:stretch>
            <a:fillRect/>
          </a:stretch>
        </p:blipFill>
        <p:spPr>
          <a:xfrm>
            <a:off x="2078391" y="1239217"/>
            <a:ext cx="1235268" cy="572699"/>
          </a:xfrm>
          <a:prstGeom prst="rect">
            <a:avLst/>
          </a:prstGeom>
          <a:noFill/>
          <a:ln>
            <a:noFill/>
          </a:ln>
        </p:spPr>
      </p:pic>
      <p:pic>
        <p:nvPicPr>
          <p:cNvPr id="214" name="Google Shape;134;p20" title="states_diagram.png">
            <a:extLst>
              <a:ext uri="{FF2B5EF4-FFF2-40B4-BE49-F238E27FC236}">
                <a16:creationId xmlns:a16="http://schemas.microsoft.com/office/drawing/2014/main" id="{C156D82B-59A3-82C2-0C07-17411B696D31}"/>
              </a:ext>
            </a:extLst>
          </p:cNvPr>
          <p:cNvPicPr preferRelativeResize="0"/>
          <p:nvPr/>
        </p:nvPicPr>
        <p:blipFill>
          <a:blip r:embed="rId4">
            <a:alphaModFix/>
          </a:blip>
          <a:srcRect l="27171" r="49485" b="71842"/>
          <a:stretch>
            <a:fillRect/>
          </a:stretch>
        </p:blipFill>
        <p:spPr>
          <a:xfrm>
            <a:off x="3735790" y="1230158"/>
            <a:ext cx="1498025" cy="572699"/>
          </a:xfrm>
          <a:prstGeom prst="rect">
            <a:avLst/>
          </a:prstGeom>
          <a:noFill/>
          <a:ln>
            <a:noFill/>
          </a:ln>
        </p:spPr>
      </p:pic>
      <p:pic>
        <p:nvPicPr>
          <p:cNvPr id="215" name="Google Shape;134;p20" title="states_diagram.png">
            <a:extLst>
              <a:ext uri="{FF2B5EF4-FFF2-40B4-BE49-F238E27FC236}">
                <a16:creationId xmlns:a16="http://schemas.microsoft.com/office/drawing/2014/main" id="{0BD910A0-95DC-2A2D-F39C-BA5D5F8FDA1A}"/>
              </a:ext>
            </a:extLst>
          </p:cNvPr>
          <p:cNvPicPr preferRelativeResize="0"/>
          <p:nvPr/>
        </p:nvPicPr>
        <p:blipFill>
          <a:blip r:embed="rId4">
            <a:alphaModFix/>
          </a:blip>
          <a:srcRect l="55132" r="28234" b="71842"/>
          <a:stretch>
            <a:fillRect/>
          </a:stretch>
        </p:blipFill>
        <p:spPr>
          <a:xfrm>
            <a:off x="5587286" y="1219638"/>
            <a:ext cx="1067476" cy="572699"/>
          </a:xfrm>
          <a:prstGeom prst="rect">
            <a:avLst/>
          </a:prstGeom>
          <a:noFill/>
          <a:ln>
            <a:noFill/>
          </a:ln>
        </p:spPr>
      </p:pic>
    </p:spTree>
    <p:extLst>
      <p:ext uri="{BB962C8B-B14F-4D97-AF65-F5344CB8AC3E}">
        <p14:creationId xmlns:p14="http://schemas.microsoft.com/office/powerpoint/2010/main" val="3602027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fade">
                                      <p:cBhvr>
                                        <p:cTn id="7" dur="500"/>
                                        <p:tgtEl>
                                          <p:spTgt spid="14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213"/>
                                        </p:tgtEl>
                                        <p:attrNameLst>
                                          <p:attrName>style.visibility</p:attrName>
                                        </p:attrNameLst>
                                      </p:cBhvr>
                                      <p:to>
                                        <p:strVal val="visible"/>
                                      </p:to>
                                    </p:set>
                                    <p:animEffect transition="in" filter="fade">
                                      <p:cBhvr>
                                        <p:cTn id="16" dur="500"/>
                                        <p:tgtEl>
                                          <p:spTgt spid="213"/>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87"/>
                                        </p:tgtEl>
                                        <p:attrNameLst>
                                          <p:attrName>style.visibility</p:attrName>
                                        </p:attrNameLst>
                                      </p:cBhvr>
                                      <p:to>
                                        <p:strVal val="visible"/>
                                      </p:to>
                                    </p:set>
                                    <p:anim calcmode="lin" valueType="num">
                                      <p:cBhvr additive="base">
                                        <p:cTn id="21" dur="500" fill="hold"/>
                                        <p:tgtEl>
                                          <p:spTgt spid="187"/>
                                        </p:tgtEl>
                                        <p:attrNameLst>
                                          <p:attrName>ppt_x</p:attrName>
                                        </p:attrNameLst>
                                      </p:cBhvr>
                                      <p:tavLst>
                                        <p:tav tm="0">
                                          <p:val>
                                            <p:strVal val="#ppt_x"/>
                                          </p:val>
                                        </p:tav>
                                        <p:tav tm="100000">
                                          <p:val>
                                            <p:strVal val="#ppt_x"/>
                                          </p:val>
                                        </p:tav>
                                      </p:tavLst>
                                    </p:anim>
                                    <p:anim calcmode="lin" valueType="num">
                                      <p:cBhvr additive="base">
                                        <p:cTn id="22" dur="500" fill="hold"/>
                                        <p:tgtEl>
                                          <p:spTgt spid="18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83"/>
                                        </p:tgtEl>
                                        <p:attrNameLst>
                                          <p:attrName>style.visibility</p:attrName>
                                        </p:attrNameLst>
                                      </p:cBhvr>
                                      <p:to>
                                        <p:strVal val="visible"/>
                                      </p:to>
                                    </p:set>
                                    <p:anim calcmode="lin" valueType="num">
                                      <p:cBhvr additive="base">
                                        <p:cTn id="25" dur="500" fill="hold"/>
                                        <p:tgtEl>
                                          <p:spTgt spid="183"/>
                                        </p:tgtEl>
                                        <p:attrNameLst>
                                          <p:attrName>ppt_x</p:attrName>
                                        </p:attrNameLst>
                                      </p:cBhvr>
                                      <p:tavLst>
                                        <p:tav tm="0">
                                          <p:val>
                                            <p:strVal val="#ppt_x"/>
                                          </p:val>
                                        </p:tav>
                                        <p:tav tm="100000">
                                          <p:val>
                                            <p:strVal val="#ppt_x"/>
                                          </p:val>
                                        </p:tav>
                                      </p:tavLst>
                                    </p:anim>
                                    <p:anim calcmode="lin" valueType="num">
                                      <p:cBhvr additive="base">
                                        <p:cTn id="26" dur="500" fill="hold"/>
                                        <p:tgtEl>
                                          <p:spTgt spid="183"/>
                                        </p:tgtEl>
                                        <p:attrNameLst>
                                          <p:attrName>ppt_y</p:attrName>
                                        </p:attrNameLst>
                                      </p:cBhvr>
                                      <p:tavLst>
                                        <p:tav tm="0">
                                          <p:val>
                                            <p:strVal val="1+#ppt_h/2"/>
                                          </p:val>
                                        </p:tav>
                                        <p:tav tm="100000">
                                          <p:val>
                                            <p:strVal val="#ppt_y"/>
                                          </p:val>
                                        </p:tav>
                                      </p:tavLst>
                                    </p:anim>
                                  </p:childTnLst>
                                </p:cTn>
                              </p:par>
                              <p:par>
                                <p:cTn id="27" presetID="1" presetClass="entr" presetSubtype="0" fill="hold" nodeType="withEffect">
                                  <p:stCondLst>
                                    <p:cond delay="0"/>
                                  </p:stCondLst>
                                  <p:childTnLst>
                                    <p:set>
                                      <p:cBhvr>
                                        <p:cTn id="28" dur="1" fill="hold">
                                          <p:stCondLst>
                                            <p:cond delay="0"/>
                                          </p:stCondLst>
                                        </p:cTn>
                                        <p:tgtEl>
                                          <p:spTgt spid="14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85"/>
                                        </p:tgtEl>
                                        <p:attrNameLst>
                                          <p:attrName>style.visibility</p:attrName>
                                        </p:attrNameLst>
                                      </p:cBhvr>
                                      <p:to>
                                        <p:strVal val="visible"/>
                                      </p:to>
                                    </p:set>
                                    <p:anim calcmode="lin" valueType="num">
                                      <p:cBhvr additive="base">
                                        <p:cTn id="47" dur="500" fill="hold"/>
                                        <p:tgtEl>
                                          <p:spTgt spid="185"/>
                                        </p:tgtEl>
                                        <p:attrNameLst>
                                          <p:attrName>ppt_x</p:attrName>
                                        </p:attrNameLst>
                                      </p:cBhvr>
                                      <p:tavLst>
                                        <p:tav tm="0">
                                          <p:val>
                                            <p:strVal val="#ppt_x"/>
                                          </p:val>
                                        </p:tav>
                                        <p:tav tm="100000">
                                          <p:val>
                                            <p:strVal val="#ppt_x"/>
                                          </p:val>
                                        </p:tav>
                                      </p:tavLst>
                                    </p:anim>
                                    <p:anim calcmode="lin" valueType="num">
                                      <p:cBhvr additive="base">
                                        <p:cTn id="48" dur="500" fill="hold"/>
                                        <p:tgtEl>
                                          <p:spTgt spid="185"/>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86"/>
                                        </p:tgtEl>
                                        <p:attrNameLst>
                                          <p:attrName>style.visibility</p:attrName>
                                        </p:attrNameLst>
                                      </p:cBhvr>
                                      <p:to>
                                        <p:strVal val="visible"/>
                                      </p:to>
                                    </p:set>
                                    <p:anim calcmode="lin" valueType="num">
                                      <p:cBhvr additive="base">
                                        <p:cTn id="51" dur="500" fill="hold"/>
                                        <p:tgtEl>
                                          <p:spTgt spid="186"/>
                                        </p:tgtEl>
                                        <p:attrNameLst>
                                          <p:attrName>ppt_x</p:attrName>
                                        </p:attrNameLst>
                                      </p:cBhvr>
                                      <p:tavLst>
                                        <p:tav tm="0">
                                          <p:val>
                                            <p:strVal val="#ppt_x"/>
                                          </p:val>
                                        </p:tav>
                                        <p:tav tm="100000">
                                          <p:val>
                                            <p:strVal val="#ppt_x"/>
                                          </p:val>
                                        </p:tav>
                                      </p:tavLst>
                                    </p:anim>
                                    <p:anim calcmode="lin" valueType="num">
                                      <p:cBhvr additive="base">
                                        <p:cTn id="52" dur="500" fill="hold"/>
                                        <p:tgtEl>
                                          <p:spTgt spid="186"/>
                                        </p:tgtEl>
                                        <p:attrNameLst>
                                          <p:attrName>ppt_y</p:attrName>
                                        </p:attrNameLst>
                                      </p:cBhvr>
                                      <p:tavLst>
                                        <p:tav tm="0">
                                          <p:val>
                                            <p:strVal val="1+#ppt_h/2"/>
                                          </p:val>
                                        </p:tav>
                                        <p:tav tm="100000">
                                          <p:val>
                                            <p:strVal val="#ppt_y"/>
                                          </p:val>
                                        </p:tav>
                                      </p:tavLst>
                                    </p:anim>
                                  </p:childTnLst>
                                </p:cTn>
                              </p:par>
                              <p:par>
                                <p:cTn id="53" presetID="1" presetClass="entr" presetSubtype="0" fill="hold" nodeType="withEffect">
                                  <p:stCondLst>
                                    <p:cond delay="0"/>
                                  </p:stCondLst>
                                  <p:childTnLst>
                                    <p:set>
                                      <p:cBhvr>
                                        <p:cTn id="54" dur="1" fill="hold">
                                          <p:stCondLst>
                                            <p:cond delay="0"/>
                                          </p:stCondLst>
                                        </p:cTn>
                                        <p:tgtEl>
                                          <p:spTgt spid="15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7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8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1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139" grpId="0" animBg="1"/>
      <p:bldP spid="17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D60EF-AA46-8BD8-860C-E696985A2394}"/>
              </a:ext>
            </a:extLst>
          </p:cNvPr>
          <p:cNvSpPr>
            <a:spLocks noGrp="1"/>
          </p:cNvSpPr>
          <p:nvPr>
            <p:ph type="title"/>
          </p:nvPr>
        </p:nvSpPr>
        <p:spPr/>
        <p:txBody>
          <a:bodyPr>
            <a:normAutofit fontScale="90000"/>
          </a:bodyPr>
          <a:lstStyle/>
          <a:p>
            <a:r>
              <a:rPr lang="en-ES" dirty="0"/>
              <a:t>Video here: </a:t>
            </a:r>
            <a:r>
              <a:rPr lang="en-GB" dirty="0">
                <a:hlinkClick r:id="rId2"/>
              </a:rPr>
              <a:t>https://braincircuitsbehaviorlab.github.io/village/_static/video.m4v</a:t>
            </a:r>
            <a:br>
              <a:rPr lang="en-GB" dirty="0"/>
            </a:br>
            <a:endParaRPr lang="en-ES" dirty="0"/>
          </a:p>
        </p:txBody>
      </p:sp>
      <p:pic>
        <p:nvPicPr>
          <p:cNvPr id="4" name="Picture 3">
            <a:extLst>
              <a:ext uri="{FF2B5EF4-FFF2-40B4-BE49-F238E27FC236}">
                <a16:creationId xmlns:a16="http://schemas.microsoft.com/office/drawing/2014/main" id="{2693A150-9E82-A08A-CAF7-08C92C446E65}"/>
              </a:ext>
            </a:extLst>
          </p:cNvPr>
          <p:cNvPicPr>
            <a:picLocks noChangeAspect="1"/>
          </p:cNvPicPr>
          <p:nvPr/>
        </p:nvPicPr>
        <p:blipFill>
          <a:blip r:embed="rId3"/>
          <a:stretch>
            <a:fillRect/>
          </a:stretch>
        </p:blipFill>
        <p:spPr>
          <a:xfrm>
            <a:off x="2143592" y="1934949"/>
            <a:ext cx="4403361" cy="1893509"/>
          </a:xfrm>
          <a:prstGeom prst="rect">
            <a:avLst/>
          </a:prstGeom>
        </p:spPr>
      </p:pic>
    </p:spTree>
    <p:extLst>
      <p:ext uri="{BB962C8B-B14F-4D97-AF65-F5344CB8AC3E}">
        <p14:creationId xmlns:p14="http://schemas.microsoft.com/office/powerpoint/2010/main" val="3514217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6" name="Google Shape;146;p22"/>
          <p:cNvSpPr txBox="1"/>
          <p:nvPr/>
        </p:nvSpPr>
        <p:spPr>
          <a:xfrm>
            <a:off x="538820" y="632250"/>
            <a:ext cx="28866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sz="2500" b="1" dirty="0">
                <a:solidFill>
                  <a:schemeClr val="dk1"/>
                </a:solidFill>
                <a:latin typeface="Roboto" panose="02000000000000000000" pitchFamily="2" charset="0"/>
                <a:ea typeface="Roboto" panose="02000000000000000000" pitchFamily="2" charset="0"/>
                <a:cs typeface="Roboto" panose="02000000000000000000" pitchFamily="2" charset="0"/>
              </a:rPr>
              <a:t>Remote control</a:t>
            </a:r>
            <a:endParaRPr sz="2500" b="1"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
        <p:nvSpPr>
          <p:cNvPr id="147" name="Google Shape;147;p22"/>
          <p:cNvSpPr txBox="1"/>
          <p:nvPr/>
        </p:nvSpPr>
        <p:spPr>
          <a:xfrm>
            <a:off x="6397036" y="632250"/>
            <a:ext cx="2179800" cy="5694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ca" sz="2500" b="1" dirty="0">
                <a:solidFill>
                  <a:schemeClr val="dk1"/>
                </a:solidFill>
                <a:latin typeface="Roboto" panose="02000000000000000000" pitchFamily="2" charset="0"/>
                <a:ea typeface="Roboto" panose="02000000000000000000" pitchFamily="2" charset="0"/>
                <a:cs typeface="Roboto" panose="02000000000000000000" pitchFamily="2" charset="0"/>
              </a:rPr>
              <a:t>Open source</a:t>
            </a:r>
            <a:endParaRPr sz="2500" b="1" dirty="0">
              <a:latin typeface="Roboto" panose="02000000000000000000" pitchFamily="2" charset="0"/>
              <a:ea typeface="Roboto" panose="02000000000000000000" pitchFamily="2" charset="0"/>
              <a:cs typeface="Roboto" panose="02000000000000000000" pitchFamily="2" charset="0"/>
            </a:endParaRPr>
          </a:p>
        </p:txBody>
      </p:sp>
      <p:sp>
        <p:nvSpPr>
          <p:cNvPr id="149" name="Google Shape;149;p22"/>
          <p:cNvSpPr txBox="1"/>
          <p:nvPr/>
        </p:nvSpPr>
        <p:spPr>
          <a:xfrm>
            <a:off x="3856843" y="632250"/>
            <a:ext cx="1566600" cy="5694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ca" sz="2500" b="1" dirty="0">
                <a:solidFill>
                  <a:schemeClr val="dk1"/>
                </a:solidFill>
                <a:latin typeface="Roboto" panose="02000000000000000000" pitchFamily="2" charset="0"/>
                <a:ea typeface="Roboto" panose="02000000000000000000" pitchFamily="2" charset="0"/>
                <a:cs typeface="Roboto" panose="02000000000000000000" pitchFamily="2" charset="0"/>
              </a:rPr>
              <a:t>Modular</a:t>
            </a:r>
            <a:endParaRPr sz="2500" b="1" dirty="0">
              <a:latin typeface="Roboto" panose="02000000000000000000" pitchFamily="2" charset="0"/>
              <a:ea typeface="Roboto" panose="02000000000000000000" pitchFamily="2" charset="0"/>
              <a:cs typeface="Roboto" panose="02000000000000000000" pitchFamily="2" charset="0"/>
            </a:endParaRPr>
          </a:p>
        </p:txBody>
      </p:sp>
      <p:grpSp>
        <p:nvGrpSpPr>
          <p:cNvPr id="3" name="Group 2">
            <a:extLst>
              <a:ext uri="{FF2B5EF4-FFF2-40B4-BE49-F238E27FC236}">
                <a16:creationId xmlns:a16="http://schemas.microsoft.com/office/drawing/2014/main" id="{A3711996-E413-97F5-32DF-1EA927EC62A1}"/>
              </a:ext>
            </a:extLst>
          </p:cNvPr>
          <p:cNvGrpSpPr/>
          <p:nvPr/>
        </p:nvGrpSpPr>
        <p:grpSpPr>
          <a:xfrm>
            <a:off x="572863" y="1548196"/>
            <a:ext cx="8141343" cy="1659936"/>
            <a:chOff x="311871" y="1587114"/>
            <a:chExt cx="9342616" cy="1904861"/>
          </a:xfrm>
        </p:grpSpPr>
        <p:pic>
          <p:nvPicPr>
            <p:cNvPr id="145" name="Google Shape;145;p22"/>
            <p:cNvPicPr preferRelativeResize="0"/>
            <p:nvPr/>
          </p:nvPicPr>
          <p:blipFill>
            <a:blip r:embed="rId3">
              <a:alphaModFix/>
            </a:blip>
            <a:stretch>
              <a:fillRect/>
            </a:stretch>
          </p:blipFill>
          <p:spPr>
            <a:xfrm>
              <a:off x="7785385" y="2445275"/>
              <a:ext cx="1869102" cy="1046700"/>
            </a:xfrm>
            <a:prstGeom prst="rect">
              <a:avLst/>
            </a:prstGeom>
            <a:noFill/>
            <a:ln>
              <a:noFill/>
            </a:ln>
          </p:spPr>
        </p:pic>
        <p:grpSp>
          <p:nvGrpSpPr>
            <p:cNvPr id="2" name="Group 1">
              <a:extLst>
                <a:ext uri="{FF2B5EF4-FFF2-40B4-BE49-F238E27FC236}">
                  <a16:creationId xmlns:a16="http://schemas.microsoft.com/office/drawing/2014/main" id="{0E9D4E17-EBE7-1C47-E90A-1EA98EEF647D}"/>
                </a:ext>
              </a:extLst>
            </p:cNvPr>
            <p:cNvGrpSpPr/>
            <p:nvPr/>
          </p:nvGrpSpPr>
          <p:grpSpPr>
            <a:xfrm>
              <a:off x="311871" y="1587114"/>
              <a:ext cx="7955343" cy="1840430"/>
              <a:chOff x="311871" y="1587114"/>
              <a:chExt cx="7955343" cy="1840430"/>
            </a:xfrm>
          </p:grpSpPr>
          <p:pic>
            <p:nvPicPr>
              <p:cNvPr id="150" name="Google Shape;150;p22" title="modular.png"/>
              <p:cNvPicPr preferRelativeResize="0"/>
              <p:nvPr/>
            </p:nvPicPr>
            <p:blipFill>
              <a:blip r:embed="rId4">
                <a:alphaModFix/>
              </a:blip>
              <a:stretch>
                <a:fillRect/>
              </a:stretch>
            </p:blipFill>
            <p:spPr>
              <a:xfrm>
                <a:off x="4113821" y="1587114"/>
                <a:ext cx="1566600" cy="1840430"/>
              </a:xfrm>
              <a:prstGeom prst="rect">
                <a:avLst/>
              </a:prstGeom>
              <a:noFill/>
              <a:ln>
                <a:noFill/>
              </a:ln>
            </p:spPr>
          </p:pic>
          <p:pic>
            <p:nvPicPr>
              <p:cNvPr id="151" name="Google Shape;151;p22">
                <a:hlinkClick r:id="rId5"/>
              </p:cNvPr>
              <p:cNvPicPr preferRelativeResize="0"/>
              <p:nvPr/>
            </p:nvPicPr>
            <p:blipFill>
              <a:blip r:embed="rId6">
                <a:alphaModFix/>
              </a:blip>
              <a:stretch>
                <a:fillRect/>
              </a:stretch>
            </p:blipFill>
            <p:spPr>
              <a:xfrm>
                <a:off x="311871" y="1612050"/>
                <a:ext cx="1566601" cy="1566600"/>
              </a:xfrm>
              <a:prstGeom prst="rect">
                <a:avLst/>
              </a:prstGeom>
              <a:noFill/>
              <a:ln>
                <a:noFill/>
              </a:ln>
            </p:spPr>
          </p:pic>
          <p:pic>
            <p:nvPicPr>
              <p:cNvPr id="152" name="Google Shape;152;p22"/>
              <p:cNvPicPr preferRelativeResize="0"/>
              <p:nvPr/>
            </p:nvPicPr>
            <p:blipFill>
              <a:blip r:embed="rId7">
                <a:alphaModFix/>
              </a:blip>
              <a:stretch>
                <a:fillRect/>
              </a:stretch>
            </p:blipFill>
            <p:spPr>
              <a:xfrm>
                <a:off x="1878470" y="1737202"/>
                <a:ext cx="1316326" cy="1316296"/>
              </a:xfrm>
              <a:prstGeom prst="rect">
                <a:avLst/>
              </a:prstGeom>
              <a:noFill/>
              <a:ln>
                <a:noFill/>
              </a:ln>
            </p:spPr>
          </p:pic>
          <p:pic>
            <p:nvPicPr>
              <p:cNvPr id="154" name="Google Shape;154;p22">
                <a:hlinkClick r:id="rId8"/>
              </p:cNvPr>
              <p:cNvPicPr preferRelativeResize="0"/>
              <p:nvPr/>
            </p:nvPicPr>
            <p:blipFill>
              <a:blip r:embed="rId9">
                <a:alphaModFix/>
              </a:blip>
              <a:stretch>
                <a:fillRect/>
              </a:stretch>
            </p:blipFill>
            <p:spPr>
              <a:xfrm>
                <a:off x="7119262" y="1612050"/>
                <a:ext cx="1147952" cy="1147975"/>
              </a:xfrm>
              <a:prstGeom prst="rect">
                <a:avLst/>
              </a:prstGeom>
              <a:noFill/>
              <a:ln>
                <a:noFill/>
              </a:ln>
            </p:spPr>
          </p:pic>
        </p:grpSp>
      </p:grpSp>
      <p:sp>
        <p:nvSpPr>
          <p:cNvPr id="155" name="Google Shape;155;p22"/>
          <p:cNvSpPr/>
          <p:nvPr/>
        </p:nvSpPr>
        <p:spPr>
          <a:xfrm>
            <a:off x="3175"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Google Shape;153;p22" title="telegram.png">
            <a:hlinkClick r:id="rId10" action="ppaction://hlinkfile"/>
          </p:cNvPr>
          <p:cNvPicPr preferRelativeResize="0"/>
          <p:nvPr/>
        </p:nvPicPr>
        <p:blipFill>
          <a:blip r:embed="rId11">
            <a:alphaModFix/>
          </a:blip>
          <a:stretch>
            <a:fillRect/>
          </a:stretch>
        </p:blipFill>
        <p:spPr>
          <a:xfrm>
            <a:off x="2272385" y="2064675"/>
            <a:ext cx="424600" cy="3257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159"/>
        <p:cNvGrpSpPr/>
        <p:nvPr/>
      </p:nvGrpSpPr>
      <p:grpSpPr>
        <a:xfrm>
          <a:off x="0" y="0"/>
          <a:ext cx="0" cy="0"/>
          <a:chOff x="0" y="0"/>
          <a:chExt cx="0" cy="0"/>
        </a:xfrm>
      </p:grpSpPr>
      <p:pic>
        <p:nvPicPr>
          <p:cNvPr id="2" name="Picture 1">
            <a:extLst>
              <a:ext uri="{FF2B5EF4-FFF2-40B4-BE49-F238E27FC236}">
                <a16:creationId xmlns:a16="http://schemas.microsoft.com/office/drawing/2014/main" id="{31738010-EBBC-FDB8-8F30-83564D17BADA}"/>
              </a:ext>
            </a:extLst>
          </p:cNvPr>
          <p:cNvPicPr>
            <a:picLocks noChangeAspect="1"/>
          </p:cNvPicPr>
          <p:nvPr/>
        </p:nvPicPr>
        <p:blipFill>
          <a:blip r:embed="rId3"/>
          <a:srcRect l="2840" t="63754" b="3672"/>
          <a:stretch>
            <a:fillRect/>
          </a:stretch>
        </p:blipFill>
        <p:spPr>
          <a:xfrm>
            <a:off x="688773" y="0"/>
            <a:ext cx="7766453" cy="36833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159">
          <a:extLst>
            <a:ext uri="{FF2B5EF4-FFF2-40B4-BE49-F238E27FC236}">
              <a16:creationId xmlns:a16="http://schemas.microsoft.com/office/drawing/2014/main" id="{94787A66-7EC3-6B7D-30AD-A36221408A8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F8E4540-04C8-1D8A-8097-1AEA12E6D87F}"/>
              </a:ext>
            </a:extLst>
          </p:cNvPr>
          <p:cNvPicPr>
            <a:picLocks noChangeAspect="1"/>
          </p:cNvPicPr>
          <p:nvPr/>
        </p:nvPicPr>
        <p:blipFill>
          <a:blip r:embed="rId3"/>
          <a:srcRect l="2840" t="63754" b="3672"/>
          <a:stretch>
            <a:fillRect/>
          </a:stretch>
        </p:blipFill>
        <p:spPr>
          <a:xfrm>
            <a:off x="688773" y="0"/>
            <a:ext cx="7766453" cy="3683316"/>
          </a:xfrm>
          <a:prstGeom prst="rect">
            <a:avLst/>
          </a:prstGeom>
        </p:spPr>
      </p:pic>
      <p:pic>
        <p:nvPicPr>
          <p:cNvPr id="4" name="Picture 3">
            <a:extLst>
              <a:ext uri="{FF2B5EF4-FFF2-40B4-BE49-F238E27FC236}">
                <a16:creationId xmlns:a16="http://schemas.microsoft.com/office/drawing/2014/main" id="{D94A3500-32D7-9357-3516-5DB3FEFFA897}"/>
              </a:ext>
            </a:extLst>
          </p:cNvPr>
          <p:cNvPicPr>
            <a:picLocks noChangeAspect="1"/>
          </p:cNvPicPr>
          <p:nvPr/>
        </p:nvPicPr>
        <p:blipFill>
          <a:blip r:embed="rId4"/>
          <a:srcRect b="75713"/>
          <a:stretch>
            <a:fillRect/>
          </a:stretch>
        </p:blipFill>
        <p:spPr>
          <a:xfrm>
            <a:off x="693419" y="2817018"/>
            <a:ext cx="7474110" cy="1476852"/>
          </a:xfrm>
          <a:prstGeom prst="rect">
            <a:avLst/>
          </a:prstGeom>
        </p:spPr>
      </p:pic>
    </p:spTree>
    <p:extLst>
      <p:ext uri="{BB962C8B-B14F-4D97-AF65-F5344CB8AC3E}">
        <p14:creationId xmlns:p14="http://schemas.microsoft.com/office/powerpoint/2010/main" val="1930573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159">
          <a:extLst>
            <a:ext uri="{FF2B5EF4-FFF2-40B4-BE49-F238E27FC236}">
              <a16:creationId xmlns:a16="http://schemas.microsoft.com/office/drawing/2014/main" id="{BED57514-139F-0298-8DC5-8D3523446B2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C19DBEE-1DAA-5D47-D1CB-25D8C5251063}"/>
              </a:ext>
            </a:extLst>
          </p:cNvPr>
          <p:cNvPicPr>
            <a:picLocks noChangeAspect="1"/>
          </p:cNvPicPr>
          <p:nvPr/>
        </p:nvPicPr>
        <p:blipFill>
          <a:blip r:embed="rId3"/>
          <a:srcRect l="2840" t="63754" b="3672"/>
          <a:stretch>
            <a:fillRect/>
          </a:stretch>
        </p:blipFill>
        <p:spPr>
          <a:xfrm>
            <a:off x="688773" y="0"/>
            <a:ext cx="7766453" cy="3683316"/>
          </a:xfrm>
          <a:prstGeom prst="rect">
            <a:avLst/>
          </a:prstGeom>
        </p:spPr>
      </p:pic>
      <p:pic>
        <p:nvPicPr>
          <p:cNvPr id="4" name="Picture 3">
            <a:extLst>
              <a:ext uri="{FF2B5EF4-FFF2-40B4-BE49-F238E27FC236}">
                <a16:creationId xmlns:a16="http://schemas.microsoft.com/office/drawing/2014/main" id="{285D23CB-8B42-DB4B-F549-D8D0381563E3}"/>
              </a:ext>
            </a:extLst>
          </p:cNvPr>
          <p:cNvPicPr>
            <a:picLocks noChangeAspect="1"/>
          </p:cNvPicPr>
          <p:nvPr/>
        </p:nvPicPr>
        <p:blipFill>
          <a:blip r:embed="rId4"/>
          <a:srcRect t="24436" b="52381"/>
          <a:stretch>
            <a:fillRect/>
          </a:stretch>
        </p:blipFill>
        <p:spPr>
          <a:xfrm>
            <a:off x="701039" y="2819400"/>
            <a:ext cx="7474110" cy="1409700"/>
          </a:xfrm>
          <a:prstGeom prst="rect">
            <a:avLst/>
          </a:prstGeom>
        </p:spPr>
      </p:pic>
    </p:spTree>
    <p:extLst>
      <p:ext uri="{BB962C8B-B14F-4D97-AF65-F5344CB8AC3E}">
        <p14:creationId xmlns:p14="http://schemas.microsoft.com/office/powerpoint/2010/main" val="217733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24"/>
          <p:cNvSpPr txBox="1">
            <a:spLocks noGrp="1"/>
          </p:cNvSpPr>
          <p:nvPr>
            <p:ph type="title" idx="4294967295"/>
          </p:nvPr>
        </p:nvSpPr>
        <p:spPr>
          <a:xfrm>
            <a:off x="311700" y="2164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ca" b="1" dirty="0">
                <a:latin typeface="Roboto" panose="02000000000000000000" pitchFamily="2" charset="0"/>
                <a:ea typeface="Roboto" panose="02000000000000000000" pitchFamily="2" charset="0"/>
                <a:cs typeface="Roboto" panose="02000000000000000000" pitchFamily="2" charset="0"/>
              </a:rPr>
              <a:t>Efficient and balanced access to the operant box</a:t>
            </a:r>
            <a:endParaRPr b="1" dirty="0">
              <a:latin typeface="Roboto" panose="02000000000000000000" pitchFamily="2" charset="0"/>
              <a:ea typeface="Roboto" panose="02000000000000000000" pitchFamily="2" charset="0"/>
              <a:cs typeface="Roboto" panose="02000000000000000000" pitchFamily="2" charset="0"/>
            </a:endParaRPr>
          </a:p>
          <a:p>
            <a:pPr marL="0" lvl="0" indent="0" algn="ctr"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dirty="0"/>
          </a:p>
        </p:txBody>
      </p:sp>
      <p:sp>
        <p:nvSpPr>
          <p:cNvPr id="2" name="Rectangle 1">
            <a:extLst>
              <a:ext uri="{FF2B5EF4-FFF2-40B4-BE49-F238E27FC236}">
                <a16:creationId xmlns:a16="http://schemas.microsoft.com/office/drawing/2014/main" id="{84BFD371-5E8C-61FD-3C08-5AC46FD555BB}"/>
              </a:ext>
            </a:extLst>
          </p:cNvPr>
          <p:cNvSpPr/>
          <p:nvPr/>
        </p:nvSpPr>
        <p:spPr>
          <a:xfrm>
            <a:off x="267450" y="1123415"/>
            <a:ext cx="268910" cy="2008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599808C-BA4D-8913-DD71-39C4C3F6FDA1}"/>
              </a:ext>
            </a:extLst>
          </p:cNvPr>
          <p:cNvSpPr/>
          <p:nvPr/>
        </p:nvSpPr>
        <p:spPr>
          <a:xfrm>
            <a:off x="212075" y="3228686"/>
            <a:ext cx="268910" cy="2008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0F6722F-DC23-9A62-7C95-DA8539332208}"/>
              </a:ext>
            </a:extLst>
          </p:cNvPr>
          <p:cNvSpPr/>
          <p:nvPr/>
        </p:nvSpPr>
        <p:spPr>
          <a:xfrm>
            <a:off x="7679675" y="1109965"/>
            <a:ext cx="1287080" cy="235735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FCDEA60-53D2-8ED7-9DE1-8A0B843769A4}"/>
              </a:ext>
            </a:extLst>
          </p:cNvPr>
          <p:cNvPicPr>
            <a:picLocks noChangeAspect="1"/>
          </p:cNvPicPr>
          <p:nvPr/>
        </p:nvPicPr>
        <p:blipFill>
          <a:blip r:embed="rId3"/>
          <a:srcRect b="72741"/>
          <a:stretch>
            <a:fillRect/>
          </a:stretch>
        </p:blipFill>
        <p:spPr>
          <a:xfrm>
            <a:off x="346530" y="989976"/>
            <a:ext cx="8692493" cy="3351738"/>
          </a:xfrm>
          <a:prstGeom prst="rect">
            <a:avLst/>
          </a:prstGeom>
        </p:spPr>
      </p:pic>
      <p:sp>
        <p:nvSpPr>
          <p:cNvPr id="7" name="Rectangle 6">
            <a:extLst>
              <a:ext uri="{FF2B5EF4-FFF2-40B4-BE49-F238E27FC236}">
                <a16:creationId xmlns:a16="http://schemas.microsoft.com/office/drawing/2014/main" id="{714DCE53-5628-75BB-7BFB-53194CAA962A}"/>
              </a:ext>
            </a:extLst>
          </p:cNvPr>
          <p:cNvSpPr/>
          <p:nvPr/>
        </p:nvSpPr>
        <p:spPr>
          <a:xfrm>
            <a:off x="161014" y="3353616"/>
            <a:ext cx="8878009" cy="1333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4B87AAB1-07FA-E88B-1427-991F5751BAE1}"/>
              </a:ext>
            </a:extLst>
          </p:cNvPr>
          <p:cNvPicPr>
            <a:picLocks noChangeAspect="1"/>
          </p:cNvPicPr>
          <p:nvPr/>
        </p:nvPicPr>
        <p:blipFill>
          <a:blip r:embed="rId3"/>
          <a:srcRect l="6358" t="24849" r="17377" b="73817"/>
          <a:stretch>
            <a:fillRect/>
          </a:stretch>
        </p:blipFill>
        <p:spPr>
          <a:xfrm>
            <a:off x="906781" y="3099034"/>
            <a:ext cx="6629400" cy="164053"/>
          </a:xfrm>
          <a:prstGeom prst="rect">
            <a:avLst/>
          </a:prstGeom>
        </p:spPr>
      </p:pic>
      <p:sp>
        <p:nvSpPr>
          <p:cNvPr id="10" name="Rectangle 9">
            <a:extLst>
              <a:ext uri="{FF2B5EF4-FFF2-40B4-BE49-F238E27FC236}">
                <a16:creationId xmlns:a16="http://schemas.microsoft.com/office/drawing/2014/main" id="{FA83F115-7680-EAD9-250B-8ABAD5E86A0A}"/>
              </a:ext>
            </a:extLst>
          </p:cNvPr>
          <p:cNvSpPr/>
          <p:nvPr/>
        </p:nvSpPr>
        <p:spPr>
          <a:xfrm>
            <a:off x="401905" y="1035050"/>
            <a:ext cx="213535" cy="2892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91526CF-BF90-81D8-397E-9F5F8135673A}"/>
              </a:ext>
            </a:extLst>
          </p:cNvPr>
          <p:cNvSpPr/>
          <p:nvPr/>
        </p:nvSpPr>
        <p:spPr>
          <a:xfrm>
            <a:off x="375995" y="3064400"/>
            <a:ext cx="213535" cy="2892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870D903-E895-7861-D70F-AFBD810B79A8}"/>
              </a:ext>
            </a:extLst>
          </p:cNvPr>
          <p:cNvSpPr/>
          <p:nvPr/>
        </p:nvSpPr>
        <p:spPr>
          <a:xfrm>
            <a:off x="7679675" y="1182534"/>
            <a:ext cx="1117795" cy="23753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Google Shape;205;p28">
            <a:extLst>
              <a:ext uri="{FF2B5EF4-FFF2-40B4-BE49-F238E27FC236}">
                <a16:creationId xmlns:a16="http://schemas.microsoft.com/office/drawing/2014/main" id="{AE42330F-434C-8EEC-A8F3-9A16B4EAFDA9}"/>
              </a:ext>
            </a:extLst>
          </p:cNvPr>
          <p:cNvSpPr/>
          <p:nvPr/>
        </p:nvSpPr>
        <p:spPr>
          <a:xfrm>
            <a:off x="3175"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grpSp>
        <p:nvGrpSpPr>
          <p:cNvPr id="12" name="Group 11">
            <a:extLst>
              <a:ext uri="{FF2B5EF4-FFF2-40B4-BE49-F238E27FC236}">
                <a16:creationId xmlns:a16="http://schemas.microsoft.com/office/drawing/2014/main" id="{DF7DE2C5-8A0A-6A4D-AE42-E663272AB1A5}"/>
              </a:ext>
            </a:extLst>
          </p:cNvPr>
          <p:cNvGrpSpPr/>
          <p:nvPr/>
        </p:nvGrpSpPr>
        <p:grpSpPr>
          <a:xfrm>
            <a:off x="4292322" y="1569467"/>
            <a:ext cx="2890208" cy="2353395"/>
            <a:chOff x="3333359" y="2903621"/>
            <a:chExt cx="2632766" cy="2143769"/>
          </a:xfrm>
        </p:grpSpPr>
        <p:pic>
          <p:nvPicPr>
            <p:cNvPr id="6" name="Picture 5">
              <a:extLst>
                <a:ext uri="{FF2B5EF4-FFF2-40B4-BE49-F238E27FC236}">
                  <a16:creationId xmlns:a16="http://schemas.microsoft.com/office/drawing/2014/main" id="{357D5B19-9CF0-7181-5333-6B1F4F86AE0B}"/>
                </a:ext>
              </a:extLst>
            </p:cNvPr>
            <p:cNvPicPr>
              <a:picLocks noChangeAspect="1"/>
            </p:cNvPicPr>
            <p:nvPr/>
          </p:nvPicPr>
          <p:blipFill>
            <a:blip r:embed="rId3"/>
            <a:srcRect l="72248" t="28321" b="55136"/>
            <a:stretch>
              <a:fillRect/>
            </a:stretch>
          </p:blipFill>
          <p:spPr>
            <a:xfrm>
              <a:off x="3511568" y="2977704"/>
              <a:ext cx="2454557" cy="2069686"/>
            </a:xfrm>
            <a:prstGeom prst="rect">
              <a:avLst/>
            </a:prstGeom>
          </p:spPr>
        </p:pic>
        <p:sp>
          <p:nvSpPr>
            <p:cNvPr id="11" name="Rectangle 10">
              <a:extLst>
                <a:ext uri="{FF2B5EF4-FFF2-40B4-BE49-F238E27FC236}">
                  <a16:creationId xmlns:a16="http://schemas.microsoft.com/office/drawing/2014/main" id="{B20F38EB-32AE-4C4A-6A6C-B14FD6CDC420}"/>
                </a:ext>
              </a:extLst>
            </p:cNvPr>
            <p:cNvSpPr/>
            <p:nvPr/>
          </p:nvSpPr>
          <p:spPr>
            <a:xfrm>
              <a:off x="3333359" y="2903621"/>
              <a:ext cx="260020" cy="2467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a:extLst>
              <a:ext uri="{FF2B5EF4-FFF2-40B4-BE49-F238E27FC236}">
                <a16:creationId xmlns:a16="http://schemas.microsoft.com/office/drawing/2014/main" id="{5D950859-C7BB-CBE1-130B-BB76E6999481}"/>
              </a:ext>
            </a:extLst>
          </p:cNvPr>
          <p:cNvGrpSpPr/>
          <p:nvPr/>
        </p:nvGrpSpPr>
        <p:grpSpPr>
          <a:xfrm>
            <a:off x="1717899" y="1355699"/>
            <a:ext cx="2254770" cy="2205042"/>
            <a:chOff x="1340533" y="1635750"/>
            <a:chExt cx="1962887" cy="1919596"/>
          </a:xfrm>
        </p:grpSpPr>
        <p:grpSp>
          <p:nvGrpSpPr>
            <p:cNvPr id="13" name="Group 12">
              <a:extLst>
                <a:ext uri="{FF2B5EF4-FFF2-40B4-BE49-F238E27FC236}">
                  <a16:creationId xmlns:a16="http://schemas.microsoft.com/office/drawing/2014/main" id="{F7C44A7B-9A09-C9C7-4521-05068DFAABBE}"/>
                </a:ext>
              </a:extLst>
            </p:cNvPr>
            <p:cNvGrpSpPr/>
            <p:nvPr/>
          </p:nvGrpSpPr>
          <p:grpSpPr>
            <a:xfrm>
              <a:off x="1340533" y="1635750"/>
              <a:ext cx="1876060" cy="327541"/>
              <a:chOff x="2902891" y="771343"/>
              <a:chExt cx="1876060" cy="327541"/>
            </a:xfrm>
          </p:grpSpPr>
          <p:sp>
            <p:nvSpPr>
              <p:cNvPr id="9" name="Rectangle 8">
                <a:extLst>
                  <a:ext uri="{FF2B5EF4-FFF2-40B4-BE49-F238E27FC236}">
                    <a16:creationId xmlns:a16="http://schemas.microsoft.com/office/drawing/2014/main" id="{47C4BCEC-9631-24F5-006A-BC13FFD9F2E7}"/>
                  </a:ext>
                </a:extLst>
              </p:cNvPr>
              <p:cNvSpPr/>
              <p:nvPr/>
            </p:nvSpPr>
            <p:spPr>
              <a:xfrm>
                <a:off x="2902891" y="789125"/>
                <a:ext cx="305530" cy="3097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D6A9E99-DED2-59CB-D948-9289B8C30B73}"/>
                  </a:ext>
                </a:extLst>
              </p:cNvPr>
              <p:cNvSpPr/>
              <p:nvPr/>
            </p:nvSpPr>
            <p:spPr>
              <a:xfrm>
                <a:off x="4473421" y="771343"/>
                <a:ext cx="305530" cy="3097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ctangle 1">
              <a:extLst>
                <a:ext uri="{FF2B5EF4-FFF2-40B4-BE49-F238E27FC236}">
                  <a16:creationId xmlns:a16="http://schemas.microsoft.com/office/drawing/2014/main" id="{F8D715EB-D39D-6658-AB90-4E40D151ABCB}"/>
                </a:ext>
              </a:extLst>
            </p:cNvPr>
            <p:cNvSpPr/>
            <p:nvPr/>
          </p:nvSpPr>
          <p:spPr>
            <a:xfrm>
              <a:off x="3080021" y="2338798"/>
              <a:ext cx="223399" cy="12165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7" name="Picture 16">
            <a:extLst>
              <a:ext uri="{FF2B5EF4-FFF2-40B4-BE49-F238E27FC236}">
                <a16:creationId xmlns:a16="http://schemas.microsoft.com/office/drawing/2014/main" id="{00BCC4DB-BAA4-5940-C14D-21163AB5AB6F}"/>
              </a:ext>
            </a:extLst>
          </p:cNvPr>
          <p:cNvPicPr>
            <a:picLocks noChangeAspect="1"/>
          </p:cNvPicPr>
          <p:nvPr/>
        </p:nvPicPr>
        <p:blipFill>
          <a:blip r:embed="rId3"/>
          <a:srcRect l="14928" t="37515" r="70143" b="58538"/>
          <a:stretch>
            <a:fillRect/>
          </a:stretch>
        </p:blipFill>
        <p:spPr>
          <a:xfrm>
            <a:off x="2725308" y="1235513"/>
            <a:ext cx="1357864" cy="507803"/>
          </a:xfrm>
          <a:prstGeom prst="rect">
            <a:avLst/>
          </a:prstGeom>
        </p:spPr>
      </p:pic>
      <p:grpSp>
        <p:nvGrpSpPr>
          <p:cNvPr id="18" name="Group 17">
            <a:extLst>
              <a:ext uri="{FF2B5EF4-FFF2-40B4-BE49-F238E27FC236}">
                <a16:creationId xmlns:a16="http://schemas.microsoft.com/office/drawing/2014/main" id="{E25F33F1-8FD1-DA83-CEA1-6B91037D31C8}"/>
              </a:ext>
            </a:extLst>
          </p:cNvPr>
          <p:cNvGrpSpPr/>
          <p:nvPr/>
        </p:nvGrpSpPr>
        <p:grpSpPr>
          <a:xfrm>
            <a:off x="1640631" y="1723863"/>
            <a:ext cx="2771349" cy="2199000"/>
            <a:chOff x="638981" y="3036242"/>
            <a:chExt cx="2524495" cy="2003127"/>
          </a:xfrm>
        </p:grpSpPr>
        <p:pic>
          <p:nvPicPr>
            <p:cNvPr id="19" name="Picture 18">
              <a:extLst>
                <a:ext uri="{FF2B5EF4-FFF2-40B4-BE49-F238E27FC236}">
                  <a16:creationId xmlns:a16="http://schemas.microsoft.com/office/drawing/2014/main" id="{72E11280-75D4-70DC-428A-D18428666FCF}"/>
                </a:ext>
              </a:extLst>
            </p:cNvPr>
            <p:cNvPicPr>
              <a:picLocks noChangeAspect="1"/>
            </p:cNvPicPr>
            <p:nvPr/>
          </p:nvPicPr>
          <p:blipFill>
            <a:blip r:embed="rId3"/>
            <a:srcRect t="28852" r="71457" b="55136"/>
            <a:stretch>
              <a:fillRect/>
            </a:stretch>
          </p:blipFill>
          <p:spPr>
            <a:xfrm>
              <a:off x="638981" y="3036242"/>
              <a:ext cx="2524495" cy="2003127"/>
            </a:xfrm>
            <a:prstGeom prst="rect">
              <a:avLst/>
            </a:prstGeom>
          </p:spPr>
        </p:pic>
        <p:sp>
          <p:nvSpPr>
            <p:cNvPr id="20" name="Rectangle 19">
              <a:extLst>
                <a:ext uri="{FF2B5EF4-FFF2-40B4-BE49-F238E27FC236}">
                  <a16:creationId xmlns:a16="http://schemas.microsoft.com/office/drawing/2014/main" id="{85ED4D34-F72C-AC6C-FAB3-DDDA6636CC31}"/>
                </a:ext>
              </a:extLst>
            </p:cNvPr>
            <p:cNvSpPr/>
            <p:nvPr/>
          </p:nvSpPr>
          <p:spPr>
            <a:xfrm>
              <a:off x="2033948" y="4235117"/>
              <a:ext cx="998010" cy="3162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Google Shape;127;p19">
            <a:extLst>
              <a:ext uri="{FF2B5EF4-FFF2-40B4-BE49-F238E27FC236}">
                <a16:creationId xmlns:a16="http://schemas.microsoft.com/office/drawing/2014/main" id="{7253CFBC-11EC-F221-34DE-97B52ECE8226}"/>
              </a:ext>
            </a:extLst>
          </p:cNvPr>
          <p:cNvSpPr/>
          <p:nvPr/>
        </p:nvSpPr>
        <p:spPr>
          <a:xfrm>
            <a:off x="3175"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6;p24">
            <a:extLst>
              <a:ext uri="{FF2B5EF4-FFF2-40B4-BE49-F238E27FC236}">
                <a16:creationId xmlns:a16="http://schemas.microsoft.com/office/drawing/2014/main" id="{05F93124-5591-A748-3B04-FE98EADCA4BF}"/>
              </a:ext>
            </a:extLst>
          </p:cNvPr>
          <p:cNvSpPr txBox="1">
            <a:spLocks/>
          </p:cNvSpPr>
          <p:nvPr/>
        </p:nvSpPr>
        <p:spPr>
          <a:xfrm>
            <a:off x="311700" y="2164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b="1" dirty="0">
                <a:latin typeface="Roboto" panose="02000000000000000000" pitchFamily="2" charset="0"/>
                <a:ea typeface="Roboto" panose="02000000000000000000" pitchFamily="2" charset="0"/>
                <a:cs typeface="Roboto" panose="02000000000000000000" pitchFamily="2" charset="0"/>
              </a:rPr>
              <a:t>The TV can host large group sizes</a:t>
            </a:r>
          </a:p>
          <a:p>
            <a:pPr algn="ctr"/>
            <a:endParaRPr lang="en-US" b="1" dirty="0"/>
          </a:p>
          <a:p>
            <a:endParaRPr lang="en-US" b="1"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28"/>
          <p:cNvSpPr txBox="1">
            <a:spLocks noGrp="1"/>
          </p:cNvSpPr>
          <p:nvPr>
            <p:ph type="title" idx="4294967295"/>
          </p:nvPr>
        </p:nvSpPr>
        <p:spPr>
          <a:xfrm>
            <a:off x="311700" y="2164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ca" b="1" dirty="0">
                <a:latin typeface="Roboto" panose="02000000000000000000" pitchFamily="2" charset="0"/>
                <a:ea typeface="Roboto" panose="02000000000000000000" pitchFamily="2" charset="0"/>
                <a:cs typeface="Roboto" panose="02000000000000000000" pitchFamily="2" charset="0"/>
              </a:rPr>
              <a:t>Compatible with multiple behavioral paradigms</a:t>
            </a:r>
            <a:endParaRPr b="1" dirty="0">
              <a:latin typeface="Roboto" panose="02000000000000000000" pitchFamily="2" charset="0"/>
              <a:ea typeface="Roboto" panose="02000000000000000000" pitchFamily="2" charset="0"/>
              <a:cs typeface="Roboto" panose="02000000000000000000" pitchFamily="2" charset="0"/>
            </a:endParaRPr>
          </a:p>
          <a:p>
            <a:pPr marL="0" lvl="0" indent="0" algn="l" rtl="0">
              <a:spcBef>
                <a:spcPts val="0"/>
              </a:spcBef>
              <a:spcAft>
                <a:spcPts val="0"/>
              </a:spcAft>
              <a:buNone/>
            </a:pPr>
            <a:endParaRPr b="1" dirty="0"/>
          </a:p>
          <a:p>
            <a:pPr marL="0" lvl="0" indent="0" algn="l" rtl="0">
              <a:spcBef>
                <a:spcPts val="0"/>
              </a:spcBef>
              <a:spcAft>
                <a:spcPts val="0"/>
              </a:spcAft>
              <a:buNone/>
            </a:pPr>
            <a:endParaRPr dirty="0"/>
          </a:p>
        </p:txBody>
      </p:sp>
      <p:sp>
        <p:nvSpPr>
          <p:cNvPr id="205" name="Google Shape;205;p28"/>
          <p:cNvSpPr/>
          <p:nvPr/>
        </p:nvSpPr>
        <p:spPr>
          <a:xfrm>
            <a:off x="3175"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3">
            <a:extLst>
              <a:ext uri="{FF2B5EF4-FFF2-40B4-BE49-F238E27FC236}">
                <a16:creationId xmlns:a16="http://schemas.microsoft.com/office/drawing/2014/main" id="{AE2F52F2-AE3A-7D16-AECB-036BE23A8606}"/>
              </a:ext>
            </a:extLst>
          </p:cNvPr>
          <p:cNvSpPr/>
          <p:nvPr/>
        </p:nvSpPr>
        <p:spPr>
          <a:xfrm>
            <a:off x="4994031" y="1805354"/>
            <a:ext cx="359507" cy="101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A660B56-5390-DDBF-A424-F3C7A5CF3817}"/>
              </a:ext>
            </a:extLst>
          </p:cNvPr>
          <p:cNvSpPr/>
          <p:nvPr/>
        </p:nvSpPr>
        <p:spPr>
          <a:xfrm>
            <a:off x="2794001" y="2286000"/>
            <a:ext cx="175846" cy="742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9EC32D5-7AD4-62B6-00E3-A57B2D9673EC}"/>
              </a:ext>
            </a:extLst>
          </p:cNvPr>
          <p:cNvSpPr/>
          <p:nvPr/>
        </p:nvSpPr>
        <p:spPr>
          <a:xfrm>
            <a:off x="5818603" y="1494661"/>
            <a:ext cx="135507" cy="565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C9A8F7F4-8643-EBE0-2E5F-37FAB0E5E4AE}"/>
              </a:ext>
            </a:extLst>
          </p:cNvPr>
          <p:cNvGrpSpPr/>
          <p:nvPr/>
        </p:nvGrpSpPr>
        <p:grpSpPr>
          <a:xfrm>
            <a:off x="178306" y="1399809"/>
            <a:ext cx="8965694" cy="2315597"/>
            <a:chOff x="178306" y="1399809"/>
            <a:chExt cx="8965694" cy="2315597"/>
          </a:xfrm>
        </p:grpSpPr>
        <p:grpSp>
          <p:nvGrpSpPr>
            <p:cNvPr id="14" name="Group 13">
              <a:extLst>
                <a:ext uri="{FF2B5EF4-FFF2-40B4-BE49-F238E27FC236}">
                  <a16:creationId xmlns:a16="http://schemas.microsoft.com/office/drawing/2014/main" id="{D90B9EB7-956D-F121-2527-AA13F4906B10}"/>
                </a:ext>
              </a:extLst>
            </p:cNvPr>
            <p:cNvGrpSpPr/>
            <p:nvPr/>
          </p:nvGrpSpPr>
          <p:grpSpPr>
            <a:xfrm>
              <a:off x="178306" y="1399809"/>
              <a:ext cx="8965694" cy="2315597"/>
              <a:chOff x="178306" y="1399809"/>
              <a:chExt cx="8965694" cy="2315597"/>
            </a:xfrm>
          </p:grpSpPr>
          <p:grpSp>
            <p:nvGrpSpPr>
              <p:cNvPr id="11" name="Group 10">
                <a:extLst>
                  <a:ext uri="{FF2B5EF4-FFF2-40B4-BE49-F238E27FC236}">
                    <a16:creationId xmlns:a16="http://schemas.microsoft.com/office/drawing/2014/main" id="{7645D5A8-B27A-F468-577C-D3A1FDD3F0EC}"/>
                  </a:ext>
                </a:extLst>
              </p:cNvPr>
              <p:cNvGrpSpPr/>
              <p:nvPr/>
            </p:nvGrpSpPr>
            <p:grpSpPr>
              <a:xfrm>
                <a:off x="178306" y="1399809"/>
                <a:ext cx="8965694" cy="2315597"/>
                <a:chOff x="178306" y="1399809"/>
                <a:chExt cx="8965694" cy="2315597"/>
              </a:xfrm>
            </p:grpSpPr>
            <p:grpSp>
              <p:nvGrpSpPr>
                <p:cNvPr id="9" name="Group 8">
                  <a:extLst>
                    <a:ext uri="{FF2B5EF4-FFF2-40B4-BE49-F238E27FC236}">
                      <a16:creationId xmlns:a16="http://schemas.microsoft.com/office/drawing/2014/main" id="{A0FFC790-3838-8FF5-D502-9E1E7B61F6F2}"/>
                    </a:ext>
                  </a:extLst>
                </p:cNvPr>
                <p:cNvGrpSpPr/>
                <p:nvPr/>
              </p:nvGrpSpPr>
              <p:grpSpPr>
                <a:xfrm>
                  <a:off x="178306" y="1399809"/>
                  <a:ext cx="8965694" cy="2315597"/>
                  <a:chOff x="178306" y="1399809"/>
                  <a:chExt cx="8965694" cy="2315597"/>
                </a:xfrm>
              </p:grpSpPr>
              <p:grpSp>
                <p:nvGrpSpPr>
                  <p:cNvPr id="7" name="Group 6">
                    <a:extLst>
                      <a:ext uri="{FF2B5EF4-FFF2-40B4-BE49-F238E27FC236}">
                        <a16:creationId xmlns:a16="http://schemas.microsoft.com/office/drawing/2014/main" id="{5D534366-C987-6E66-3958-3DF53A703E16}"/>
                      </a:ext>
                    </a:extLst>
                  </p:cNvPr>
                  <p:cNvGrpSpPr/>
                  <p:nvPr/>
                </p:nvGrpSpPr>
                <p:grpSpPr>
                  <a:xfrm>
                    <a:off x="178306" y="1428094"/>
                    <a:ext cx="8965694" cy="2287312"/>
                    <a:chOff x="178306" y="1428094"/>
                    <a:chExt cx="8965694" cy="2287312"/>
                  </a:xfrm>
                </p:grpSpPr>
                <p:pic>
                  <p:nvPicPr>
                    <p:cNvPr id="3" name="Picture 2">
                      <a:extLst>
                        <a:ext uri="{FF2B5EF4-FFF2-40B4-BE49-F238E27FC236}">
                          <a16:creationId xmlns:a16="http://schemas.microsoft.com/office/drawing/2014/main" id="{7948FD5C-1FC3-181D-4E48-CF48F55E9B42}"/>
                        </a:ext>
                      </a:extLst>
                    </p:cNvPr>
                    <p:cNvPicPr>
                      <a:picLocks noChangeAspect="1"/>
                    </p:cNvPicPr>
                    <p:nvPr/>
                  </p:nvPicPr>
                  <p:blipFill>
                    <a:blip r:embed="rId3"/>
                    <a:srcRect l="5375" t="1850" r="2322" b="81503"/>
                    <a:stretch>
                      <a:fillRect/>
                    </a:stretch>
                  </p:blipFill>
                  <p:spPr>
                    <a:xfrm>
                      <a:off x="178306" y="1428094"/>
                      <a:ext cx="8965694" cy="2287312"/>
                    </a:xfrm>
                    <a:prstGeom prst="rect">
                      <a:avLst/>
                    </a:prstGeom>
                  </p:spPr>
                </p:pic>
                <p:sp>
                  <p:nvSpPr>
                    <p:cNvPr id="6" name="Rectangle 5">
                      <a:extLst>
                        <a:ext uri="{FF2B5EF4-FFF2-40B4-BE49-F238E27FC236}">
                          <a16:creationId xmlns:a16="http://schemas.microsoft.com/office/drawing/2014/main" id="{46B69098-872A-1D78-196A-2C00BC1EF58D}"/>
                        </a:ext>
                      </a:extLst>
                    </p:cNvPr>
                    <p:cNvSpPr/>
                    <p:nvPr/>
                  </p:nvSpPr>
                  <p:spPr>
                    <a:xfrm>
                      <a:off x="8257481" y="1906954"/>
                      <a:ext cx="135507" cy="565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7">
                    <a:extLst>
                      <a:ext uri="{FF2B5EF4-FFF2-40B4-BE49-F238E27FC236}">
                        <a16:creationId xmlns:a16="http://schemas.microsoft.com/office/drawing/2014/main" id="{FA49E3A0-06FA-DADB-DC68-543BA452932A}"/>
                      </a:ext>
                    </a:extLst>
                  </p:cNvPr>
                  <p:cNvSpPr/>
                  <p:nvPr/>
                </p:nvSpPr>
                <p:spPr>
                  <a:xfrm>
                    <a:off x="6463557" y="1399809"/>
                    <a:ext cx="135507" cy="565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C085B7BE-1597-666A-C1C1-1DA8F125C75A}"/>
                    </a:ext>
                  </a:extLst>
                </p:cNvPr>
                <p:cNvSpPr/>
                <p:nvPr/>
              </p:nvSpPr>
              <p:spPr>
                <a:xfrm>
                  <a:off x="5106030" y="1850384"/>
                  <a:ext cx="135507" cy="565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87DACB2C-6397-CCE7-2F24-484D46ADE5C1}"/>
                  </a:ext>
                </a:extLst>
              </p:cNvPr>
              <p:cNvSpPr/>
              <p:nvPr/>
            </p:nvSpPr>
            <p:spPr>
              <a:xfrm>
                <a:off x="3606739" y="1410660"/>
                <a:ext cx="135507"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973A8E39-4AC9-A43A-F93B-B955563AC967}"/>
                </a:ext>
              </a:extLst>
            </p:cNvPr>
            <p:cNvSpPr/>
            <p:nvPr/>
          </p:nvSpPr>
          <p:spPr>
            <a:xfrm>
              <a:off x="2802294" y="2331961"/>
              <a:ext cx="140286" cy="949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7"/>
          <p:cNvSpPr/>
          <p:nvPr/>
        </p:nvSpPr>
        <p:spPr>
          <a:xfrm>
            <a:off x="1825" y="0"/>
            <a:ext cx="9144000" cy="526800"/>
          </a:xfrm>
          <a:prstGeom prst="rect">
            <a:avLst/>
          </a:prstGeom>
          <a:solidFill>
            <a:schemeClr val="bg1"/>
          </a:solid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ca" sz="2100" b="1">
                <a:solidFill>
                  <a:srgbClr val="434343"/>
                </a:solidFill>
              </a:rPr>
              <a:t>Multiple-choice delayed-response task</a:t>
            </a:r>
            <a:endParaRPr sz="2100" b="1">
              <a:solidFill>
                <a:srgbClr val="434343"/>
              </a:solidFill>
            </a:endParaRPr>
          </a:p>
        </p:txBody>
      </p:sp>
      <p:pic>
        <p:nvPicPr>
          <p:cNvPr id="253" name="Google Shape;253;p27"/>
          <p:cNvPicPr preferRelativeResize="0"/>
          <p:nvPr/>
        </p:nvPicPr>
        <p:blipFill>
          <a:blip r:embed="rId3">
            <a:alphaModFix/>
          </a:blip>
          <a:stretch>
            <a:fillRect/>
          </a:stretch>
        </p:blipFill>
        <p:spPr>
          <a:xfrm>
            <a:off x="154325" y="1150550"/>
            <a:ext cx="2115250" cy="2879751"/>
          </a:xfrm>
          <a:prstGeom prst="rect">
            <a:avLst/>
          </a:prstGeom>
          <a:noFill/>
          <a:ln>
            <a:noFill/>
          </a:ln>
        </p:spPr>
      </p:pic>
    </p:spTree>
    <p:extLst>
      <p:ext uri="{BB962C8B-B14F-4D97-AF65-F5344CB8AC3E}">
        <p14:creationId xmlns:p14="http://schemas.microsoft.com/office/powerpoint/2010/main" val="4117630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8"/>
          <p:cNvSpPr/>
          <p:nvPr/>
        </p:nvSpPr>
        <p:spPr>
          <a:xfrm>
            <a:off x="1825" y="0"/>
            <a:ext cx="9144000" cy="526800"/>
          </a:xfrm>
          <a:prstGeom prst="rect">
            <a:avLst/>
          </a:prstGeom>
          <a:no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ca" sz="2100" b="1">
                <a:solidFill>
                  <a:srgbClr val="434343"/>
                </a:solidFill>
              </a:rPr>
              <a:t>Multiple-choice delayed-response task</a:t>
            </a:r>
            <a:endParaRPr sz="2100" b="1">
              <a:solidFill>
                <a:srgbClr val="434343"/>
              </a:solidFill>
            </a:endParaRPr>
          </a:p>
        </p:txBody>
      </p:sp>
      <p:pic>
        <p:nvPicPr>
          <p:cNvPr id="259" name="Google Shape;259;p28"/>
          <p:cNvPicPr preferRelativeResize="0"/>
          <p:nvPr/>
        </p:nvPicPr>
        <p:blipFill>
          <a:blip r:embed="rId3">
            <a:alphaModFix/>
          </a:blip>
          <a:stretch>
            <a:fillRect/>
          </a:stretch>
        </p:blipFill>
        <p:spPr>
          <a:xfrm>
            <a:off x="128425" y="1142375"/>
            <a:ext cx="4390601" cy="2879751"/>
          </a:xfrm>
          <a:prstGeom prst="rect">
            <a:avLst/>
          </a:prstGeom>
          <a:noFill/>
          <a:ln>
            <a:noFill/>
          </a:ln>
        </p:spPr>
      </p:pic>
    </p:spTree>
    <p:extLst>
      <p:ext uri="{BB962C8B-B14F-4D97-AF65-F5344CB8AC3E}">
        <p14:creationId xmlns:p14="http://schemas.microsoft.com/office/powerpoint/2010/main" val="1807121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9"/>
          <p:cNvSpPr/>
          <p:nvPr/>
        </p:nvSpPr>
        <p:spPr>
          <a:xfrm>
            <a:off x="1825" y="0"/>
            <a:ext cx="9144000" cy="526800"/>
          </a:xfrm>
          <a:prstGeom prst="rect">
            <a:avLst/>
          </a:prstGeom>
          <a:no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ca" sz="2100" b="1">
                <a:solidFill>
                  <a:srgbClr val="434343"/>
                </a:solidFill>
              </a:rPr>
              <a:t>Multiple-choice delayed-response task</a:t>
            </a:r>
            <a:endParaRPr sz="2100" b="1">
              <a:solidFill>
                <a:srgbClr val="434343"/>
              </a:solidFill>
            </a:endParaRPr>
          </a:p>
        </p:txBody>
      </p:sp>
      <p:pic>
        <p:nvPicPr>
          <p:cNvPr id="265" name="Google Shape;265;p29"/>
          <p:cNvPicPr preferRelativeResize="0"/>
          <p:nvPr/>
        </p:nvPicPr>
        <p:blipFill>
          <a:blip r:embed="rId3">
            <a:alphaModFix/>
          </a:blip>
          <a:stretch>
            <a:fillRect/>
          </a:stretch>
        </p:blipFill>
        <p:spPr>
          <a:xfrm>
            <a:off x="128425" y="893900"/>
            <a:ext cx="6613176" cy="3128224"/>
          </a:xfrm>
          <a:prstGeom prst="rect">
            <a:avLst/>
          </a:prstGeom>
          <a:noFill/>
          <a:ln>
            <a:noFill/>
          </a:ln>
        </p:spPr>
      </p:pic>
    </p:spTree>
    <p:extLst>
      <p:ext uri="{BB962C8B-B14F-4D97-AF65-F5344CB8AC3E}">
        <p14:creationId xmlns:p14="http://schemas.microsoft.com/office/powerpoint/2010/main" val="40577015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0"/>
          <p:cNvSpPr/>
          <p:nvPr/>
        </p:nvSpPr>
        <p:spPr>
          <a:xfrm>
            <a:off x="1825" y="0"/>
            <a:ext cx="9144000" cy="526800"/>
          </a:xfrm>
          <a:prstGeom prst="rect">
            <a:avLst/>
          </a:prstGeom>
          <a:no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ca" sz="2100" b="1">
                <a:solidFill>
                  <a:srgbClr val="434343"/>
                </a:solidFill>
              </a:rPr>
              <a:t>Multiple-choice delayed-response task</a:t>
            </a:r>
            <a:endParaRPr sz="2100" b="1">
              <a:solidFill>
                <a:srgbClr val="434343"/>
              </a:solidFill>
            </a:endParaRPr>
          </a:p>
        </p:txBody>
      </p:sp>
      <p:pic>
        <p:nvPicPr>
          <p:cNvPr id="271" name="Google Shape;271;p30"/>
          <p:cNvPicPr preferRelativeResize="0"/>
          <p:nvPr/>
        </p:nvPicPr>
        <p:blipFill>
          <a:blip r:embed="rId3">
            <a:alphaModFix/>
          </a:blip>
          <a:stretch>
            <a:fillRect/>
          </a:stretch>
        </p:blipFill>
        <p:spPr>
          <a:xfrm>
            <a:off x="101500" y="893900"/>
            <a:ext cx="8860027" cy="3954124"/>
          </a:xfrm>
          <a:prstGeom prst="rect">
            <a:avLst/>
          </a:prstGeom>
          <a:noFill/>
          <a:ln>
            <a:noFill/>
          </a:ln>
        </p:spPr>
      </p:pic>
    </p:spTree>
    <p:extLst>
      <p:ext uri="{BB962C8B-B14F-4D97-AF65-F5344CB8AC3E}">
        <p14:creationId xmlns:p14="http://schemas.microsoft.com/office/powerpoint/2010/main" val="1706603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1"/>
          <p:cNvSpPr/>
          <p:nvPr/>
        </p:nvSpPr>
        <p:spPr>
          <a:xfrm>
            <a:off x="1825" y="0"/>
            <a:ext cx="9144000" cy="526800"/>
          </a:xfrm>
          <a:prstGeom prst="rect">
            <a:avLst/>
          </a:prstGeom>
          <a:no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ca" sz="2100" b="1">
                <a:solidFill>
                  <a:srgbClr val="434343"/>
                </a:solidFill>
              </a:rPr>
              <a:t>Multiple-choice delayed-response task</a:t>
            </a:r>
            <a:endParaRPr sz="2100" b="1">
              <a:solidFill>
                <a:srgbClr val="434343"/>
              </a:solidFill>
            </a:endParaRPr>
          </a:p>
        </p:txBody>
      </p:sp>
      <p:pic>
        <p:nvPicPr>
          <p:cNvPr id="277" name="Google Shape;277;p31"/>
          <p:cNvPicPr preferRelativeResize="0"/>
          <p:nvPr/>
        </p:nvPicPr>
        <p:blipFill>
          <a:blip r:embed="rId3">
            <a:alphaModFix/>
          </a:blip>
          <a:stretch>
            <a:fillRect/>
          </a:stretch>
        </p:blipFill>
        <p:spPr>
          <a:xfrm>
            <a:off x="112575" y="893900"/>
            <a:ext cx="8860027" cy="3954124"/>
          </a:xfrm>
          <a:prstGeom prst="rect">
            <a:avLst/>
          </a:prstGeom>
          <a:noFill/>
          <a:ln>
            <a:noFill/>
          </a:ln>
        </p:spPr>
      </p:pic>
    </p:spTree>
    <p:extLst>
      <p:ext uri="{BB962C8B-B14F-4D97-AF65-F5344CB8AC3E}">
        <p14:creationId xmlns:p14="http://schemas.microsoft.com/office/powerpoint/2010/main" val="1635378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2"/>
          <p:cNvSpPr/>
          <p:nvPr/>
        </p:nvSpPr>
        <p:spPr>
          <a:xfrm>
            <a:off x="1825" y="0"/>
            <a:ext cx="9144000" cy="526800"/>
          </a:xfrm>
          <a:prstGeom prst="rect">
            <a:avLst/>
          </a:prstGeom>
          <a:no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ca" sz="2100" b="1">
                <a:solidFill>
                  <a:srgbClr val="434343"/>
                </a:solidFill>
              </a:rPr>
              <a:t>Multiple-choice delayed-response task</a:t>
            </a:r>
            <a:endParaRPr sz="2100" b="1">
              <a:solidFill>
                <a:srgbClr val="434343"/>
              </a:solidFill>
            </a:endParaRPr>
          </a:p>
        </p:txBody>
      </p:sp>
      <p:pic>
        <p:nvPicPr>
          <p:cNvPr id="283" name="Google Shape;283;p32"/>
          <p:cNvPicPr preferRelativeResize="0"/>
          <p:nvPr/>
        </p:nvPicPr>
        <p:blipFill rotWithShape="1">
          <a:blip r:embed="rId3">
            <a:alphaModFix/>
          </a:blip>
          <a:srcRect r="22922"/>
          <a:stretch/>
        </p:blipFill>
        <p:spPr>
          <a:xfrm>
            <a:off x="2995375" y="903925"/>
            <a:ext cx="2666499" cy="3934875"/>
          </a:xfrm>
          <a:prstGeom prst="rect">
            <a:avLst/>
          </a:prstGeom>
          <a:noFill/>
          <a:ln>
            <a:noFill/>
          </a:ln>
        </p:spPr>
      </p:pic>
    </p:spTree>
    <p:extLst>
      <p:ext uri="{BB962C8B-B14F-4D97-AF65-F5344CB8AC3E}">
        <p14:creationId xmlns:p14="http://schemas.microsoft.com/office/powerpoint/2010/main" val="3928899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3"/>
          <p:cNvSpPr/>
          <p:nvPr/>
        </p:nvSpPr>
        <p:spPr>
          <a:xfrm>
            <a:off x="1825" y="0"/>
            <a:ext cx="9144000" cy="526800"/>
          </a:xfrm>
          <a:prstGeom prst="rect">
            <a:avLst/>
          </a:prstGeom>
          <a:noFill/>
          <a:ln w="9525"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ca" sz="2100" b="1">
                <a:solidFill>
                  <a:srgbClr val="434343"/>
                </a:solidFill>
              </a:rPr>
              <a:t>Multiple-choice delayed-response task</a:t>
            </a:r>
            <a:endParaRPr sz="2100" b="1">
              <a:solidFill>
                <a:srgbClr val="434343"/>
              </a:solidFill>
            </a:endParaRPr>
          </a:p>
        </p:txBody>
      </p:sp>
      <p:pic>
        <p:nvPicPr>
          <p:cNvPr id="289" name="Google Shape;289;p33"/>
          <p:cNvPicPr preferRelativeResize="0"/>
          <p:nvPr/>
        </p:nvPicPr>
        <p:blipFill rotWithShape="1">
          <a:blip r:embed="rId3">
            <a:alphaModFix/>
          </a:blip>
          <a:srcRect/>
          <a:stretch/>
        </p:blipFill>
        <p:spPr>
          <a:xfrm>
            <a:off x="3005450" y="903925"/>
            <a:ext cx="3459424" cy="3934875"/>
          </a:xfrm>
          <a:prstGeom prst="rect">
            <a:avLst/>
          </a:prstGeom>
          <a:noFill/>
          <a:ln>
            <a:noFill/>
          </a:ln>
        </p:spPr>
      </p:pic>
    </p:spTree>
    <p:extLst>
      <p:ext uri="{BB962C8B-B14F-4D97-AF65-F5344CB8AC3E}">
        <p14:creationId xmlns:p14="http://schemas.microsoft.com/office/powerpoint/2010/main" val="1537520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4" name="Google Shape;214;p29"/>
          <p:cNvSpPr txBox="1">
            <a:spLocks noGrp="1"/>
          </p:cNvSpPr>
          <p:nvPr>
            <p:ph type="title" idx="4294967295"/>
          </p:nvPr>
        </p:nvSpPr>
        <p:spPr>
          <a:xfrm>
            <a:off x="311700" y="2164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ca" b="1" dirty="0">
                <a:latin typeface="Roboto" panose="02000000000000000000" pitchFamily="2" charset="0"/>
                <a:ea typeface="Roboto" panose="02000000000000000000" pitchFamily="2" charset="0"/>
                <a:cs typeface="Roboto" panose="02000000000000000000" pitchFamily="2" charset="0"/>
              </a:rPr>
              <a:t>Engagement in complex cognitive tasks </a:t>
            </a:r>
            <a:endParaRPr b="1" dirty="0">
              <a:latin typeface="Roboto" panose="02000000000000000000" pitchFamily="2" charset="0"/>
              <a:ea typeface="Roboto" panose="02000000000000000000" pitchFamily="2" charset="0"/>
              <a:cs typeface="Roboto" panose="02000000000000000000" pitchFamily="2" charset="0"/>
            </a:endParaRPr>
          </a:p>
          <a:p>
            <a:pPr marL="0" lvl="0" indent="0" algn="l" rtl="0">
              <a:spcBef>
                <a:spcPts val="0"/>
              </a:spcBef>
              <a:spcAft>
                <a:spcPts val="0"/>
              </a:spcAft>
              <a:buNone/>
            </a:pPr>
            <a:endParaRPr dirty="0"/>
          </a:p>
        </p:txBody>
      </p:sp>
      <p:sp>
        <p:nvSpPr>
          <p:cNvPr id="11" name="Rectangle 10">
            <a:extLst>
              <a:ext uri="{FF2B5EF4-FFF2-40B4-BE49-F238E27FC236}">
                <a16:creationId xmlns:a16="http://schemas.microsoft.com/office/drawing/2014/main" id="{E68282D9-6F68-5ED4-BA85-1F48FA22D43E}"/>
              </a:ext>
            </a:extLst>
          </p:cNvPr>
          <p:cNvSpPr/>
          <p:nvPr/>
        </p:nvSpPr>
        <p:spPr>
          <a:xfrm>
            <a:off x="4610100" y="1333975"/>
            <a:ext cx="292808" cy="1719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0D558C-9D86-698C-1032-0786E7FDDC8B}"/>
              </a:ext>
            </a:extLst>
          </p:cNvPr>
          <p:cNvGrpSpPr/>
          <p:nvPr/>
        </p:nvGrpSpPr>
        <p:grpSpPr>
          <a:xfrm>
            <a:off x="4167618" y="1371600"/>
            <a:ext cx="2508880" cy="2225073"/>
            <a:chOff x="4123382" y="1264920"/>
            <a:chExt cx="2208595" cy="1958757"/>
          </a:xfrm>
        </p:grpSpPr>
        <p:grpSp>
          <p:nvGrpSpPr>
            <p:cNvPr id="12" name="Group 11">
              <a:extLst>
                <a:ext uri="{FF2B5EF4-FFF2-40B4-BE49-F238E27FC236}">
                  <a16:creationId xmlns:a16="http://schemas.microsoft.com/office/drawing/2014/main" id="{6D4D7AF9-61C4-1065-8D51-49EF2C1DC1E6}"/>
                </a:ext>
              </a:extLst>
            </p:cNvPr>
            <p:cNvGrpSpPr/>
            <p:nvPr/>
          </p:nvGrpSpPr>
          <p:grpSpPr>
            <a:xfrm>
              <a:off x="4287912" y="1333975"/>
              <a:ext cx="2044065" cy="1889702"/>
              <a:chOff x="4685667" y="1350899"/>
              <a:chExt cx="1984546" cy="1834678"/>
            </a:xfrm>
          </p:grpSpPr>
          <p:pic>
            <p:nvPicPr>
              <p:cNvPr id="7" name="Picture 6">
                <a:extLst>
                  <a:ext uri="{FF2B5EF4-FFF2-40B4-BE49-F238E27FC236}">
                    <a16:creationId xmlns:a16="http://schemas.microsoft.com/office/drawing/2014/main" id="{384EAF97-6EF8-E054-B6AB-9FAEDCDBADB1}"/>
                  </a:ext>
                </a:extLst>
              </p:cNvPr>
              <p:cNvPicPr>
                <a:picLocks noChangeAspect="1"/>
              </p:cNvPicPr>
              <p:nvPr/>
            </p:nvPicPr>
            <p:blipFill>
              <a:blip r:embed="rId3"/>
              <a:srcRect l="74269" t="33378" r="5490" b="53393"/>
              <a:stretch>
                <a:fillRect/>
              </a:stretch>
            </p:blipFill>
            <p:spPr>
              <a:xfrm>
                <a:off x="4685667" y="1350899"/>
                <a:ext cx="1984546" cy="1834678"/>
              </a:xfrm>
              <a:prstGeom prst="rect">
                <a:avLst/>
              </a:prstGeom>
            </p:spPr>
          </p:pic>
          <p:sp>
            <p:nvSpPr>
              <p:cNvPr id="9" name="Rectangle 8">
                <a:extLst>
                  <a:ext uri="{FF2B5EF4-FFF2-40B4-BE49-F238E27FC236}">
                    <a16:creationId xmlns:a16="http://schemas.microsoft.com/office/drawing/2014/main" id="{254EA86E-9314-A08E-0B44-361523591088}"/>
                  </a:ext>
                </a:extLst>
              </p:cNvPr>
              <p:cNvSpPr/>
              <p:nvPr/>
            </p:nvSpPr>
            <p:spPr>
              <a:xfrm>
                <a:off x="5021580" y="2651760"/>
                <a:ext cx="1600200" cy="1828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2FE2429-1D88-6CAE-21B8-B6A364C4B5F5}"/>
                  </a:ext>
                </a:extLst>
              </p:cNvPr>
              <p:cNvSpPr/>
              <p:nvPr/>
            </p:nvSpPr>
            <p:spPr>
              <a:xfrm>
                <a:off x="5106523" y="1607819"/>
                <a:ext cx="585617" cy="3961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870681E6-246F-15E1-916D-96D067FE1325}"/>
                </a:ext>
              </a:extLst>
            </p:cNvPr>
            <p:cNvSpPr/>
            <p:nvPr/>
          </p:nvSpPr>
          <p:spPr>
            <a:xfrm>
              <a:off x="4123382" y="1264920"/>
              <a:ext cx="204778" cy="2285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FE8DE8B0-A21E-046B-B89A-9C6A3F13AC42}"/>
              </a:ext>
            </a:extLst>
          </p:cNvPr>
          <p:cNvGrpSpPr/>
          <p:nvPr/>
        </p:nvGrpSpPr>
        <p:grpSpPr>
          <a:xfrm>
            <a:off x="2824473" y="1363981"/>
            <a:ext cx="1553237" cy="2236814"/>
            <a:chOff x="2617907" y="1264920"/>
            <a:chExt cx="1367332" cy="1969093"/>
          </a:xfrm>
        </p:grpSpPr>
        <p:grpSp>
          <p:nvGrpSpPr>
            <p:cNvPr id="17" name="Group 16">
              <a:extLst>
                <a:ext uri="{FF2B5EF4-FFF2-40B4-BE49-F238E27FC236}">
                  <a16:creationId xmlns:a16="http://schemas.microsoft.com/office/drawing/2014/main" id="{6CB1E306-90FD-5B25-B81C-E171746E6E62}"/>
                </a:ext>
              </a:extLst>
            </p:cNvPr>
            <p:cNvGrpSpPr/>
            <p:nvPr/>
          </p:nvGrpSpPr>
          <p:grpSpPr>
            <a:xfrm>
              <a:off x="2617907" y="1264920"/>
              <a:ext cx="1367332" cy="1969093"/>
              <a:chOff x="2617907" y="1264920"/>
              <a:chExt cx="1367332" cy="1969093"/>
            </a:xfrm>
          </p:grpSpPr>
          <p:grpSp>
            <p:nvGrpSpPr>
              <p:cNvPr id="13" name="Group 12">
                <a:extLst>
                  <a:ext uri="{FF2B5EF4-FFF2-40B4-BE49-F238E27FC236}">
                    <a16:creationId xmlns:a16="http://schemas.microsoft.com/office/drawing/2014/main" id="{246D3DA3-E225-129F-5022-FE3CAA2A9284}"/>
                  </a:ext>
                </a:extLst>
              </p:cNvPr>
              <p:cNvGrpSpPr/>
              <p:nvPr/>
            </p:nvGrpSpPr>
            <p:grpSpPr>
              <a:xfrm>
                <a:off x="2617907" y="1264920"/>
                <a:ext cx="1367332" cy="1969093"/>
                <a:chOff x="2611928" y="1333975"/>
                <a:chExt cx="1319380" cy="1900038"/>
              </a:xfrm>
            </p:grpSpPr>
            <p:pic>
              <p:nvPicPr>
                <p:cNvPr id="4" name="Picture 3">
                  <a:extLst>
                    <a:ext uri="{FF2B5EF4-FFF2-40B4-BE49-F238E27FC236}">
                      <a16:creationId xmlns:a16="http://schemas.microsoft.com/office/drawing/2014/main" id="{1C42939C-069B-F3FA-01BB-3A82BC14B76E}"/>
                    </a:ext>
                  </a:extLst>
                </p:cNvPr>
                <p:cNvPicPr>
                  <a:picLocks noChangeAspect="1"/>
                </p:cNvPicPr>
                <p:nvPr/>
              </p:nvPicPr>
              <p:blipFill>
                <a:blip r:embed="rId3"/>
                <a:srcRect l="1888" t="34524" r="92575" b="55366"/>
                <a:stretch>
                  <a:fillRect/>
                </a:stretch>
              </p:blipFill>
              <p:spPr>
                <a:xfrm>
                  <a:off x="2611928" y="1554480"/>
                  <a:ext cx="542752" cy="1402080"/>
                </a:xfrm>
                <a:prstGeom prst="rect">
                  <a:avLst/>
                </a:prstGeom>
              </p:spPr>
            </p:pic>
            <p:pic>
              <p:nvPicPr>
                <p:cNvPr id="8" name="Picture 7">
                  <a:extLst>
                    <a:ext uri="{FF2B5EF4-FFF2-40B4-BE49-F238E27FC236}">
                      <a16:creationId xmlns:a16="http://schemas.microsoft.com/office/drawing/2014/main" id="{7F7B7AF6-123D-249C-0D51-ED633BD45852}"/>
                    </a:ext>
                  </a:extLst>
                </p:cNvPr>
                <p:cNvPicPr>
                  <a:picLocks noChangeAspect="1"/>
                </p:cNvPicPr>
                <p:nvPr/>
              </p:nvPicPr>
              <p:blipFill>
                <a:blip r:embed="rId3"/>
                <a:srcRect l="12634" t="32907" r="78701" b="53393"/>
                <a:stretch>
                  <a:fillRect/>
                </a:stretch>
              </p:blipFill>
              <p:spPr>
                <a:xfrm>
                  <a:off x="3081729" y="1333975"/>
                  <a:ext cx="849579" cy="1900038"/>
                </a:xfrm>
                <a:prstGeom prst="rect">
                  <a:avLst/>
                </a:prstGeom>
              </p:spPr>
            </p:pic>
          </p:grpSp>
          <p:sp>
            <p:nvSpPr>
              <p:cNvPr id="16" name="Rectangle 15">
                <a:extLst>
                  <a:ext uri="{FF2B5EF4-FFF2-40B4-BE49-F238E27FC236}">
                    <a16:creationId xmlns:a16="http://schemas.microsoft.com/office/drawing/2014/main" id="{A71BF1CA-D334-0F33-6BBA-35F20548282E}"/>
                  </a:ext>
                </a:extLst>
              </p:cNvPr>
              <p:cNvSpPr/>
              <p:nvPr/>
            </p:nvSpPr>
            <p:spPr>
              <a:xfrm>
                <a:off x="3125411" y="2773680"/>
                <a:ext cx="766873" cy="885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A5ADCEC-4750-5E8E-503C-8C90901237AB}"/>
                </a:ext>
              </a:extLst>
            </p:cNvPr>
            <p:cNvSpPr/>
            <p:nvPr/>
          </p:nvSpPr>
          <p:spPr>
            <a:xfrm flipV="1">
              <a:off x="2781300" y="2952239"/>
              <a:ext cx="429556" cy="940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Google Shape;127;p19">
            <a:extLst>
              <a:ext uri="{FF2B5EF4-FFF2-40B4-BE49-F238E27FC236}">
                <a16:creationId xmlns:a16="http://schemas.microsoft.com/office/drawing/2014/main" id="{94561885-5462-EEFD-9018-CFD520321570}"/>
              </a:ext>
            </a:extLst>
          </p:cNvPr>
          <p:cNvSpPr/>
          <p:nvPr/>
        </p:nvSpPr>
        <p:spPr>
          <a:xfrm>
            <a:off x="3175"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Freeform: Shape 21">
            <a:extLst>
              <a:ext uri="{FF2B5EF4-FFF2-40B4-BE49-F238E27FC236}">
                <a16:creationId xmlns:a16="http://schemas.microsoft.com/office/drawing/2014/main" id="{656030DD-2B52-A62A-0E1F-9E0306F76DF4}"/>
              </a:ext>
            </a:extLst>
          </p:cNvPr>
          <p:cNvSpPr/>
          <p:nvPr/>
        </p:nvSpPr>
        <p:spPr>
          <a:xfrm>
            <a:off x="140755" y="1458268"/>
            <a:ext cx="2753020" cy="2202416"/>
          </a:xfrm>
          <a:custGeom>
            <a:avLst/>
            <a:gdLst>
              <a:gd name="csX0" fmla="*/ 0 w 4572000"/>
              <a:gd name="csY0" fmla="*/ 3657600 h 3657600"/>
              <a:gd name="csX1" fmla="*/ 4572000 w 4572000"/>
              <a:gd name="csY1" fmla="*/ 3657600 h 3657600"/>
              <a:gd name="csX2" fmla="*/ 4572000 w 4572000"/>
              <a:gd name="csY2" fmla="*/ 0 h 3657600"/>
              <a:gd name="csX3" fmla="*/ 0 w 4572000"/>
              <a:gd name="csY3" fmla="*/ 0 h 3657600"/>
            </a:gdLst>
            <a:ahLst/>
            <a:cxnLst>
              <a:cxn ang="0">
                <a:pos x="csX0" y="csY0"/>
              </a:cxn>
              <a:cxn ang="0">
                <a:pos x="csX1" y="csY1"/>
              </a:cxn>
              <a:cxn ang="0">
                <a:pos x="csX2" y="csY2"/>
              </a:cxn>
              <a:cxn ang="0">
                <a:pos x="csX3" y="csY3"/>
              </a:cxn>
            </a:cxnLst>
            <a:rect l="l" t="t" r="r" b="b"/>
            <a:pathLst>
              <a:path w="4572000" h="3657600">
                <a:moveTo>
                  <a:pt x="0" y="3657600"/>
                </a:moveTo>
                <a:lnTo>
                  <a:pt x="4572000" y="3657600"/>
                </a:lnTo>
                <a:lnTo>
                  <a:pt x="4572000" y="0"/>
                </a:lnTo>
                <a:lnTo>
                  <a:pt x="0" y="0"/>
                </a:lnTo>
                <a:close/>
              </a:path>
            </a:pathLst>
          </a:custGeom>
          <a:solidFill>
            <a:srgbClr val="FFFFFF"/>
          </a:solidFill>
          <a:ln w="12700" cap="flat">
            <a:noFill/>
            <a:prstDash val="solid"/>
            <a:round/>
          </a:ln>
        </p:spPr>
        <p:txBody>
          <a:bodyPr/>
          <a:lstStyle/>
          <a:p>
            <a:endParaRPr lang="en-US"/>
          </a:p>
        </p:txBody>
      </p:sp>
      <p:sp>
        <p:nvSpPr>
          <p:cNvPr id="24" name="Freeform: Shape 23">
            <a:extLst>
              <a:ext uri="{FF2B5EF4-FFF2-40B4-BE49-F238E27FC236}">
                <a16:creationId xmlns:a16="http://schemas.microsoft.com/office/drawing/2014/main" id="{7BC02309-90D4-AB9C-BA05-1230CE525416}"/>
              </a:ext>
            </a:extLst>
          </p:cNvPr>
          <p:cNvSpPr/>
          <p:nvPr/>
        </p:nvSpPr>
        <p:spPr>
          <a:xfrm>
            <a:off x="682861" y="1722777"/>
            <a:ext cx="2071475" cy="1495214"/>
          </a:xfrm>
          <a:custGeom>
            <a:avLst/>
            <a:gdLst>
              <a:gd name="csX0" fmla="*/ 0 w 3440143"/>
              <a:gd name="csY0" fmla="*/ 2483135 h 2483134"/>
              <a:gd name="csX1" fmla="*/ 3440143 w 3440143"/>
              <a:gd name="csY1" fmla="*/ 2483135 h 2483134"/>
              <a:gd name="csX2" fmla="*/ 3440143 w 3440143"/>
              <a:gd name="csY2" fmla="*/ 0 h 2483134"/>
              <a:gd name="csX3" fmla="*/ 0 w 3440143"/>
              <a:gd name="csY3" fmla="*/ 0 h 2483134"/>
            </a:gdLst>
            <a:ahLst/>
            <a:cxnLst>
              <a:cxn ang="0">
                <a:pos x="csX0" y="csY0"/>
              </a:cxn>
              <a:cxn ang="0">
                <a:pos x="csX1" y="csY1"/>
              </a:cxn>
              <a:cxn ang="0">
                <a:pos x="csX2" y="csY2"/>
              </a:cxn>
              <a:cxn ang="0">
                <a:pos x="csX3" y="csY3"/>
              </a:cxn>
            </a:cxnLst>
            <a:rect l="l" t="t" r="r" b="b"/>
            <a:pathLst>
              <a:path w="3440143" h="2483134">
                <a:moveTo>
                  <a:pt x="0" y="2483135"/>
                </a:moveTo>
                <a:lnTo>
                  <a:pt x="3440143" y="2483135"/>
                </a:lnTo>
                <a:lnTo>
                  <a:pt x="3440143" y="0"/>
                </a:lnTo>
                <a:lnTo>
                  <a:pt x="0" y="0"/>
                </a:lnTo>
                <a:close/>
              </a:path>
            </a:pathLst>
          </a:custGeom>
          <a:solidFill>
            <a:srgbClr val="FFFFFF"/>
          </a:solidFill>
          <a:ln w="12700" cap="flat">
            <a:noFill/>
            <a:prstDash val="solid"/>
            <a:round/>
          </a:ln>
        </p:spPr>
        <p:txBody>
          <a:bodyPr/>
          <a:lstStyle/>
          <a:p>
            <a:endParaRPr lang="en-US"/>
          </a:p>
        </p:txBody>
      </p:sp>
      <p:grpSp>
        <p:nvGrpSpPr>
          <p:cNvPr id="26" name="Graphic 4">
            <a:extLst>
              <a:ext uri="{FF2B5EF4-FFF2-40B4-BE49-F238E27FC236}">
                <a16:creationId xmlns:a16="http://schemas.microsoft.com/office/drawing/2014/main" id="{74891A77-6BD1-DEA9-2931-89326DB35C70}"/>
              </a:ext>
            </a:extLst>
          </p:cNvPr>
          <p:cNvGrpSpPr/>
          <p:nvPr/>
        </p:nvGrpSpPr>
        <p:grpSpPr>
          <a:xfrm>
            <a:off x="749865" y="3217992"/>
            <a:ext cx="2011217" cy="303012"/>
            <a:chOff x="3297562" y="3665362"/>
            <a:chExt cx="3340072" cy="503219"/>
          </a:xfrm>
        </p:grpSpPr>
        <p:grpSp>
          <p:nvGrpSpPr>
            <p:cNvPr id="4089" name="Graphic 4">
              <a:extLst>
                <a:ext uri="{FF2B5EF4-FFF2-40B4-BE49-F238E27FC236}">
                  <a16:creationId xmlns:a16="http://schemas.microsoft.com/office/drawing/2014/main" id="{3A93991A-4321-4F03-231D-4345E0A86592}"/>
                </a:ext>
              </a:extLst>
            </p:cNvPr>
            <p:cNvGrpSpPr/>
            <p:nvPr/>
          </p:nvGrpSpPr>
          <p:grpSpPr>
            <a:xfrm>
              <a:off x="3297562" y="3665362"/>
              <a:ext cx="90106" cy="243824"/>
              <a:chOff x="3297562" y="3665362"/>
              <a:chExt cx="90106" cy="243824"/>
            </a:xfrm>
          </p:grpSpPr>
          <p:sp>
            <p:nvSpPr>
              <p:cNvPr id="4132" name="Freeform: Shape 4131">
                <a:extLst>
                  <a:ext uri="{FF2B5EF4-FFF2-40B4-BE49-F238E27FC236}">
                    <a16:creationId xmlns:a16="http://schemas.microsoft.com/office/drawing/2014/main" id="{BAF86BD2-B90E-35AA-9C82-F95D5791713E}"/>
                  </a:ext>
                </a:extLst>
              </p:cNvPr>
              <p:cNvSpPr/>
              <p:nvPr/>
            </p:nvSpPr>
            <p:spPr>
              <a:xfrm>
                <a:off x="3342657" y="3665362"/>
                <a:ext cx="12700" cy="60960"/>
              </a:xfrm>
              <a:custGeom>
                <a:avLst/>
                <a:gdLst>
                  <a:gd name="csX0" fmla="*/ 83 w 12700"/>
                  <a:gd name="csY0" fmla="*/ 230 h 60960"/>
                  <a:gd name="csX1" fmla="*/ 83 w 12700"/>
                  <a:gd name="csY1" fmla="*/ 61190 h 60960"/>
                </a:gdLst>
                <a:ahLst/>
                <a:cxnLst>
                  <a:cxn ang="0">
                    <a:pos x="csX0" y="csY0"/>
                  </a:cxn>
                  <a:cxn ang="0">
                    <a:pos x="csX1" y="csY1"/>
                  </a:cxn>
                </a:cxnLst>
                <a:rect l="l" t="t" r="r" b="b"/>
                <a:pathLst>
                  <a:path w="12700" h="60960">
                    <a:moveTo>
                      <a:pt x="83" y="230"/>
                    </a:moveTo>
                    <a:lnTo>
                      <a:pt x="83" y="61190"/>
                    </a:lnTo>
                  </a:path>
                </a:pathLst>
              </a:custGeom>
              <a:solidFill>
                <a:srgbClr val="262626"/>
              </a:solidFill>
              <a:ln w="12700" cap="flat">
                <a:solidFill>
                  <a:srgbClr val="262626"/>
                </a:solidFill>
                <a:prstDash val="solid"/>
                <a:round/>
              </a:ln>
            </p:spPr>
            <p:txBody>
              <a:bodyPr/>
              <a:lstStyle/>
              <a:p>
                <a:endParaRPr lang="en-US"/>
              </a:p>
            </p:txBody>
          </p:sp>
          <p:sp>
            <p:nvSpPr>
              <p:cNvPr id="4133" name="Freeform: Shape 4132">
                <a:extLst>
                  <a:ext uri="{FF2B5EF4-FFF2-40B4-BE49-F238E27FC236}">
                    <a16:creationId xmlns:a16="http://schemas.microsoft.com/office/drawing/2014/main" id="{07CA9C98-9FCD-FF5C-9114-317F308F79C6}"/>
                  </a:ext>
                </a:extLst>
              </p:cNvPr>
              <p:cNvSpPr/>
              <p:nvPr/>
            </p:nvSpPr>
            <p:spPr>
              <a:xfrm flipV="1">
                <a:off x="3297562" y="3773929"/>
                <a:ext cx="90106" cy="135257"/>
              </a:xfrm>
              <a:custGeom>
                <a:avLst/>
                <a:gdLst>
                  <a:gd name="csX0" fmla="*/ 43088 w 90106"/>
                  <a:gd name="csY0" fmla="*/ 119202 h 135257"/>
                  <a:gd name="csX1" fmla="*/ 22608 w 90106"/>
                  <a:gd name="csY1" fmla="*/ 105791 h 135257"/>
                  <a:gd name="csX2" fmla="*/ 15763 w 90106"/>
                  <a:gd name="csY2" fmla="*/ 65501 h 135257"/>
                  <a:gd name="csX3" fmla="*/ 22608 w 90106"/>
                  <a:gd name="csY3" fmla="*/ 25296 h 135257"/>
                  <a:gd name="csX4" fmla="*/ 43088 w 90106"/>
                  <a:gd name="csY4" fmla="*/ 11884 h 135257"/>
                  <a:gd name="csX5" fmla="*/ 63652 w 90106"/>
                  <a:gd name="csY5" fmla="*/ 25296 h 135257"/>
                  <a:gd name="csX6" fmla="*/ 70525 w 90106"/>
                  <a:gd name="csY6" fmla="*/ 65501 h 135257"/>
                  <a:gd name="csX7" fmla="*/ 63652 w 90106"/>
                  <a:gd name="csY7" fmla="*/ 105791 h 135257"/>
                  <a:gd name="csX8" fmla="*/ 43088 w 90106"/>
                  <a:gd name="csY8" fmla="*/ 119202 h 135257"/>
                  <a:gd name="csX9" fmla="*/ 43088 w 90106"/>
                  <a:gd name="csY9" fmla="*/ 133172 h 135257"/>
                  <a:gd name="csX10" fmla="*/ 76588 w 90106"/>
                  <a:gd name="csY10" fmla="*/ 115821 h 135257"/>
                  <a:gd name="csX11" fmla="*/ 88155 w 90106"/>
                  <a:gd name="csY11" fmla="*/ 65501 h 135257"/>
                  <a:gd name="csX12" fmla="*/ 76588 w 90106"/>
                  <a:gd name="csY12" fmla="*/ 15237 h 135257"/>
                  <a:gd name="csX13" fmla="*/ 43088 w 90106"/>
                  <a:gd name="csY13" fmla="*/ -2086 h 135257"/>
                  <a:gd name="csX14" fmla="*/ 9616 w 90106"/>
                  <a:gd name="csY14" fmla="*/ 15237 h 135257"/>
                  <a:gd name="csX15" fmla="*/ -1951 w 90106"/>
                  <a:gd name="csY15" fmla="*/ 65501 h 135257"/>
                  <a:gd name="csX16" fmla="*/ 9616 w 90106"/>
                  <a:gd name="csY16" fmla="*/ 115821 h 135257"/>
                  <a:gd name="csX17" fmla="*/ 43088 w 90106"/>
                  <a:gd name="csY17" fmla="*/ 133172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0106" h="135257">
                    <a:moveTo>
                      <a:pt x="43088" y="119202"/>
                    </a:moveTo>
                    <a:cubicBezTo>
                      <a:pt x="34017" y="119202"/>
                      <a:pt x="27190" y="114732"/>
                      <a:pt x="22608" y="105791"/>
                    </a:cubicBezTo>
                    <a:cubicBezTo>
                      <a:pt x="18044" y="96869"/>
                      <a:pt x="15763" y="83439"/>
                      <a:pt x="15763" y="65501"/>
                    </a:cubicBezTo>
                    <a:cubicBezTo>
                      <a:pt x="15763" y="47638"/>
                      <a:pt x="18044" y="34236"/>
                      <a:pt x="22608" y="25296"/>
                    </a:cubicBezTo>
                    <a:cubicBezTo>
                      <a:pt x="27190" y="16355"/>
                      <a:pt x="34017" y="11884"/>
                      <a:pt x="43088" y="11884"/>
                    </a:cubicBezTo>
                    <a:cubicBezTo>
                      <a:pt x="52234" y="11884"/>
                      <a:pt x="59088" y="16355"/>
                      <a:pt x="63652" y="25296"/>
                    </a:cubicBezTo>
                    <a:cubicBezTo>
                      <a:pt x="68234" y="34236"/>
                      <a:pt x="70525" y="47638"/>
                      <a:pt x="70525" y="65501"/>
                    </a:cubicBezTo>
                    <a:cubicBezTo>
                      <a:pt x="70525" y="83439"/>
                      <a:pt x="68234" y="96869"/>
                      <a:pt x="63652" y="105791"/>
                    </a:cubicBezTo>
                    <a:cubicBezTo>
                      <a:pt x="59088" y="114732"/>
                      <a:pt x="52234" y="119202"/>
                      <a:pt x="43088" y="119202"/>
                    </a:cubicBezTo>
                    <a:close/>
                    <a:moveTo>
                      <a:pt x="43088" y="133172"/>
                    </a:moveTo>
                    <a:cubicBezTo>
                      <a:pt x="57710" y="133172"/>
                      <a:pt x="68877" y="127388"/>
                      <a:pt x="76588" y="115821"/>
                    </a:cubicBezTo>
                    <a:cubicBezTo>
                      <a:pt x="84299" y="104273"/>
                      <a:pt x="88155" y="87499"/>
                      <a:pt x="88155" y="65501"/>
                    </a:cubicBezTo>
                    <a:cubicBezTo>
                      <a:pt x="88155" y="43559"/>
                      <a:pt x="84299" y="26804"/>
                      <a:pt x="76588" y="15237"/>
                    </a:cubicBezTo>
                    <a:cubicBezTo>
                      <a:pt x="68877" y="3689"/>
                      <a:pt x="57710" y="-2086"/>
                      <a:pt x="43088" y="-2086"/>
                    </a:cubicBezTo>
                    <a:cubicBezTo>
                      <a:pt x="28485" y="-2086"/>
                      <a:pt x="17327" y="3689"/>
                      <a:pt x="9616" y="15237"/>
                    </a:cubicBezTo>
                    <a:cubicBezTo>
                      <a:pt x="1904" y="26804"/>
                      <a:pt x="-1951" y="43559"/>
                      <a:pt x="-1951" y="65501"/>
                    </a:cubicBezTo>
                    <a:cubicBezTo>
                      <a:pt x="-1951" y="87499"/>
                      <a:pt x="1904" y="104273"/>
                      <a:pt x="9616" y="115821"/>
                    </a:cubicBezTo>
                    <a:cubicBezTo>
                      <a:pt x="17327" y="127388"/>
                      <a:pt x="28485" y="133172"/>
                      <a:pt x="43088" y="133172"/>
                    </a:cubicBezTo>
                    <a:close/>
                  </a:path>
                </a:pathLst>
              </a:custGeom>
              <a:solidFill>
                <a:srgbClr val="262626"/>
              </a:solidFill>
              <a:ln w="28" cap="flat">
                <a:noFill/>
                <a:prstDash val="solid"/>
                <a:round/>
              </a:ln>
            </p:spPr>
            <p:txBody>
              <a:bodyPr/>
              <a:lstStyle/>
              <a:p>
                <a:endParaRPr lang="en-US"/>
              </a:p>
            </p:txBody>
          </p:sp>
        </p:grpSp>
        <p:grpSp>
          <p:nvGrpSpPr>
            <p:cNvPr id="4090" name="Graphic 4">
              <a:extLst>
                <a:ext uri="{FF2B5EF4-FFF2-40B4-BE49-F238E27FC236}">
                  <a16:creationId xmlns:a16="http://schemas.microsoft.com/office/drawing/2014/main" id="{F8EA5C46-2CCB-E372-84B1-5A08BD6725A4}"/>
                </a:ext>
              </a:extLst>
            </p:cNvPr>
            <p:cNvGrpSpPr/>
            <p:nvPr/>
          </p:nvGrpSpPr>
          <p:grpSpPr>
            <a:xfrm>
              <a:off x="4046798" y="3665362"/>
              <a:ext cx="196023" cy="243824"/>
              <a:chOff x="4046798" y="3665362"/>
              <a:chExt cx="196023" cy="243824"/>
            </a:xfrm>
          </p:grpSpPr>
          <p:sp>
            <p:nvSpPr>
              <p:cNvPr id="4128" name="Freeform: Shape 4127">
                <a:extLst>
                  <a:ext uri="{FF2B5EF4-FFF2-40B4-BE49-F238E27FC236}">
                    <a16:creationId xmlns:a16="http://schemas.microsoft.com/office/drawing/2014/main" id="{C0DD132B-B3A6-C825-9DCB-D0CCC6587592}"/>
                  </a:ext>
                </a:extLst>
              </p:cNvPr>
              <p:cNvSpPr/>
              <p:nvPr/>
            </p:nvSpPr>
            <p:spPr>
              <a:xfrm>
                <a:off x="4140928" y="3665362"/>
                <a:ext cx="12700" cy="60960"/>
              </a:xfrm>
              <a:custGeom>
                <a:avLst/>
                <a:gdLst>
                  <a:gd name="csX0" fmla="*/ 146 w 12700"/>
                  <a:gd name="csY0" fmla="*/ 230 h 60960"/>
                  <a:gd name="csX1" fmla="*/ 146 w 12700"/>
                  <a:gd name="csY1" fmla="*/ 61190 h 60960"/>
                </a:gdLst>
                <a:ahLst/>
                <a:cxnLst>
                  <a:cxn ang="0">
                    <a:pos x="csX0" y="csY0"/>
                  </a:cxn>
                  <a:cxn ang="0">
                    <a:pos x="csX1" y="csY1"/>
                  </a:cxn>
                </a:cxnLst>
                <a:rect l="l" t="t" r="r" b="b"/>
                <a:pathLst>
                  <a:path w="12700" h="60960">
                    <a:moveTo>
                      <a:pt x="146" y="230"/>
                    </a:moveTo>
                    <a:lnTo>
                      <a:pt x="146" y="61190"/>
                    </a:lnTo>
                  </a:path>
                </a:pathLst>
              </a:custGeom>
              <a:solidFill>
                <a:srgbClr val="262626"/>
              </a:solidFill>
              <a:ln w="12700" cap="flat">
                <a:solidFill>
                  <a:srgbClr val="262626"/>
                </a:solidFill>
                <a:prstDash val="solid"/>
                <a:round/>
              </a:ln>
            </p:spPr>
            <p:txBody>
              <a:bodyPr/>
              <a:lstStyle/>
              <a:p>
                <a:endParaRPr lang="en-US"/>
              </a:p>
            </p:txBody>
          </p:sp>
          <p:grpSp>
            <p:nvGrpSpPr>
              <p:cNvPr id="4129" name="Graphic 4">
                <a:extLst>
                  <a:ext uri="{FF2B5EF4-FFF2-40B4-BE49-F238E27FC236}">
                    <a16:creationId xmlns:a16="http://schemas.microsoft.com/office/drawing/2014/main" id="{8CB0A882-58E8-9813-9A44-4493926722C4}"/>
                  </a:ext>
                </a:extLst>
              </p:cNvPr>
              <p:cNvGrpSpPr/>
              <p:nvPr/>
            </p:nvGrpSpPr>
            <p:grpSpPr>
              <a:xfrm>
                <a:off x="4046798" y="3773929"/>
                <a:ext cx="196023" cy="135257"/>
                <a:chOff x="4046798" y="3773929"/>
                <a:chExt cx="196023" cy="135257"/>
              </a:xfrm>
              <a:solidFill>
                <a:srgbClr val="262626"/>
              </a:solidFill>
            </p:grpSpPr>
            <p:sp>
              <p:nvSpPr>
                <p:cNvPr id="4130" name="Freeform: Shape 4129">
                  <a:extLst>
                    <a:ext uri="{FF2B5EF4-FFF2-40B4-BE49-F238E27FC236}">
                      <a16:creationId xmlns:a16="http://schemas.microsoft.com/office/drawing/2014/main" id="{F2735E8A-24AE-B0B9-8032-EE755A5E2F7D}"/>
                    </a:ext>
                  </a:extLst>
                </p:cNvPr>
                <p:cNvSpPr/>
                <p:nvPr/>
              </p:nvSpPr>
              <p:spPr>
                <a:xfrm flipV="1">
                  <a:off x="4046798" y="3776276"/>
                  <a:ext cx="77617" cy="130368"/>
                </a:xfrm>
                <a:custGeom>
                  <a:avLst/>
                  <a:gdLst>
                    <a:gd name="csX0" fmla="*/ 592 w 77617"/>
                    <a:gd name="csY0" fmla="*/ 12747 h 130368"/>
                    <a:gd name="csX1" fmla="*/ 29398 w 77617"/>
                    <a:gd name="csY1" fmla="*/ 12747 h 130368"/>
                    <a:gd name="csX2" fmla="*/ 29398 w 77617"/>
                    <a:gd name="csY2" fmla="*/ 112214 h 130368"/>
                    <a:gd name="csX3" fmla="*/ -1950 w 77617"/>
                    <a:gd name="csY3" fmla="*/ 105927 h 130368"/>
                    <a:gd name="csX4" fmla="*/ -1950 w 77617"/>
                    <a:gd name="csY4" fmla="*/ 121993 h 130368"/>
                    <a:gd name="csX5" fmla="*/ 29231 w 77617"/>
                    <a:gd name="csY5" fmla="*/ 128279 h 130368"/>
                    <a:gd name="csX6" fmla="*/ 46861 w 77617"/>
                    <a:gd name="csY6" fmla="*/ 128279 h 130368"/>
                    <a:gd name="csX7" fmla="*/ 46861 w 77617"/>
                    <a:gd name="csY7" fmla="*/ 12747 h 130368"/>
                    <a:gd name="csX8" fmla="*/ 75667 w 77617"/>
                    <a:gd name="csY8" fmla="*/ 12747 h 130368"/>
                    <a:gd name="csX9" fmla="*/ 75667 w 77617"/>
                    <a:gd name="csY9" fmla="*/ -2089 h 130368"/>
                    <a:gd name="csX10" fmla="*/ 592 w 77617"/>
                    <a:gd name="csY10" fmla="*/ -2089 h 130368"/>
                    <a:gd name="csX11" fmla="*/ 592 w 77617"/>
                    <a:gd name="csY11" fmla="*/ 12747 h 1303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7617" h="130368">
                      <a:moveTo>
                        <a:pt x="592" y="12747"/>
                      </a:moveTo>
                      <a:lnTo>
                        <a:pt x="29398" y="12747"/>
                      </a:lnTo>
                      <a:lnTo>
                        <a:pt x="29398" y="112214"/>
                      </a:lnTo>
                      <a:lnTo>
                        <a:pt x="-1950" y="105927"/>
                      </a:lnTo>
                      <a:lnTo>
                        <a:pt x="-1950" y="121993"/>
                      </a:lnTo>
                      <a:lnTo>
                        <a:pt x="29231" y="128279"/>
                      </a:lnTo>
                      <a:lnTo>
                        <a:pt x="46861" y="128279"/>
                      </a:lnTo>
                      <a:lnTo>
                        <a:pt x="46861" y="12747"/>
                      </a:lnTo>
                      <a:lnTo>
                        <a:pt x="75667" y="12747"/>
                      </a:lnTo>
                      <a:lnTo>
                        <a:pt x="75667" y="-2089"/>
                      </a:lnTo>
                      <a:lnTo>
                        <a:pt x="592" y="-2089"/>
                      </a:lnTo>
                      <a:lnTo>
                        <a:pt x="592" y="12747"/>
                      </a:lnTo>
                      <a:close/>
                    </a:path>
                  </a:pathLst>
                </a:custGeom>
                <a:solidFill>
                  <a:srgbClr val="262626"/>
                </a:solidFill>
                <a:ln w="28" cap="flat">
                  <a:noFill/>
                  <a:prstDash val="solid"/>
                  <a:round/>
                </a:ln>
              </p:spPr>
              <p:txBody>
                <a:bodyPr/>
                <a:lstStyle/>
                <a:p>
                  <a:endParaRPr lang="en-US"/>
                </a:p>
              </p:txBody>
            </p:sp>
            <p:sp>
              <p:nvSpPr>
                <p:cNvPr id="4131" name="Freeform: Shape 4130">
                  <a:extLst>
                    <a:ext uri="{FF2B5EF4-FFF2-40B4-BE49-F238E27FC236}">
                      <a16:creationId xmlns:a16="http://schemas.microsoft.com/office/drawing/2014/main" id="{86318923-59FC-F68D-80A7-15B18EE52D76}"/>
                    </a:ext>
                  </a:extLst>
                </p:cNvPr>
                <p:cNvSpPr/>
                <p:nvPr/>
              </p:nvSpPr>
              <p:spPr>
                <a:xfrm flipV="1">
                  <a:off x="4152716" y="3773929"/>
                  <a:ext cx="90106" cy="135257"/>
                </a:xfrm>
                <a:custGeom>
                  <a:avLst/>
                  <a:gdLst>
                    <a:gd name="csX0" fmla="*/ 43155 w 90106"/>
                    <a:gd name="csY0" fmla="*/ 119202 h 135257"/>
                    <a:gd name="csX1" fmla="*/ 22675 w 90106"/>
                    <a:gd name="csY1" fmla="*/ 105791 h 135257"/>
                    <a:gd name="csX2" fmla="*/ 15830 w 90106"/>
                    <a:gd name="csY2" fmla="*/ 65501 h 135257"/>
                    <a:gd name="csX3" fmla="*/ 22675 w 90106"/>
                    <a:gd name="csY3" fmla="*/ 25296 h 135257"/>
                    <a:gd name="csX4" fmla="*/ 43155 w 90106"/>
                    <a:gd name="csY4" fmla="*/ 11884 h 135257"/>
                    <a:gd name="csX5" fmla="*/ 63719 w 90106"/>
                    <a:gd name="csY5" fmla="*/ 25296 h 135257"/>
                    <a:gd name="csX6" fmla="*/ 70592 w 90106"/>
                    <a:gd name="csY6" fmla="*/ 65501 h 135257"/>
                    <a:gd name="csX7" fmla="*/ 63719 w 90106"/>
                    <a:gd name="csY7" fmla="*/ 105791 h 135257"/>
                    <a:gd name="csX8" fmla="*/ 43155 w 90106"/>
                    <a:gd name="csY8" fmla="*/ 119202 h 135257"/>
                    <a:gd name="csX9" fmla="*/ 43155 w 90106"/>
                    <a:gd name="csY9" fmla="*/ 133172 h 135257"/>
                    <a:gd name="csX10" fmla="*/ 76655 w 90106"/>
                    <a:gd name="csY10" fmla="*/ 115821 h 135257"/>
                    <a:gd name="csX11" fmla="*/ 88223 w 90106"/>
                    <a:gd name="csY11" fmla="*/ 65501 h 135257"/>
                    <a:gd name="csX12" fmla="*/ 76655 w 90106"/>
                    <a:gd name="csY12" fmla="*/ 15237 h 135257"/>
                    <a:gd name="csX13" fmla="*/ 43155 w 90106"/>
                    <a:gd name="csY13" fmla="*/ -2086 h 135257"/>
                    <a:gd name="csX14" fmla="*/ 9683 w 90106"/>
                    <a:gd name="csY14" fmla="*/ 15237 h 135257"/>
                    <a:gd name="csX15" fmla="*/ -1884 w 90106"/>
                    <a:gd name="csY15" fmla="*/ 65501 h 135257"/>
                    <a:gd name="csX16" fmla="*/ 9683 w 90106"/>
                    <a:gd name="csY16" fmla="*/ 115821 h 135257"/>
                    <a:gd name="csX17" fmla="*/ 43155 w 90106"/>
                    <a:gd name="csY17" fmla="*/ 133172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0106" h="135257">
                      <a:moveTo>
                        <a:pt x="43155" y="119202"/>
                      </a:moveTo>
                      <a:cubicBezTo>
                        <a:pt x="34084" y="119202"/>
                        <a:pt x="27257" y="114732"/>
                        <a:pt x="22675" y="105791"/>
                      </a:cubicBezTo>
                      <a:cubicBezTo>
                        <a:pt x="18112" y="96869"/>
                        <a:pt x="15830" y="83439"/>
                        <a:pt x="15830" y="65501"/>
                      </a:cubicBezTo>
                      <a:cubicBezTo>
                        <a:pt x="15830" y="47638"/>
                        <a:pt x="18112" y="34236"/>
                        <a:pt x="22675" y="25296"/>
                      </a:cubicBezTo>
                      <a:cubicBezTo>
                        <a:pt x="27257" y="16355"/>
                        <a:pt x="34084" y="11884"/>
                        <a:pt x="43155" y="11884"/>
                      </a:cubicBezTo>
                      <a:cubicBezTo>
                        <a:pt x="52301" y="11884"/>
                        <a:pt x="59156" y="16355"/>
                        <a:pt x="63719" y="25296"/>
                      </a:cubicBezTo>
                      <a:cubicBezTo>
                        <a:pt x="68301" y="34236"/>
                        <a:pt x="70592" y="47638"/>
                        <a:pt x="70592" y="65501"/>
                      </a:cubicBezTo>
                      <a:cubicBezTo>
                        <a:pt x="70592" y="83439"/>
                        <a:pt x="68301" y="96869"/>
                        <a:pt x="63719" y="105791"/>
                      </a:cubicBezTo>
                      <a:cubicBezTo>
                        <a:pt x="59156" y="114732"/>
                        <a:pt x="52301" y="119202"/>
                        <a:pt x="43155" y="119202"/>
                      </a:cubicBezTo>
                      <a:close/>
                      <a:moveTo>
                        <a:pt x="43155" y="133172"/>
                      </a:moveTo>
                      <a:cubicBezTo>
                        <a:pt x="57777" y="133172"/>
                        <a:pt x="68944" y="127388"/>
                        <a:pt x="76655" y="115821"/>
                      </a:cubicBezTo>
                      <a:cubicBezTo>
                        <a:pt x="84367" y="104273"/>
                        <a:pt x="88223" y="87499"/>
                        <a:pt x="88223" y="65501"/>
                      </a:cubicBezTo>
                      <a:cubicBezTo>
                        <a:pt x="88223" y="43559"/>
                        <a:pt x="84367" y="26804"/>
                        <a:pt x="76655" y="15237"/>
                      </a:cubicBezTo>
                      <a:cubicBezTo>
                        <a:pt x="68944" y="3689"/>
                        <a:pt x="57777" y="-2086"/>
                        <a:pt x="43155" y="-2086"/>
                      </a:cubicBezTo>
                      <a:cubicBezTo>
                        <a:pt x="28552" y="-2086"/>
                        <a:pt x="17395" y="3689"/>
                        <a:pt x="9683" y="15237"/>
                      </a:cubicBezTo>
                      <a:cubicBezTo>
                        <a:pt x="1972" y="26804"/>
                        <a:pt x="-1884" y="43559"/>
                        <a:pt x="-1884" y="65501"/>
                      </a:cubicBezTo>
                      <a:cubicBezTo>
                        <a:pt x="-1884" y="87499"/>
                        <a:pt x="1972" y="104273"/>
                        <a:pt x="9683" y="115821"/>
                      </a:cubicBezTo>
                      <a:cubicBezTo>
                        <a:pt x="17395" y="127388"/>
                        <a:pt x="28552" y="133172"/>
                        <a:pt x="43155" y="133172"/>
                      </a:cubicBezTo>
                      <a:close/>
                    </a:path>
                  </a:pathLst>
                </a:custGeom>
                <a:solidFill>
                  <a:srgbClr val="262626"/>
                </a:solidFill>
                <a:ln w="28" cap="flat">
                  <a:noFill/>
                  <a:prstDash val="solid"/>
                  <a:round/>
                </a:ln>
              </p:spPr>
              <p:txBody>
                <a:bodyPr/>
                <a:lstStyle/>
                <a:p>
                  <a:endParaRPr lang="en-US"/>
                </a:p>
              </p:txBody>
            </p:sp>
          </p:grpSp>
        </p:grpSp>
        <p:grpSp>
          <p:nvGrpSpPr>
            <p:cNvPr id="4091" name="Graphic 4">
              <a:extLst>
                <a:ext uri="{FF2B5EF4-FFF2-40B4-BE49-F238E27FC236}">
                  <a16:creationId xmlns:a16="http://schemas.microsoft.com/office/drawing/2014/main" id="{779019FA-9686-5519-8260-AE5806510A2A}"/>
                </a:ext>
              </a:extLst>
            </p:cNvPr>
            <p:cNvGrpSpPr/>
            <p:nvPr/>
          </p:nvGrpSpPr>
          <p:grpSpPr>
            <a:xfrm>
              <a:off x="4838531" y="3665362"/>
              <a:ext cx="202561" cy="243824"/>
              <a:chOff x="4838531" y="3665362"/>
              <a:chExt cx="202561" cy="243824"/>
            </a:xfrm>
          </p:grpSpPr>
          <p:sp>
            <p:nvSpPr>
              <p:cNvPr id="4124" name="Freeform: Shape 4123">
                <a:extLst>
                  <a:ext uri="{FF2B5EF4-FFF2-40B4-BE49-F238E27FC236}">
                    <a16:creationId xmlns:a16="http://schemas.microsoft.com/office/drawing/2014/main" id="{217490CD-F68B-AC00-556B-115213CA8A66}"/>
                  </a:ext>
                </a:extLst>
              </p:cNvPr>
              <p:cNvSpPr/>
              <p:nvPr/>
            </p:nvSpPr>
            <p:spPr>
              <a:xfrm>
                <a:off x="4939199" y="3665362"/>
                <a:ext cx="12700" cy="60960"/>
              </a:xfrm>
              <a:custGeom>
                <a:avLst/>
                <a:gdLst>
                  <a:gd name="csX0" fmla="*/ 209 w 12700"/>
                  <a:gd name="csY0" fmla="*/ 230 h 60960"/>
                  <a:gd name="csX1" fmla="*/ 209 w 12700"/>
                  <a:gd name="csY1" fmla="*/ 61190 h 60960"/>
                </a:gdLst>
                <a:ahLst/>
                <a:cxnLst>
                  <a:cxn ang="0">
                    <a:pos x="csX0" y="csY0"/>
                  </a:cxn>
                  <a:cxn ang="0">
                    <a:pos x="csX1" y="csY1"/>
                  </a:cxn>
                </a:cxnLst>
                <a:rect l="l" t="t" r="r" b="b"/>
                <a:pathLst>
                  <a:path w="12700" h="60960">
                    <a:moveTo>
                      <a:pt x="209" y="230"/>
                    </a:moveTo>
                    <a:lnTo>
                      <a:pt x="209" y="61190"/>
                    </a:lnTo>
                  </a:path>
                </a:pathLst>
              </a:custGeom>
              <a:solidFill>
                <a:srgbClr val="262626"/>
              </a:solidFill>
              <a:ln w="12700" cap="flat">
                <a:solidFill>
                  <a:srgbClr val="262626"/>
                </a:solidFill>
                <a:prstDash val="solid"/>
                <a:round/>
              </a:ln>
            </p:spPr>
            <p:txBody>
              <a:bodyPr/>
              <a:lstStyle/>
              <a:p>
                <a:endParaRPr lang="en-US"/>
              </a:p>
            </p:txBody>
          </p:sp>
          <p:grpSp>
            <p:nvGrpSpPr>
              <p:cNvPr id="4125" name="Graphic 4">
                <a:extLst>
                  <a:ext uri="{FF2B5EF4-FFF2-40B4-BE49-F238E27FC236}">
                    <a16:creationId xmlns:a16="http://schemas.microsoft.com/office/drawing/2014/main" id="{29751567-5C9F-7396-4C66-1B6549C141C7}"/>
                  </a:ext>
                </a:extLst>
              </p:cNvPr>
              <p:cNvGrpSpPr/>
              <p:nvPr/>
            </p:nvGrpSpPr>
            <p:grpSpPr>
              <a:xfrm>
                <a:off x="4838531" y="3773929"/>
                <a:ext cx="202561" cy="135257"/>
                <a:chOff x="4838531" y="3773929"/>
                <a:chExt cx="202561" cy="135257"/>
              </a:xfrm>
              <a:solidFill>
                <a:srgbClr val="262626"/>
              </a:solidFill>
            </p:grpSpPr>
            <p:sp>
              <p:nvSpPr>
                <p:cNvPr id="4126" name="Freeform: Shape 4125">
                  <a:extLst>
                    <a:ext uri="{FF2B5EF4-FFF2-40B4-BE49-F238E27FC236}">
                      <a16:creationId xmlns:a16="http://schemas.microsoft.com/office/drawing/2014/main" id="{791999B0-1413-69C4-40C0-5AC2E57E1E93}"/>
                    </a:ext>
                  </a:extLst>
                </p:cNvPr>
                <p:cNvSpPr/>
                <p:nvPr/>
              </p:nvSpPr>
              <p:spPr>
                <a:xfrm flipV="1">
                  <a:off x="4838531" y="3773929"/>
                  <a:ext cx="82758" cy="132714"/>
                </a:xfrm>
                <a:custGeom>
                  <a:avLst/>
                  <a:gdLst>
                    <a:gd name="csX0" fmla="*/ 19461 w 82758"/>
                    <a:gd name="csY0" fmla="*/ 12705 h 132714"/>
                    <a:gd name="csX1" fmla="*/ 81013 w 82758"/>
                    <a:gd name="csY1" fmla="*/ 12705 h 132714"/>
                    <a:gd name="csX2" fmla="*/ 81013 w 82758"/>
                    <a:gd name="csY2" fmla="*/ -2131 h 132714"/>
                    <a:gd name="csX3" fmla="*/ -1746 w 82758"/>
                    <a:gd name="csY3" fmla="*/ -2131 h 132714"/>
                    <a:gd name="csX4" fmla="*/ -1746 w 82758"/>
                    <a:gd name="csY4" fmla="*/ 12705 h 132714"/>
                    <a:gd name="csX5" fmla="*/ 25608 w 82758"/>
                    <a:gd name="csY5" fmla="*/ 40589 h 132714"/>
                    <a:gd name="csX6" fmla="*/ 47401 w 82758"/>
                    <a:gd name="csY6" fmla="*/ 63193 h 132714"/>
                    <a:gd name="csX7" fmla="*/ 59219 w 82758"/>
                    <a:gd name="csY7" fmla="*/ 79286 h 132714"/>
                    <a:gd name="csX8" fmla="*/ 62600 w 82758"/>
                    <a:gd name="csY8" fmla="*/ 92250 h 132714"/>
                    <a:gd name="csX9" fmla="*/ 55308 w 82758"/>
                    <a:gd name="csY9" fmla="*/ 109182 h 132714"/>
                    <a:gd name="csX10" fmla="*/ 36309 w 82758"/>
                    <a:gd name="csY10" fmla="*/ 115748 h 132714"/>
                    <a:gd name="csX11" fmla="*/ 18790 w 82758"/>
                    <a:gd name="csY11" fmla="*/ 112870 h 132714"/>
                    <a:gd name="csX12" fmla="*/ -880 w 82758"/>
                    <a:gd name="csY12" fmla="*/ 104125 h 132714"/>
                    <a:gd name="csX13" fmla="*/ -880 w 82758"/>
                    <a:gd name="csY13" fmla="*/ 121950 h 132714"/>
                    <a:gd name="csX14" fmla="*/ 19014 w 82758"/>
                    <a:gd name="csY14" fmla="*/ 128405 h 132714"/>
                    <a:gd name="csX15" fmla="*/ 35973 w 82758"/>
                    <a:gd name="csY15" fmla="*/ 130584 h 132714"/>
                    <a:gd name="csX16" fmla="*/ 68272 w 82758"/>
                    <a:gd name="csY16" fmla="*/ 120442 h 132714"/>
                    <a:gd name="csX17" fmla="*/ 80314 w 82758"/>
                    <a:gd name="csY17" fmla="*/ 93396 h 132714"/>
                    <a:gd name="csX18" fmla="*/ 77297 w 82758"/>
                    <a:gd name="csY18" fmla="*/ 78141 h 132714"/>
                    <a:gd name="csX19" fmla="*/ 66344 w 82758"/>
                    <a:gd name="csY19" fmla="*/ 61181 h 132714"/>
                    <a:gd name="csX20" fmla="*/ 52458 w 82758"/>
                    <a:gd name="csY20" fmla="*/ 46540 h 132714"/>
                    <a:gd name="csX21" fmla="*/ 19461 w 82758"/>
                    <a:gd name="csY21" fmla="*/ 12705 h 1327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2758" h="132714">
                      <a:moveTo>
                        <a:pt x="19461" y="12705"/>
                      </a:moveTo>
                      <a:lnTo>
                        <a:pt x="81013" y="12705"/>
                      </a:lnTo>
                      <a:lnTo>
                        <a:pt x="81013" y="-2131"/>
                      </a:lnTo>
                      <a:lnTo>
                        <a:pt x="-1746" y="-2131"/>
                      </a:lnTo>
                      <a:lnTo>
                        <a:pt x="-1746" y="12705"/>
                      </a:lnTo>
                      <a:cubicBezTo>
                        <a:pt x="4941" y="19634"/>
                        <a:pt x="14059" y="28929"/>
                        <a:pt x="25608" y="40589"/>
                      </a:cubicBezTo>
                      <a:cubicBezTo>
                        <a:pt x="37175" y="52268"/>
                        <a:pt x="44439" y="59803"/>
                        <a:pt x="47401" y="63193"/>
                      </a:cubicBezTo>
                      <a:cubicBezTo>
                        <a:pt x="53045" y="69526"/>
                        <a:pt x="56984" y="74890"/>
                        <a:pt x="59219" y="79286"/>
                      </a:cubicBezTo>
                      <a:cubicBezTo>
                        <a:pt x="61473" y="83682"/>
                        <a:pt x="62600" y="88003"/>
                        <a:pt x="62600" y="92250"/>
                      </a:cubicBezTo>
                      <a:cubicBezTo>
                        <a:pt x="62600" y="99179"/>
                        <a:pt x="60169" y="104823"/>
                        <a:pt x="55308" y="109182"/>
                      </a:cubicBezTo>
                      <a:cubicBezTo>
                        <a:pt x="50446" y="113559"/>
                        <a:pt x="44113" y="115748"/>
                        <a:pt x="36309" y="115748"/>
                      </a:cubicBezTo>
                      <a:cubicBezTo>
                        <a:pt x="30776" y="115748"/>
                        <a:pt x="24937" y="114788"/>
                        <a:pt x="18790" y="112870"/>
                      </a:cubicBezTo>
                      <a:cubicBezTo>
                        <a:pt x="12662" y="110951"/>
                        <a:pt x="6105" y="108036"/>
                        <a:pt x="-880" y="104125"/>
                      </a:cubicBezTo>
                      <a:lnTo>
                        <a:pt x="-880" y="121950"/>
                      </a:lnTo>
                      <a:cubicBezTo>
                        <a:pt x="6217" y="124800"/>
                        <a:pt x="12848" y="126952"/>
                        <a:pt x="19014" y="128405"/>
                      </a:cubicBezTo>
                      <a:cubicBezTo>
                        <a:pt x="25198" y="129857"/>
                        <a:pt x="30851" y="130584"/>
                        <a:pt x="35973" y="130584"/>
                      </a:cubicBezTo>
                      <a:cubicBezTo>
                        <a:pt x="49478" y="130584"/>
                        <a:pt x="60244" y="127203"/>
                        <a:pt x="68272" y="120442"/>
                      </a:cubicBezTo>
                      <a:cubicBezTo>
                        <a:pt x="76300" y="113699"/>
                        <a:pt x="80314" y="104684"/>
                        <a:pt x="80314" y="93396"/>
                      </a:cubicBezTo>
                      <a:cubicBezTo>
                        <a:pt x="80314" y="88031"/>
                        <a:pt x="79308" y="82946"/>
                        <a:pt x="77297" y="78141"/>
                      </a:cubicBezTo>
                      <a:cubicBezTo>
                        <a:pt x="75303" y="73353"/>
                        <a:pt x="71653" y="67700"/>
                        <a:pt x="66344" y="61181"/>
                      </a:cubicBezTo>
                      <a:cubicBezTo>
                        <a:pt x="64891" y="59486"/>
                        <a:pt x="60262" y="54606"/>
                        <a:pt x="52458" y="46540"/>
                      </a:cubicBezTo>
                      <a:cubicBezTo>
                        <a:pt x="44672" y="38475"/>
                        <a:pt x="33673" y="27197"/>
                        <a:pt x="19461" y="12705"/>
                      </a:cubicBezTo>
                      <a:close/>
                    </a:path>
                  </a:pathLst>
                </a:custGeom>
                <a:solidFill>
                  <a:srgbClr val="262626"/>
                </a:solidFill>
                <a:ln w="28" cap="flat">
                  <a:noFill/>
                  <a:prstDash val="solid"/>
                  <a:round/>
                </a:ln>
              </p:spPr>
              <p:txBody>
                <a:bodyPr/>
                <a:lstStyle/>
                <a:p>
                  <a:endParaRPr lang="en-US"/>
                </a:p>
              </p:txBody>
            </p:sp>
            <p:sp>
              <p:nvSpPr>
                <p:cNvPr id="4127" name="Freeform: Shape 4126">
                  <a:extLst>
                    <a:ext uri="{FF2B5EF4-FFF2-40B4-BE49-F238E27FC236}">
                      <a16:creationId xmlns:a16="http://schemas.microsoft.com/office/drawing/2014/main" id="{6A3CEAF7-5BE5-AC33-13E5-35FA75F7B45F}"/>
                    </a:ext>
                  </a:extLst>
                </p:cNvPr>
                <p:cNvSpPr/>
                <p:nvPr/>
              </p:nvSpPr>
              <p:spPr>
                <a:xfrm flipV="1">
                  <a:off x="4950986" y="3773929"/>
                  <a:ext cx="90106" cy="135257"/>
                </a:xfrm>
                <a:custGeom>
                  <a:avLst/>
                  <a:gdLst>
                    <a:gd name="csX0" fmla="*/ 43218 w 90106"/>
                    <a:gd name="csY0" fmla="*/ 119202 h 135257"/>
                    <a:gd name="csX1" fmla="*/ 22738 w 90106"/>
                    <a:gd name="csY1" fmla="*/ 105791 h 135257"/>
                    <a:gd name="csX2" fmla="*/ 15893 w 90106"/>
                    <a:gd name="csY2" fmla="*/ 65501 h 135257"/>
                    <a:gd name="csX3" fmla="*/ 22738 w 90106"/>
                    <a:gd name="csY3" fmla="*/ 25296 h 135257"/>
                    <a:gd name="csX4" fmla="*/ 43218 w 90106"/>
                    <a:gd name="csY4" fmla="*/ 11884 h 135257"/>
                    <a:gd name="csX5" fmla="*/ 63782 w 90106"/>
                    <a:gd name="csY5" fmla="*/ 25296 h 135257"/>
                    <a:gd name="csX6" fmla="*/ 70655 w 90106"/>
                    <a:gd name="csY6" fmla="*/ 65501 h 135257"/>
                    <a:gd name="csX7" fmla="*/ 63782 w 90106"/>
                    <a:gd name="csY7" fmla="*/ 105791 h 135257"/>
                    <a:gd name="csX8" fmla="*/ 43218 w 90106"/>
                    <a:gd name="csY8" fmla="*/ 119202 h 135257"/>
                    <a:gd name="csX9" fmla="*/ 43218 w 90106"/>
                    <a:gd name="csY9" fmla="*/ 133172 h 135257"/>
                    <a:gd name="csX10" fmla="*/ 76718 w 90106"/>
                    <a:gd name="csY10" fmla="*/ 115821 h 135257"/>
                    <a:gd name="csX11" fmla="*/ 88285 w 90106"/>
                    <a:gd name="csY11" fmla="*/ 65501 h 135257"/>
                    <a:gd name="csX12" fmla="*/ 76718 w 90106"/>
                    <a:gd name="csY12" fmla="*/ 15237 h 135257"/>
                    <a:gd name="csX13" fmla="*/ 43218 w 90106"/>
                    <a:gd name="csY13" fmla="*/ -2086 h 135257"/>
                    <a:gd name="csX14" fmla="*/ 9746 w 90106"/>
                    <a:gd name="csY14" fmla="*/ 15237 h 135257"/>
                    <a:gd name="csX15" fmla="*/ -1821 w 90106"/>
                    <a:gd name="csY15" fmla="*/ 65501 h 135257"/>
                    <a:gd name="csX16" fmla="*/ 9746 w 90106"/>
                    <a:gd name="csY16" fmla="*/ 115821 h 135257"/>
                    <a:gd name="csX17" fmla="*/ 43218 w 90106"/>
                    <a:gd name="csY17" fmla="*/ 133172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0106" h="135257">
                      <a:moveTo>
                        <a:pt x="43218" y="119202"/>
                      </a:moveTo>
                      <a:cubicBezTo>
                        <a:pt x="34147" y="119202"/>
                        <a:pt x="27320" y="114732"/>
                        <a:pt x="22738" y="105791"/>
                      </a:cubicBezTo>
                      <a:cubicBezTo>
                        <a:pt x="18175" y="96869"/>
                        <a:pt x="15893" y="83439"/>
                        <a:pt x="15893" y="65501"/>
                      </a:cubicBezTo>
                      <a:cubicBezTo>
                        <a:pt x="15893" y="47638"/>
                        <a:pt x="18175" y="34236"/>
                        <a:pt x="22738" y="25296"/>
                      </a:cubicBezTo>
                      <a:cubicBezTo>
                        <a:pt x="27320" y="16355"/>
                        <a:pt x="34147" y="11884"/>
                        <a:pt x="43218" y="11884"/>
                      </a:cubicBezTo>
                      <a:cubicBezTo>
                        <a:pt x="52364" y="11884"/>
                        <a:pt x="59218" y="16355"/>
                        <a:pt x="63782" y="25296"/>
                      </a:cubicBezTo>
                      <a:cubicBezTo>
                        <a:pt x="68364" y="34236"/>
                        <a:pt x="70655" y="47638"/>
                        <a:pt x="70655" y="65501"/>
                      </a:cubicBezTo>
                      <a:cubicBezTo>
                        <a:pt x="70655" y="83439"/>
                        <a:pt x="68364" y="96869"/>
                        <a:pt x="63782" y="105791"/>
                      </a:cubicBezTo>
                      <a:cubicBezTo>
                        <a:pt x="59218" y="114732"/>
                        <a:pt x="52364" y="119202"/>
                        <a:pt x="43218" y="119202"/>
                      </a:cubicBezTo>
                      <a:close/>
                      <a:moveTo>
                        <a:pt x="43218" y="133172"/>
                      </a:moveTo>
                      <a:cubicBezTo>
                        <a:pt x="57840" y="133172"/>
                        <a:pt x="69007" y="127388"/>
                        <a:pt x="76718" y="115821"/>
                      </a:cubicBezTo>
                      <a:cubicBezTo>
                        <a:pt x="84430" y="104273"/>
                        <a:pt x="88285" y="87499"/>
                        <a:pt x="88285" y="65501"/>
                      </a:cubicBezTo>
                      <a:cubicBezTo>
                        <a:pt x="88285" y="43559"/>
                        <a:pt x="84430" y="26804"/>
                        <a:pt x="76718" y="15237"/>
                      </a:cubicBezTo>
                      <a:cubicBezTo>
                        <a:pt x="69007" y="3689"/>
                        <a:pt x="57840" y="-2086"/>
                        <a:pt x="43218" y="-2086"/>
                      </a:cubicBezTo>
                      <a:cubicBezTo>
                        <a:pt x="28615" y="-2086"/>
                        <a:pt x="17457" y="3689"/>
                        <a:pt x="9746" y="15237"/>
                      </a:cubicBezTo>
                      <a:cubicBezTo>
                        <a:pt x="2035" y="26804"/>
                        <a:pt x="-1821" y="43559"/>
                        <a:pt x="-1821" y="65501"/>
                      </a:cubicBezTo>
                      <a:cubicBezTo>
                        <a:pt x="-1821" y="87499"/>
                        <a:pt x="2035" y="104273"/>
                        <a:pt x="9746" y="115821"/>
                      </a:cubicBezTo>
                      <a:cubicBezTo>
                        <a:pt x="17457" y="127388"/>
                        <a:pt x="28615" y="133172"/>
                        <a:pt x="43218" y="133172"/>
                      </a:cubicBezTo>
                      <a:close/>
                    </a:path>
                  </a:pathLst>
                </a:custGeom>
                <a:solidFill>
                  <a:srgbClr val="262626"/>
                </a:solidFill>
                <a:ln w="28" cap="flat">
                  <a:noFill/>
                  <a:prstDash val="solid"/>
                  <a:round/>
                </a:ln>
              </p:spPr>
              <p:txBody>
                <a:bodyPr/>
                <a:lstStyle/>
                <a:p>
                  <a:endParaRPr lang="en-US"/>
                </a:p>
              </p:txBody>
            </p:sp>
          </p:grpSp>
        </p:grpSp>
        <p:grpSp>
          <p:nvGrpSpPr>
            <p:cNvPr id="4092" name="Graphic 4">
              <a:extLst>
                <a:ext uri="{FF2B5EF4-FFF2-40B4-BE49-F238E27FC236}">
                  <a16:creationId xmlns:a16="http://schemas.microsoft.com/office/drawing/2014/main" id="{252B364D-F943-128E-646D-EA2B302FEFA4}"/>
                </a:ext>
              </a:extLst>
            </p:cNvPr>
            <p:cNvGrpSpPr/>
            <p:nvPr/>
          </p:nvGrpSpPr>
          <p:grpSpPr>
            <a:xfrm>
              <a:off x="5637333" y="3665362"/>
              <a:ext cx="202030" cy="243824"/>
              <a:chOff x="5637333" y="3665362"/>
              <a:chExt cx="202030" cy="243824"/>
            </a:xfrm>
          </p:grpSpPr>
          <p:sp>
            <p:nvSpPr>
              <p:cNvPr id="4120" name="Freeform: Shape 4119">
                <a:extLst>
                  <a:ext uri="{FF2B5EF4-FFF2-40B4-BE49-F238E27FC236}">
                    <a16:creationId xmlns:a16="http://schemas.microsoft.com/office/drawing/2014/main" id="{F1A2433B-8ACA-EF77-F07E-30E181A3F457}"/>
                  </a:ext>
                </a:extLst>
              </p:cNvPr>
              <p:cNvSpPr/>
              <p:nvPr/>
            </p:nvSpPr>
            <p:spPr>
              <a:xfrm>
                <a:off x="5737470" y="3665362"/>
                <a:ext cx="12700" cy="60960"/>
              </a:xfrm>
              <a:custGeom>
                <a:avLst/>
                <a:gdLst>
                  <a:gd name="csX0" fmla="*/ 272 w 12700"/>
                  <a:gd name="csY0" fmla="*/ 230 h 60960"/>
                  <a:gd name="csX1" fmla="*/ 272 w 12700"/>
                  <a:gd name="csY1" fmla="*/ 61190 h 60960"/>
                </a:gdLst>
                <a:ahLst/>
                <a:cxnLst>
                  <a:cxn ang="0">
                    <a:pos x="csX0" y="csY0"/>
                  </a:cxn>
                  <a:cxn ang="0">
                    <a:pos x="csX1" y="csY1"/>
                  </a:cxn>
                </a:cxnLst>
                <a:rect l="l" t="t" r="r" b="b"/>
                <a:pathLst>
                  <a:path w="12700" h="60960">
                    <a:moveTo>
                      <a:pt x="272" y="230"/>
                    </a:moveTo>
                    <a:lnTo>
                      <a:pt x="272" y="61190"/>
                    </a:lnTo>
                  </a:path>
                </a:pathLst>
              </a:custGeom>
              <a:solidFill>
                <a:srgbClr val="262626"/>
              </a:solidFill>
              <a:ln w="12700" cap="flat">
                <a:solidFill>
                  <a:srgbClr val="262626"/>
                </a:solidFill>
                <a:prstDash val="solid"/>
                <a:round/>
              </a:ln>
            </p:spPr>
            <p:txBody>
              <a:bodyPr/>
              <a:lstStyle/>
              <a:p>
                <a:endParaRPr lang="en-US"/>
              </a:p>
            </p:txBody>
          </p:sp>
          <p:grpSp>
            <p:nvGrpSpPr>
              <p:cNvPr id="4121" name="Graphic 4">
                <a:extLst>
                  <a:ext uri="{FF2B5EF4-FFF2-40B4-BE49-F238E27FC236}">
                    <a16:creationId xmlns:a16="http://schemas.microsoft.com/office/drawing/2014/main" id="{30C3A395-8E34-2C87-98B6-A627C4CC7AF2}"/>
                  </a:ext>
                </a:extLst>
              </p:cNvPr>
              <p:cNvGrpSpPr/>
              <p:nvPr/>
            </p:nvGrpSpPr>
            <p:grpSpPr>
              <a:xfrm>
                <a:off x="5637333" y="3773929"/>
                <a:ext cx="202030" cy="135257"/>
                <a:chOff x="5637333" y="3773929"/>
                <a:chExt cx="202030" cy="135257"/>
              </a:xfrm>
              <a:solidFill>
                <a:srgbClr val="262626"/>
              </a:solidFill>
            </p:grpSpPr>
            <p:sp>
              <p:nvSpPr>
                <p:cNvPr id="4122" name="Freeform: Shape 4121">
                  <a:extLst>
                    <a:ext uri="{FF2B5EF4-FFF2-40B4-BE49-F238E27FC236}">
                      <a16:creationId xmlns:a16="http://schemas.microsoft.com/office/drawing/2014/main" id="{B73F63FF-4963-5F6B-9EBB-31AB296B894D}"/>
                    </a:ext>
                  </a:extLst>
                </p:cNvPr>
                <p:cNvSpPr/>
                <p:nvPr/>
              </p:nvSpPr>
              <p:spPr>
                <a:xfrm flipV="1">
                  <a:off x="5637333" y="3773929"/>
                  <a:ext cx="85803" cy="135257"/>
                </a:xfrm>
                <a:custGeom>
                  <a:avLst/>
                  <a:gdLst>
                    <a:gd name="csX0" fmla="*/ 57169 w 85803"/>
                    <a:gd name="csY0" fmla="*/ 70754 h 135257"/>
                    <a:gd name="csX1" fmla="*/ 76923 w 85803"/>
                    <a:gd name="csY1" fmla="*/ 59466 h 135257"/>
                    <a:gd name="csX2" fmla="*/ 84048 w 85803"/>
                    <a:gd name="csY2" fmla="*/ 38344 h 135257"/>
                    <a:gd name="csX3" fmla="*/ 70776 w 85803"/>
                    <a:gd name="csY3" fmla="*/ 8476 h 135257"/>
                    <a:gd name="csX4" fmla="*/ 33057 w 85803"/>
                    <a:gd name="csY4" fmla="*/ -2086 h 135257"/>
                    <a:gd name="csX5" fmla="*/ 16181 w 85803"/>
                    <a:gd name="csY5" fmla="*/ -465 h 135257"/>
                    <a:gd name="csX6" fmla="*/ -1756 w 85803"/>
                    <a:gd name="csY6" fmla="*/ 4397 h 135257"/>
                    <a:gd name="csX7" fmla="*/ -1756 w 85803"/>
                    <a:gd name="csY7" fmla="*/ 21412 h 135257"/>
                    <a:gd name="csX8" fmla="*/ 14281 w 85803"/>
                    <a:gd name="csY8" fmla="*/ 14958 h 135257"/>
                    <a:gd name="csX9" fmla="*/ 32554 w 85803"/>
                    <a:gd name="csY9" fmla="*/ 12779 h 135257"/>
                    <a:gd name="csX10" fmla="*/ 57812 w 85803"/>
                    <a:gd name="csY10" fmla="*/ 19317 h 135257"/>
                    <a:gd name="csX11" fmla="*/ 66501 w 85803"/>
                    <a:gd name="csY11" fmla="*/ 38344 h 135257"/>
                    <a:gd name="csX12" fmla="*/ 58427 w 85803"/>
                    <a:gd name="csY12" fmla="*/ 56365 h 135257"/>
                    <a:gd name="csX13" fmla="*/ 35963 w 85803"/>
                    <a:gd name="csY13" fmla="*/ 62875 h 135257"/>
                    <a:gd name="csX14" fmla="*/ 20763 w 85803"/>
                    <a:gd name="csY14" fmla="*/ 62875 h 135257"/>
                    <a:gd name="csX15" fmla="*/ 20763 w 85803"/>
                    <a:gd name="csY15" fmla="*/ 77376 h 135257"/>
                    <a:gd name="csX16" fmla="*/ 36661 w 85803"/>
                    <a:gd name="csY16" fmla="*/ 77376 h 135257"/>
                    <a:gd name="csX17" fmla="*/ 56555 w 85803"/>
                    <a:gd name="csY17" fmla="*/ 82573 h 135257"/>
                    <a:gd name="csX18" fmla="*/ 63456 w 85803"/>
                    <a:gd name="csY18" fmla="*/ 97549 h 135257"/>
                    <a:gd name="csX19" fmla="*/ 56331 w 85803"/>
                    <a:gd name="csY19" fmla="*/ 112943 h 135257"/>
                    <a:gd name="csX20" fmla="*/ 35963 w 85803"/>
                    <a:gd name="csY20" fmla="*/ 118336 h 135257"/>
                    <a:gd name="csX21" fmla="*/ 20400 w 85803"/>
                    <a:gd name="csY21" fmla="*/ 116743 h 135257"/>
                    <a:gd name="csX22" fmla="*/ 2155 w 85803"/>
                    <a:gd name="csY22" fmla="*/ 111882 h 135257"/>
                    <a:gd name="csX23" fmla="*/ 2155 w 85803"/>
                    <a:gd name="csY23" fmla="*/ 127584 h 135257"/>
                    <a:gd name="csX24" fmla="*/ 20987 w 85803"/>
                    <a:gd name="csY24" fmla="*/ 131775 h 135257"/>
                    <a:gd name="csX25" fmla="*/ 37527 w 85803"/>
                    <a:gd name="csY25" fmla="*/ 133172 h 135257"/>
                    <a:gd name="csX26" fmla="*/ 69295 w 85803"/>
                    <a:gd name="csY26" fmla="*/ 124036 h 135257"/>
                    <a:gd name="csX27" fmla="*/ 81002 w 85803"/>
                    <a:gd name="csY27" fmla="*/ 99393 h 135257"/>
                    <a:gd name="csX28" fmla="*/ 74799 w 85803"/>
                    <a:gd name="csY28" fmla="*/ 81092 h 135257"/>
                    <a:gd name="csX29" fmla="*/ 57169 w 85803"/>
                    <a:gd name="csY29" fmla="*/ 70754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85803" h="135257">
                      <a:moveTo>
                        <a:pt x="57169" y="70754"/>
                      </a:moveTo>
                      <a:cubicBezTo>
                        <a:pt x="65607" y="68947"/>
                        <a:pt x="72192" y="65185"/>
                        <a:pt x="76923" y="59466"/>
                      </a:cubicBezTo>
                      <a:cubicBezTo>
                        <a:pt x="81673" y="53767"/>
                        <a:pt x="84048" y="46726"/>
                        <a:pt x="84048" y="38344"/>
                      </a:cubicBezTo>
                      <a:cubicBezTo>
                        <a:pt x="84048" y="25491"/>
                        <a:pt x="79624" y="15535"/>
                        <a:pt x="70776" y="8476"/>
                      </a:cubicBezTo>
                      <a:cubicBezTo>
                        <a:pt x="61928" y="1435"/>
                        <a:pt x="49355" y="-2086"/>
                        <a:pt x="33057" y="-2086"/>
                      </a:cubicBezTo>
                      <a:cubicBezTo>
                        <a:pt x="27599" y="-2086"/>
                        <a:pt x="21974" y="-1545"/>
                        <a:pt x="16181" y="-465"/>
                      </a:cubicBezTo>
                      <a:cubicBezTo>
                        <a:pt x="10388" y="615"/>
                        <a:pt x="4409" y="2236"/>
                        <a:pt x="-1756" y="4397"/>
                      </a:cubicBezTo>
                      <a:lnTo>
                        <a:pt x="-1756" y="21412"/>
                      </a:lnTo>
                      <a:cubicBezTo>
                        <a:pt x="3124" y="18562"/>
                        <a:pt x="8470" y="16411"/>
                        <a:pt x="14281" y="14958"/>
                      </a:cubicBezTo>
                      <a:cubicBezTo>
                        <a:pt x="20111" y="13505"/>
                        <a:pt x="26202" y="12779"/>
                        <a:pt x="32554" y="12779"/>
                      </a:cubicBezTo>
                      <a:cubicBezTo>
                        <a:pt x="43600" y="12779"/>
                        <a:pt x="52019" y="14958"/>
                        <a:pt x="57812" y="19317"/>
                      </a:cubicBezTo>
                      <a:cubicBezTo>
                        <a:pt x="63605" y="23675"/>
                        <a:pt x="66501" y="30018"/>
                        <a:pt x="66501" y="38344"/>
                      </a:cubicBezTo>
                      <a:cubicBezTo>
                        <a:pt x="66501" y="46036"/>
                        <a:pt x="63810" y="52044"/>
                        <a:pt x="58427" y="56365"/>
                      </a:cubicBezTo>
                      <a:cubicBezTo>
                        <a:pt x="53043" y="60705"/>
                        <a:pt x="45555" y="62875"/>
                        <a:pt x="35963" y="62875"/>
                      </a:cubicBezTo>
                      <a:lnTo>
                        <a:pt x="20763" y="62875"/>
                      </a:lnTo>
                      <a:lnTo>
                        <a:pt x="20763" y="77376"/>
                      </a:lnTo>
                      <a:lnTo>
                        <a:pt x="36661" y="77376"/>
                      </a:lnTo>
                      <a:cubicBezTo>
                        <a:pt x="45323" y="77376"/>
                        <a:pt x="51954" y="79108"/>
                        <a:pt x="56555" y="82573"/>
                      </a:cubicBezTo>
                      <a:cubicBezTo>
                        <a:pt x="61155" y="86037"/>
                        <a:pt x="63456" y="91029"/>
                        <a:pt x="63456" y="97549"/>
                      </a:cubicBezTo>
                      <a:cubicBezTo>
                        <a:pt x="63456" y="104235"/>
                        <a:pt x="61081" y="109367"/>
                        <a:pt x="56331" y="112943"/>
                      </a:cubicBezTo>
                      <a:cubicBezTo>
                        <a:pt x="51600" y="116538"/>
                        <a:pt x="44810" y="118336"/>
                        <a:pt x="35963" y="118336"/>
                      </a:cubicBezTo>
                      <a:cubicBezTo>
                        <a:pt x="31120" y="118336"/>
                        <a:pt x="25932" y="117805"/>
                        <a:pt x="20400" y="116743"/>
                      </a:cubicBezTo>
                      <a:cubicBezTo>
                        <a:pt x="14868" y="115700"/>
                        <a:pt x="8786" y="114080"/>
                        <a:pt x="2155" y="111882"/>
                      </a:cubicBezTo>
                      <a:lnTo>
                        <a:pt x="2155" y="127584"/>
                      </a:lnTo>
                      <a:cubicBezTo>
                        <a:pt x="8861" y="129447"/>
                        <a:pt x="15138" y="130844"/>
                        <a:pt x="20987" y="131775"/>
                      </a:cubicBezTo>
                      <a:cubicBezTo>
                        <a:pt x="26836" y="132706"/>
                        <a:pt x="32349" y="133172"/>
                        <a:pt x="37527" y="133172"/>
                      </a:cubicBezTo>
                      <a:cubicBezTo>
                        <a:pt x="50920" y="133172"/>
                        <a:pt x="61509" y="130127"/>
                        <a:pt x="69295" y="124036"/>
                      </a:cubicBezTo>
                      <a:cubicBezTo>
                        <a:pt x="77100" y="117963"/>
                        <a:pt x="81002" y="109749"/>
                        <a:pt x="81002" y="99393"/>
                      </a:cubicBezTo>
                      <a:cubicBezTo>
                        <a:pt x="81002" y="92165"/>
                        <a:pt x="78934" y="86065"/>
                        <a:pt x="74799" y="81092"/>
                      </a:cubicBezTo>
                      <a:cubicBezTo>
                        <a:pt x="70664" y="76119"/>
                        <a:pt x="64788" y="72673"/>
                        <a:pt x="57169" y="70754"/>
                      </a:cubicBezTo>
                      <a:close/>
                    </a:path>
                  </a:pathLst>
                </a:custGeom>
                <a:solidFill>
                  <a:srgbClr val="262626"/>
                </a:solidFill>
                <a:ln w="28" cap="flat">
                  <a:noFill/>
                  <a:prstDash val="solid"/>
                  <a:round/>
                </a:ln>
              </p:spPr>
              <p:txBody>
                <a:bodyPr/>
                <a:lstStyle/>
                <a:p>
                  <a:endParaRPr lang="en-US"/>
                </a:p>
              </p:txBody>
            </p:sp>
            <p:sp>
              <p:nvSpPr>
                <p:cNvPr id="4123" name="Freeform: Shape 4122">
                  <a:extLst>
                    <a:ext uri="{FF2B5EF4-FFF2-40B4-BE49-F238E27FC236}">
                      <a16:creationId xmlns:a16="http://schemas.microsoft.com/office/drawing/2014/main" id="{A45A76A6-56E1-CB0A-661A-4B24E373A814}"/>
                    </a:ext>
                  </a:extLst>
                </p:cNvPr>
                <p:cNvSpPr/>
                <p:nvPr/>
              </p:nvSpPr>
              <p:spPr>
                <a:xfrm flipV="1">
                  <a:off x="5749257" y="3773929"/>
                  <a:ext cx="90106" cy="135257"/>
                </a:xfrm>
                <a:custGeom>
                  <a:avLst/>
                  <a:gdLst>
                    <a:gd name="csX0" fmla="*/ 43281 w 90106"/>
                    <a:gd name="csY0" fmla="*/ 119202 h 135257"/>
                    <a:gd name="csX1" fmla="*/ 22801 w 90106"/>
                    <a:gd name="csY1" fmla="*/ 105791 h 135257"/>
                    <a:gd name="csX2" fmla="*/ 15956 w 90106"/>
                    <a:gd name="csY2" fmla="*/ 65501 h 135257"/>
                    <a:gd name="csX3" fmla="*/ 22801 w 90106"/>
                    <a:gd name="csY3" fmla="*/ 25296 h 135257"/>
                    <a:gd name="csX4" fmla="*/ 43281 w 90106"/>
                    <a:gd name="csY4" fmla="*/ 11884 h 135257"/>
                    <a:gd name="csX5" fmla="*/ 63845 w 90106"/>
                    <a:gd name="csY5" fmla="*/ 25296 h 135257"/>
                    <a:gd name="csX6" fmla="*/ 70718 w 90106"/>
                    <a:gd name="csY6" fmla="*/ 65501 h 135257"/>
                    <a:gd name="csX7" fmla="*/ 63845 w 90106"/>
                    <a:gd name="csY7" fmla="*/ 105791 h 135257"/>
                    <a:gd name="csX8" fmla="*/ 43281 w 90106"/>
                    <a:gd name="csY8" fmla="*/ 119202 h 135257"/>
                    <a:gd name="csX9" fmla="*/ 43281 w 90106"/>
                    <a:gd name="csY9" fmla="*/ 133172 h 135257"/>
                    <a:gd name="csX10" fmla="*/ 76781 w 90106"/>
                    <a:gd name="csY10" fmla="*/ 115821 h 135257"/>
                    <a:gd name="csX11" fmla="*/ 88348 w 90106"/>
                    <a:gd name="csY11" fmla="*/ 65501 h 135257"/>
                    <a:gd name="csX12" fmla="*/ 76781 w 90106"/>
                    <a:gd name="csY12" fmla="*/ 15237 h 135257"/>
                    <a:gd name="csX13" fmla="*/ 43281 w 90106"/>
                    <a:gd name="csY13" fmla="*/ -2086 h 135257"/>
                    <a:gd name="csX14" fmla="*/ 9809 w 90106"/>
                    <a:gd name="csY14" fmla="*/ 15237 h 135257"/>
                    <a:gd name="csX15" fmla="*/ -1758 w 90106"/>
                    <a:gd name="csY15" fmla="*/ 65501 h 135257"/>
                    <a:gd name="csX16" fmla="*/ 9809 w 90106"/>
                    <a:gd name="csY16" fmla="*/ 115821 h 135257"/>
                    <a:gd name="csX17" fmla="*/ 43281 w 90106"/>
                    <a:gd name="csY17" fmla="*/ 133172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0106" h="135257">
                      <a:moveTo>
                        <a:pt x="43281" y="119202"/>
                      </a:moveTo>
                      <a:cubicBezTo>
                        <a:pt x="34210" y="119202"/>
                        <a:pt x="27383" y="114732"/>
                        <a:pt x="22801" y="105791"/>
                      </a:cubicBezTo>
                      <a:cubicBezTo>
                        <a:pt x="18237" y="96869"/>
                        <a:pt x="15956" y="83439"/>
                        <a:pt x="15956" y="65501"/>
                      </a:cubicBezTo>
                      <a:cubicBezTo>
                        <a:pt x="15956" y="47638"/>
                        <a:pt x="18237" y="34236"/>
                        <a:pt x="22801" y="25296"/>
                      </a:cubicBezTo>
                      <a:cubicBezTo>
                        <a:pt x="27383" y="16355"/>
                        <a:pt x="34210" y="11884"/>
                        <a:pt x="43281" y="11884"/>
                      </a:cubicBezTo>
                      <a:cubicBezTo>
                        <a:pt x="52427" y="11884"/>
                        <a:pt x="59281" y="16355"/>
                        <a:pt x="63845" y="25296"/>
                      </a:cubicBezTo>
                      <a:cubicBezTo>
                        <a:pt x="68427" y="34236"/>
                        <a:pt x="70718" y="47638"/>
                        <a:pt x="70718" y="65501"/>
                      </a:cubicBezTo>
                      <a:cubicBezTo>
                        <a:pt x="70718" y="83439"/>
                        <a:pt x="68427" y="96869"/>
                        <a:pt x="63845" y="105791"/>
                      </a:cubicBezTo>
                      <a:cubicBezTo>
                        <a:pt x="59281" y="114732"/>
                        <a:pt x="52427" y="119202"/>
                        <a:pt x="43281" y="119202"/>
                      </a:cubicBezTo>
                      <a:close/>
                      <a:moveTo>
                        <a:pt x="43281" y="133172"/>
                      </a:moveTo>
                      <a:cubicBezTo>
                        <a:pt x="57903" y="133172"/>
                        <a:pt x="69070" y="127388"/>
                        <a:pt x="76781" y="115821"/>
                      </a:cubicBezTo>
                      <a:cubicBezTo>
                        <a:pt x="84493" y="104273"/>
                        <a:pt x="88348" y="87499"/>
                        <a:pt x="88348" y="65501"/>
                      </a:cubicBezTo>
                      <a:cubicBezTo>
                        <a:pt x="88348" y="43559"/>
                        <a:pt x="84493" y="26804"/>
                        <a:pt x="76781" y="15237"/>
                      </a:cubicBezTo>
                      <a:cubicBezTo>
                        <a:pt x="69070" y="3689"/>
                        <a:pt x="57903" y="-2086"/>
                        <a:pt x="43281" y="-2086"/>
                      </a:cubicBezTo>
                      <a:cubicBezTo>
                        <a:pt x="28678" y="-2086"/>
                        <a:pt x="17520" y="3689"/>
                        <a:pt x="9809" y="15237"/>
                      </a:cubicBezTo>
                      <a:cubicBezTo>
                        <a:pt x="2097" y="26804"/>
                        <a:pt x="-1758" y="43559"/>
                        <a:pt x="-1758" y="65501"/>
                      </a:cubicBezTo>
                      <a:cubicBezTo>
                        <a:pt x="-1758" y="87499"/>
                        <a:pt x="2097" y="104273"/>
                        <a:pt x="9809" y="115821"/>
                      </a:cubicBezTo>
                      <a:cubicBezTo>
                        <a:pt x="17520" y="127388"/>
                        <a:pt x="28678" y="133172"/>
                        <a:pt x="43281" y="133172"/>
                      </a:cubicBezTo>
                      <a:close/>
                    </a:path>
                  </a:pathLst>
                </a:custGeom>
                <a:solidFill>
                  <a:srgbClr val="262626"/>
                </a:solidFill>
                <a:ln w="28" cap="flat">
                  <a:noFill/>
                  <a:prstDash val="solid"/>
                  <a:round/>
                </a:ln>
              </p:spPr>
              <p:txBody>
                <a:bodyPr/>
                <a:lstStyle/>
                <a:p>
                  <a:endParaRPr lang="en-US"/>
                </a:p>
              </p:txBody>
            </p:sp>
          </p:grpSp>
        </p:grpSp>
        <p:grpSp>
          <p:nvGrpSpPr>
            <p:cNvPr id="4093" name="Graphic 4">
              <a:extLst>
                <a:ext uri="{FF2B5EF4-FFF2-40B4-BE49-F238E27FC236}">
                  <a16:creationId xmlns:a16="http://schemas.microsoft.com/office/drawing/2014/main" id="{26B72202-6E86-26D4-3CED-D56D65DA51B9}"/>
                </a:ext>
              </a:extLst>
            </p:cNvPr>
            <p:cNvGrpSpPr/>
            <p:nvPr/>
          </p:nvGrpSpPr>
          <p:grpSpPr>
            <a:xfrm>
              <a:off x="6430715" y="3665362"/>
              <a:ext cx="206920" cy="243824"/>
              <a:chOff x="6430715" y="3665362"/>
              <a:chExt cx="206920" cy="243824"/>
            </a:xfrm>
          </p:grpSpPr>
          <p:sp>
            <p:nvSpPr>
              <p:cNvPr id="4116" name="Freeform: Shape 4115">
                <a:extLst>
                  <a:ext uri="{FF2B5EF4-FFF2-40B4-BE49-F238E27FC236}">
                    <a16:creationId xmlns:a16="http://schemas.microsoft.com/office/drawing/2014/main" id="{5A2821BE-ECDD-005C-DFEC-C7635699FA52}"/>
                  </a:ext>
                </a:extLst>
              </p:cNvPr>
              <p:cNvSpPr/>
              <p:nvPr/>
            </p:nvSpPr>
            <p:spPr>
              <a:xfrm>
                <a:off x="6535741" y="3665362"/>
                <a:ext cx="12700" cy="60960"/>
              </a:xfrm>
              <a:custGeom>
                <a:avLst/>
                <a:gdLst>
                  <a:gd name="csX0" fmla="*/ 335 w 12700"/>
                  <a:gd name="csY0" fmla="*/ 230 h 60960"/>
                  <a:gd name="csX1" fmla="*/ 335 w 12700"/>
                  <a:gd name="csY1" fmla="*/ 61190 h 60960"/>
                </a:gdLst>
                <a:ahLst/>
                <a:cxnLst>
                  <a:cxn ang="0">
                    <a:pos x="csX0" y="csY0"/>
                  </a:cxn>
                  <a:cxn ang="0">
                    <a:pos x="csX1" y="csY1"/>
                  </a:cxn>
                </a:cxnLst>
                <a:rect l="l" t="t" r="r" b="b"/>
                <a:pathLst>
                  <a:path w="12700" h="60960">
                    <a:moveTo>
                      <a:pt x="335" y="230"/>
                    </a:moveTo>
                    <a:lnTo>
                      <a:pt x="335" y="61190"/>
                    </a:lnTo>
                  </a:path>
                </a:pathLst>
              </a:custGeom>
              <a:solidFill>
                <a:srgbClr val="262626"/>
              </a:solidFill>
              <a:ln w="12700" cap="flat">
                <a:solidFill>
                  <a:srgbClr val="262626"/>
                </a:solidFill>
                <a:prstDash val="solid"/>
                <a:round/>
              </a:ln>
            </p:spPr>
            <p:txBody>
              <a:bodyPr/>
              <a:lstStyle/>
              <a:p>
                <a:endParaRPr lang="en-US"/>
              </a:p>
            </p:txBody>
          </p:sp>
          <p:grpSp>
            <p:nvGrpSpPr>
              <p:cNvPr id="4117" name="Graphic 4">
                <a:extLst>
                  <a:ext uri="{FF2B5EF4-FFF2-40B4-BE49-F238E27FC236}">
                    <a16:creationId xmlns:a16="http://schemas.microsoft.com/office/drawing/2014/main" id="{8CDFF610-5236-C828-996D-308F6E9C51E3}"/>
                  </a:ext>
                </a:extLst>
              </p:cNvPr>
              <p:cNvGrpSpPr/>
              <p:nvPr/>
            </p:nvGrpSpPr>
            <p:grpSpPr>
              <a:xfrm>
                <a:off x="6430715" y="3773929"/>
                <a:ext cx="206920" cy="135257"/>
                <a:chOff x="6430715" y="3773929"/>
                <a:chExt cx="206920" cy="135257"/>
              </a:xfrm>
              <a:solidFill>
                <a:srgbClr val="262626"/>
              </a:solidFill>
            </p:grpSpPr>
            <p:sp>
              <p:nvSpPr>
                <p:cNvPr id="4118" name="Freeform: Shape 4117">
                  <a:extLst>
                    <a:ext uri="{FF2B5EF4-FFF2-40B4-BE49-F238E27FC236}">
                      <a16:creationId xmlns:a16="http://schemas.microsoft.com/office/drawing/2014/main" id="{5AABF9F0-0FAA-D5D7-BF8B-7C2350C086D0}"/>
                    </a:ext>
                  </a:extLst>
                </p:cNvPr>
                <p:cNvSpPr/>
                <p:nvPr/>
              </p:nvSpPr>
              <p:spPr>
                <a:xfrm flipV="1">
                  <a:off x="6430715" y="3776276"/>
                  <a:ext cx="94996" cy="130368"/>
                </a:xfrm>
                <a:custGeom>
                  <a:avLst/>
                  <a:gdLst>
                    <a:gd name="csX0" fmla="*/ 57159 w 94996"/>
                    <a:gd name="csY0" fmla="*/ 112912 h 130368"/>
                    <a:gd name="csX1" fmla="*/ 12622 w 94996"/>
                    <a:gd name="csY1" fmla="*/ 43313 h 130368"/>
                    <a:gd name="csX2" fmla="*/ 57159 w 94996"/>
                    <a:gd name="csY2" fmla="*/ 43313 h 130368"/>
                    <a:gd name="csX3" fmla="*/ 57159 w 94996"/>
                    <a:gd name="csY3" fmla="*/ 112912 h 130368"/>
                    <a:gd name="csX4" fmla="*/ 52521 w 94996"/>
                    <a:gd name="csY4" fmla="*/ 128279 h 130368"/>
                    <a:gd name="csX5" fmla="*/ 74705 w 94996"/>
                    <a:gd name="csY5" fmla="*/ 128279 h 130368"/>
                    <a:gd name="csX6" fmla="*/ 74705 w 94996"/>
                    <a:gd name="csY6" fmla="*/ 43313 h 130368"/>
                    <a:gd name="csX7" fmla="*/ 93313 w 94996"/>
                    <a:gd name="csY7" fmla="*/ 43313 h 130368"/>
                    <a:gd name="csX8" fmla="*/ 93313 w 94996"/>
                    <a:gd name="csY8" fmla="*/ 28645 h 130368"/>
                    <a:gd name="csX9" fmla="*/ 74705 w 94996"/>
                    <a:gd name="csY9" fmla="*/ 28645 h 130368"/>
                    <a:gd name="csX10" fmla="*/ 74705 w 94996"/>
                    <a:gd name="csY10" fmla="*/ -2089 h 130368"/>
                    <a:gd name="csX11" fmla="*/ 57159 w 94996"/>
                    <a:gd name="csY11" fmla="*/ -2089 h 130368"/>
                    <a:gd name="csX12" fmla="*/ 57159 w 94996"/>
                    <a:gd name="csY12" fmla="*/ 28645 h 130368"/>
                    <a:gd name="csX13" fmla="*/ -1683 w 94996"/>
                    <a:gd name="csY13" fmla="*/ 28645 h 130368"/>
                    <a:gd name="csX14" fmla="*/ -1683 w 94996"/>
                    <a:gd name="csY14" fmla="*/ 45660 h 130368"/>
                    <a:gd name="csX15" fmla="*/ 52521 w 94996"/>
                    <a:gd name="csY15" fmla="*/ 128279 h 1303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94996" h="130368">
                      <a:moveTo>
                        <a:pt x="57159" y="112912"/>
                      </a:moveTo>
                      <a:lnTo>
                        <a:pt x="12622" y="43313"/>
                      </a:lnTo>
                      <a:lnTo>
                        <a:pt x="57159" y="43313"/>
                      </a:lnTo>
                      <a:lnTo>
                        <a:pt x="57159" y="112912"/>
                      </a:lnTo>
                      <a:close/>
                      <a:moveTo>
                        <a:pt x="52521" y="128279"/>
                      </a:moveTo>
                      <a:lnTo>
                        <a:pt x="74705" y="128279"/>
                      </a:lnTo>
                      <a:lnTo>
                        <a:pt x="74705" y="43313"/>
                      </a:lnTo>
                      <a:lnTo>
                        <a:pt x="93313" y="43313"/>
                      </a:lnTo>
                      <a:lnTo>
                        <a:pt x="93313" y="28645"/>
                      </a:lnTo>
                      <a:lnTo>
                        <a:pt x="74705" y="28645"/>
                      </a:lnTo>
                      <a:lnTo>
                        <a:pt x="74705" y="-2089"/>
                      </a:lnTo>
                      <a:lnTo>
                        <a:pt x="57159" y="-2089"/>
                      </a:lnTo>
                      <a:lnTo>
                        <a:pt x="57159" y="28645"/>
                      </a:lnTo>
                      <a:lnTo>
                        <a:pt x="-1683" y="28645"/>
                      </a:lnTo>
                      <a:lnTo>
                        <a:pt x="-1683" y="45660"/>
                      </a:lnTo>
                      <a:lnTo>
                        <a:pt x="52521" y="128279"/>
                      </a:lnTo>
                      <a:close/>
                    </a:path>
                  </a:pathLst>
                </a:custGeom>
                <a:solidFill>
                  <a:srgbClr val="262626"/>
                </a:solidFill>
                <a:ln w="28" cap="flat">
                  <a:noFill/>
                  <a:prstDash val="solid"/>
                  <a:round/>
                </a:ln>
              </p:spPr>
              <p:txBody>
                <a:bodyPr/>
                <a:lstStyle/>
                <a:p>
                  <a:endParaRPr lang="en-US"/>
                </a:p>
              </p:txBody>
            </p:sp>
            <p:sp>
              <p:nvSpPr>
                <p:cNvPr id="4119" name="Freeform: Shape 4118">
                  <a:extLst>
                    <a:ext uri="{FF2B5EF4-FFF2-40B4-BE49-F238E27FC236}">
                      <a16:creationId xmlns:a16="http://schemas.microsoft.com/office/drawing/2014/main" id="{E97A98D0-864A-5A57-3DC8-9561C577A6A5}"/>
                    </a:ext>
                  </a:extLst>
                </p:cNvPr>
                <p:cNvSpPr/>
                <p:nvPr/>
              </p:nvSpPr>
              <p:spPr>
                <a:xfrm flipV="1">
                  <a:off x="6547528" y="3773929"/>
                  <a:ext cx="90106" cy="135257"/>
                </a:xfrm>
                <a:custGeom>
                  <a:avLst/>
                  <a:gdLst>
                    <a:gd name="csX0" fmla="*/ 43344 w 90106"/>
                    <a:gd name="csY0" fmla="*/ 119202 h 135257"/>
                    <a:gd name="csX1" fmla="*/ 22864 w 90106"/>
                    <a:gd name="csY1" fmla="*/ 105791 h 135257"/>
                    <a:gd name="csX2" fmla="*/ 16019 w 90106"/>
                    <a:gd name="csY2" fmla="*/ 65501 h 135257"/>
                    <a:gd name="csX3" fmla="*/ 22864 w 90106"/>
                    <a:gd name="csY3" fmla="*/ 25296 h 135257"/>
                    <a:gd name="csX4" fmla="*/ 43344 w 90106"/>
                    <a:gd name="csY4" fmla="*/ 11884 h 135257"/>
                    <a:gd name="csX5" fmla="*/ 63908 w 90106"/>
                    <a:gd name="csY5" fmla="*/ 25296 h 135257"/>
                    <a:gd name="csX6" fmla="*/ 70781 w 90106"/>
                    <a:gd name="csY6" fmla="*/ 65501 h 135257"/>
                    <a:gd name="csX7" fmla="*/ 63908 w 90106"/>
                    <a:gd name="csY7" fmla="*/ 105791 h 135257"/>
                    <a:gd name="csX8" fmla="*/ 43344 w 90106"/>
                    <a:gd name="csY8" fmla="*/ 119202 h 135257"/>
                    <a:gd name="csX9" fmla="*/ 43344 w 90106"/>
                    <a:gd name="csY9" fmla="*/ 133172 h 135257"/>
                    <a:gd name="csX10" fmla="*/ 76844 w 90106"/>
                    <a:gd name="csY10" fmla="*/ 115821 h 135257"/>
                    <a:gd name="csX11" fmla="*/ 88411 w 90106"/>
                    <a:gd name="csY11" fmla="*/ 65501 h 135257"/>
                    <a:gd name="csX12" fmla="*/ 76844 w 90106"/>
                    <a:gd name="csY12" fmla="*/ 15237 h 135257"/>
                    <a:gd name="csX13" fmla="*/ 43344 w 90106"/>
                    <a:gd name="csY13" fmla="*/ -2086 h 135257"/>
                    <a:gd name="csX14" fmla="*/ 9872 w 90106"/>
                    <a:gd name="csY14" fmla="*/ 15237 h 135257"/>
                    <a:gd name="csX15" fmla="*/ -1695 w 90106"/>
                    <a:gd name="csY15" fmla="*/ 65501 h 135257"/>
                    <a:gd name="csX16" fmla="*/ 9872 w 90106"/>
                    <a:gd name="csY16" fmla="*/ 115821 h 135257"/>
                    <a:gd name="csX17" fmla="*/ 43344 w 90106"/>
                    <a:gd name="csY17" fmla="*/ 133172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0106" h="135257">
                      <a:moveTo>
                        <a:pt x="43344" y="119202"/>
                      </a:moveTo>
                      <a:cubicBezTo>
                        <a:pt x="34273" y="119202"/>
                        <a:pt x="27446" y="114732"/>
                        <a:pt x="22864" y="105791"/>
                      </a:cubicBezTo>
                      <a:cubicBezTo>
                        <a:pt x="18300" y="96869"/>
                        <a:pt x="16019" y="83439"/>
                        <a:pt x="16019" y="65501"/>
                      </a:cubicBezTo>
                      <a:cubicBezTo>
                        <a:pt x="16019" y="47638"/>
                        <a:pt x="18300" y="34236"/>
                        <a:pt x="22864" y="25296"/>
                      </a:cubicBezTo>
                      <a:cubicBezTo>
                        <a:pt x="27446" y="16355"/>
                        <a:pt x="34273" y="11884"/>
                        <a:pt x="43344" y="11884"/>
                      </a:cubicBezTo>
                      <a:cubicBezTo>
                        <a:pt x="52490" y="11884"/>
                        <a:pt x="59344" y="16355"/>
                        <a:pt x="63908" y="25296"/>
                      </a:cubicBezTo>
                      <a:cubicBezTo>
                        <a:pt x="68490" y="34236"/>
                        <a:pt x="70781" y="47638"/>
                        <a:pt x="70781" y="65501"/>
                      </a:cubicBezTo>
                      <a:cubicBezTo>
                        <a:pt x="70781" y="83439"/>
                        <a:pt x="68490" y="96869"/>
                        <a:pt x="63908" y="105791"/>
                      </a:cubicBezTo>
                      <a:cubicBezTo>
                        <a:pt x="59344" y="114732"/>
                        <a:pt x="52490" y="119202"/>
                        <a:pt x="43344" y="119202"/>
                      </a:cubicBezTo>
                      <a:close/>
                      <a:moveTo>
                        <a:pt x="43344" y="133172"/>
                      </a:moveTo>
                      <a:cubicBezTo>
                        <a:pt x="57966" y="133172"/>
                        <a:pt x="69133" y="127388"/>
                        <a:pt x="76844" y="115821"/>
                      </a:cubicBezTo>
                      <a:cubicBezTo>
                        <a:pt x="84555" y="104273"/>
                        <a:pt x="88411" y="87499"/>
                        <a:pt x="88411" y="65501"/>
                      </a:cubicBezTo>
                      <a:cubicBezTo>
                        <a:pt x="88411" y="43559"/>
                        <a:pt x="84555" y="26804"/>
                        <a:pt x="76844" y="15237"/>
                      </a:cubicBezTo>
                      <a:cubicBezTo>
                        <a:pt x="69133" y="3689"/>
                        <a:pt x="57966" y="-2086"/>
                        <a:pt x="43344" y="-2086"/>
                      </a:cubicBezTo>
                      <a:cubicBezTo>
                        <a:pt x="28741" y="-2086"/>
                        <a:pt x="17583" y="3689"/>
                        <a:pt x="9872" y="15237"/>
                      </a:cubicBezTo>
                      <a:cubicBezTo>
                        <a:pt x="2160" y="26804"/>
                        <a:pt x="-1695" y="43559"/>
                        <a:pt x="-1695" y="65501"/>
                      </a:cubicBezTo>
                      <a:cubicBezTo>
                        <a:pt x="-1695" y="87499"/>
                        <a:pt x="2160" y="104273"/>
                        <a:pt x="9872" y="115821"/>
                      </a:cubicBezTo>
                      <a:cubicBezTo>
                        <a:pt x="17583" y="127388"/>
                        <a:pt x="28741" y="133172"/>
                        <a:pt x="43344" y="133172"/>
                      </a:cubicBezTo>
                      <a:close/>
                    </a:path>
                  </a:pathLst>
                </a:custGeom>
                <a:solidFill>
                  <a:srgbClr val="262626"/>
                </a:solidFill>
                <a:ln w="28" cap="flat">
                  <a:noFill/>
                  <a:prstDash val="solid"/>
                  <a:round/>
                </a:ln>
              </p:spPr>
              <p:txBody>
                <a:bodyPr/>
                <a:lstStyle/>
                <a:p>
                  <a:endParaRPr lang="en-US"/>
                </a:p>
              </p:txBody>
            </p:sp>
          </p:grpSp>
        </p:grpSp>
        <p:grpSp>
          <p:nvGrpSpPr>
            <p:cNvPr id="4094" name="Graphic 4">
              <a:extLst>
                <a:ext uri="{FF2B5EF4-FFF2-40B4-BE49-F238E27FC236}">
                  <a16:creationId xmlns:a16="http://schemas.microsoft.com/office/drawing/2014/main" id="{382E01AF-AF54-E4B0-22E2-B5C55A43ECDE}"/>
                </a:ext>
              </a:extLst>
            </p:cNvPr>
            <p:cNvGrpSpPr/>
            <p:nvPr/>
          </p:nvGrpSpPr>
          <p:grpSpPr>
            <a:xfrm>
              <a:off x="3844634" y="3994632"/>
              <a:ext cx="2119598" cy="173949"/>
              <a:chOff x="3844634" y="3994632"/>
              <a:chExt cx="2119598" cy="173949"/>
            </a:xfrm>
            <a:solidFill>
              <a:srgbClr val="262626"/>
            </a:solidFill>
          </p:grpSpPr>
          <p:sp>
            <p:nvSpPr>
              <p:cNvPr id="4095" name="Freeform: Shape 4094">
                <a:extLst>
                  <a:ext uri="{FF2B5EF4-FFF2-40B4-BE49-F238E27FC236}">
                    <a16:creationId xmlns:a16="http://schemas.microsoft.com/office/drawing/2014/main" id="{C53A6099-59F8-27A0-7A43-5B18AFA29F02}"/>
                  </a:ext>
                </a:extLst>
              </p:cNvPr>
              <p:cNvSpPr/>
              <p:nvPr/>
            </p:nvSpPr>
            <p:spPr>
              <a:xfrm flipV="1">
                <a:off x="3844634" y="3998076"/>
                <a:ext cx="100096" cy="147553"/>
              </a:xfrm>
              <a:custGeom>
                <a:avLst/>
                <a:gdLst>
                  <a:gd name="csX0" fmla="*/ 89594 w 100096"/>
                  <a:gd name="csY0" fmla="*/ 138263 h 147553"/>
                  <a:gd name="csX1" fmla="*/ 89594 w 100096"/>
                  <a:gd name="csY1" fmla="*/ 119487 h 147553"/>
                  <a:gd name="csX2" fmla="*/ 68929 w 100096"/>
                  <a:gd name="csY2" fmla="*/ 127290 h 147553"/>
                  <a:gd name="csX3" fmla="*/ 50153 w 100096"/>
                  <a:gd name="csY3" fmla="*/ 129881 h 147553"/>
                  <a:gd name="csX4" fmla="*/ 25921 w 100096"/>
                  <a:gd name="csY4" fmla="*/ 123785 h 147553"/>
                  <a:gd name="csX5" fmla="*/ 17387 w 100096"/>
                  <a:gd name="csY5" fmla="*/ 106441 h 147553"/>
                  <a:gd name="csX6" fmla="*/ 23056 w 100096"/>
                  <a:gd name="csY6" fmla="*/ 92177 h 147553"/>
                  <a:gd name="csX7" fmla="*/ 44545 w 100096"/>
                  <a:gd name="csY7" fmla="*/ 84435 h 147553"/>
                  <a:gd name="csX8" fmla="*/ 56158 w 100096"/>
                  <a:gd name="csY8" fmla="*/ 82057 h 147553"/>
                  <a:gd name="csX9" fmla="*/ 87918 w 100096"/>
                  <a:gd name="csY9" fmla="*/ 67610 h 147553"/>
                  <a:gd name="csX10" fmla="*/ 98159 w 100096"/>
                  <a:gd name="csY10" fmla="*/ 39965 h 147553"/>
                  <a:gd name="csX11" fmla="*/ 84291 w 100096"/>
                  <a:gd name="csY11" fmla="*/ 8601 h 147553"/>
                  <a:gd name="csX12" fmla="*/ 43691 w 100096"/>
                  <a:gd name="csY12" fmla="*/ -2067 h 147553"/>
                  <a:gd name="csX13" fmla="*/ 22203 w 100096"/>
                  <a:gd name="csY13" fmla="*/ 219 h 147553"/>
                  <a:gd name="csX14" fmla="*/ -1358 w 100096"/>
                  <a:gd name="csY14" fmla="*/ 6985 h 147553"/>
                  <a:gd name="csX15" fmla="*/ -1358 w 100096"/>
                  <a:gd name="csY15" fmla="*/ 26797 h 147553"/>
                  <a:gd name="csX16" fmla="*/ 21593 w 100096"/>
                  <a:gd name="csY16" fmla="*/ 16891 h 147553"/>
                  <a:gd name="csX17" fmla="*/ 43691 w 100096"/>
                  <a:gd name="csY17" fmla="*/ 13569 h 147553"/>
                  <a:gd name="csX18" fmla="*/ 69112 w 100096"/>
                  <a:gd name="csY18" fmla="*/ 20031 h 147553"/>
                  <a:gd name="csX19" fmla="*/ 78073 w 100096"/>
                  <a:gd name="csY19" fmla="*/ 38532 h 147553"/>
                  <a:gd name="csX20" fmla="*/ 71641 w 100096"/>
                  <a:gd name="csY20" fmla="*/ 54900 h 147553"/>
                  <a:gd name="csX21" fmla="*/ 50549 w 100096"/>
                  <a:gd name="csY21" fmla="*/ 63769 h 147553"/>
                  <a:gd name="csX22" fmla="*/ 38814 w 100096"/>
                  <a:gd name="csY22" fmla="*/ 66055 h 147553"/>
                  <a:gd name="csX23" fmla="*/ 7664 w 100096"/>
                  <a:gd name="csY23" fmla="*/ 79467 h 147553"/>
                  <a:gd name="csX24" fmla="*/ -1937 w 100096"/>
                  <a:gd name="csY24" fmla="*/ 104917 h 147553"/>
                  <a:gd name="csX25" fmla="*/ 11352 w 100096"/>
                  <a:gd name="csY25" fmla="*/ 134635 h 147553"/>
                  <a:gd name="csX26" fmla="*/ 47958 w 100096"/>
                  <a:gd name="csY26" fmla="*/ 145486 h 147553"/>
                  <a:gd name="csX27" fmla="*/ 68350 w 100096"/>
                  <a:gd name="csY27" fmla="*/ 143658 h 147553"/>
                  <a:gd name="csX28" fmla="*/ 89594 w 100096"/>
                  <a:gd name="csY28" fmla="*/ 138263 h 1475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00096" h="147553">
                    <a:moveTo>
                      <a:pt x="89594" y="138263"/>
                    </a:moveTo>
                    <a:lnTo>
                      <a:pt x="89594" y="119487"/>
                    </a:lnTo>
                    <a:cubicBezTo>
                      <a:pt x="82299" y="122982"/>
                      <a:pt x="75411" y="125583"/>
                      <a:pt x="68929" y="127290"/>
                    </a:cubicBezTo>
                    <a:cubicBezTo>
                      <a:pt x="62447" y="129017"/>
                      <a:pt x="56188" y="129881"/>
                      <a:pt x="50153" y="129881"/>
                    </a:cubicBezTo>
                    <a:cubicBezTo>
                      <a:pt x="39688" y="129881"/>
                      <a:pt x="31611" y="127849"/>
                      <a:pt x="25921" y="123785"/>
                    </a:cubicBezTo>
                    <a:cubicBezTo>
                      <a:pt x="20232" y="119721"/>
                      <a:pt x="17387" y="113940"/>
                      <a:pt x="17387" y="106441"/>
                    </a:cubicBezTo>
                    <a:cubicBezTo>
                      <a:pt x="17387" y="100142"/>
                      <a:pt x="19277" y="95387"/>
                      <a:pt x="23056" y="92177"/>
                    </a:cubicBezTo>
                    <a:cubicBezTo>
                      <a:pt x="26836" y="88987"/>
                      <a:pt x="33999" y="86406"/>
                      <a:pt x="44545" y="84435"/>
                    </a:cubicBezTo>
                    <a:lnTo>
                      <a:pt x="56158" y="82057"/>
                    </a:lnTo>
                    <a:cubicBezTo>
                      <a:pt x="70503" y="79314"/>
                      <a:pt x="81090" y="74498"/>
                      <a:pt x="87918" y="67610"/>
                    </a:cubicBezTo>
                    <a:cubicBezTo>
                      <a:pt x="94745" y="60721"/>
                      <a:pt x="98159" y="51506"/>
                      <a:pt x="98159" y="39965"/>
                    </a:cubicBezTo>
                    <a:cubicBezTo>
                      <a:pt x="98159" y="26167"/>
                      <a:pt x="93536" y="15713"/>
                      <a:pt x="84291" y="8601"/>
                    </a:cubicBezTo>
                    <a:cubicBezTo>
                      <a:pt x="75065" y="1489"/>
                      <a:pt x="61532" y="-2067"/>
                      <a:pt x="43691" y="-2067"/>
                    </a:cubicBezTo>
                    <a:cubicBezTo>
                      <a:pt x="36965" y="-2067"/>
                      <a:pt x="29803" y="-1305"/>
                      <a:pt x="22203" y="219"/>
                    </a:cubicBezTo>
                    <a:cubicBezTo>
                      <a:pt x="14623" y="1743"/>
                      <a:pt x="6770" y="3998"/>
                      <a:pt x="-1358" y="6985"/>
                    </a:cubicBezTo>
                    <a:lnTo>
                      <a:pt x="-1358" y="26797"/>
                    </a:lnTo>
                    <a:cubicBezTo>
                      <a:pt x="6445" y="22428"/>
                      <a:pt x="14095" y="19126"/>
                      <a:pt x="21593" y="16891"/>
                    </a:cubicBezTo>
                    <a:cubicBezTo>
                      <a:pt x="29091" y="14676"/>
                      <a:pt x="36457" y="13569"/>
                      <a:pt x="43691" y="13569"/>
                    </a:cubicBezTo>
                    <a:cubicBezTo>
                      <a:pt x="54664" y="13569"/>
                      <a:pt x="63137" y="15723"/>
                      <a:pt x="69112" y="20031"/>
                    </a:cubicBezTo>
                    <a:cubicBezTo>
                      <a:pt x="75086" y="24359"/>
                      <a:pt x="78073" y="30526"/>
                      <a:pt x="78073" y="38532"/>
                    </a:cubicBezTo>
                    <a:cubicBezTo>
                      <a:pt x="78073" y="45502"/>
                      <a:pt x="75929" y="50958"/>
                      <a:pt x="71641" y="54900"/>
                    </a:cubicBezTo>
                    <a:cubicBezTo>
                      <a:pt x="67354" y="58842"/>
                      <a:pt x="60323" y="61798"/>
                      <a:pt x="50549" y="63769"/>
                    </a:cubicBezTo>
                    <a:lnTo>
                      <a:pt x="38814" y="66055"/>
                    </a:lnTo>
                    <a:cubicBezTo>
                      <a:pt x="24469" y="68900"/>
                      <a:pt x="14085" y="73371"/>
                      <a:pt x="7664" y="79467"/>
                    </a:cubicBezTo>
                    <a:cubicBezTo>
                      <a:pt x="1263" y="85563"/>
                      <a:pt x="-1937" y="94046"/>
                      <a:pt x="-1937" y="104917"/>
                    </a:cubicBezTo>
                    <a:cubicBezTo>
                      <a:pt x="-1937" y="117496"/>
                      <a:pt x="2492" y="127401"/>
                      <a:pt x="11352" y="134635"/>
                    </a:cubicBezTo>
                    <a:cubicBezTo>
                      <a:pt x="20211" y="141869"/>
                      <a:pt x="32414" y="145486"/>
                      <a:pt x="47958" y="145486"/>
                    </a:cubicBezTo>
                    <a:cubicBezTo>
                      <a:pt x="54644" y="145486"/>
                      <a:pt x="61441" y="144877"/>
                      <a:pt x="68350" y="143658"/>
                    </a:cubicBezTo>
                    <a:cubicBezTo>
                      <a:pt x="75279" y="142459"/>
                      <a:pt x="82360" y="140660"/>
                      <a:pt x="89594" y="138263"/>
                    </a:cubicBezTo>
                    <a:close/>
                  </a:path>
                </a:pathLst>
              </a:custGeom>
              <a:solidFill>
                <a:srgbClr val="262626"/>
              </a:solidFill>
              <a:ln w="30" cap="flat">
                <a:noFill/>
                <a:prstDash val="solid"/>
                <a:round/>
              </a:ln>
            </p:spPr>
            <p:txBody>
              <a:bodyPr/>
              <a:lstStyle/>
              <a:p>
                <a:endParaRPr lang="en-US"/>
              </a:p>
            </p:txBody>
          </p:sp>
          <p:sp>
            <p:nvSpPr>
              <p:cNvPr id="4096" name="Freeform: Shape 4095">
                <a:extLst>
                  <a:ext uri="{FF2B5EF4-FFF2-40B4-BE49-F238E27FC236}">
                    <a16:creationId xmlns:a16="http://schemas.microsoft.com/office/drawing/2014/main" id="{6FD822C4-C740-44A8-C6BB-651F2F4AFC46}"/>
                  </a:ext>
                </a:extLst>
              </p:cNvPr>
              <p:cNvSpPr/>
              <p:nvPr/>
            </p:nvSpPr>
            <p:spPr>
              <a:xfrm flipV="1">
                <a:off x="3966356" y="4033616"/>
                <a:ext cx="98877" cy="112014"/>
              </a:xfrm>
              <a:custGeom>
                <a:avLst/>
                <a:gdLst>
                  <a:gd name="csX0" fmla="*/ 97038 w 98877"/>
                  <a:gd name="csY0" fmla="*/ 59020 h 112014"/>
                  <a:gd name="csX1" fmla="*/ 97038 w 98877"/>
                  <a:gd name="csY1" fmla="*/ 50455 h 112014"/>
                  <a:gd name="csX2" fmla="*/ 16449 w 98877"/>
                  <a:gd name="csY2" fmla="*/ 50455 h 112014"/>
                  <a:gd name="csX3" fmla="*/ 27361 w 98877"/>
                  <a:gd name="csY3" fmla="*/ 22871 h 112014"/>
                  <a:gd name="csX4" fmla="*/ 54549 w 98877"/>
                  <a:gd name="csY4" fmla="*/ 13391 h 112014"/>
                  <a:gd name="csX5" fmla="*/ 74117 w 98877"/>
                  <a:gd name="csY5" fmla="*/ 15860 h 112014"/>
                  <a:gd name="csX6" fmla="*/ 92954 w 98877"/>
                  <a:gd name="csY6" fmla="*/ 23297 h 112014"/>
                  <a:gd name="csX7" fmla="*/ 92954 w 98877"/>
                  <a:gd name="csY7" fmla="*/ 6716 h 112014"/>
                  <a:gd name="csX8" fmla="*/ 73599 w 98877"/>
                  <a:gd name="csY8" fmla="*/ 620 h 112014"/>
                  <a:gd name="csX9" fmla="*/ 53513 w 98877"/>
                  <a:gd name="csY9" fmla="*/ -1483 h 112014"/>
                  <a:gd name="csX10" fmla="*/ 13066 w 98877"/>
                  <a:gd name="csY10" fmla="*/ 13361 h 112014"/>
                  <a:gd name="csX11" fmla="*/ -1839 w 98877"/>
                  <a:gd name="csY11" fmla="*/ 53594 h 112014"/>
                  <a:gd name="csX12" fmla="*/ 12304 w 98877"/>
                  <a:gd name="csY12" fmla="*/ 95139 h 112014"/>
                  <a:gd name="csX13" fmla="*/ 50465 w 98877"/>
                  <a:gd name="csY13" fmla="*/ 110531 h 112014"/>
                  <a:gd name="csX14" fmla="*/ 84511 w 98877"/>
                  <a:gd name="csY14" fmla="*/ 96663 h 112014"/>
                  <a:gd name="csX15" fmla="*/ 97038 w 98877"/>
                  <a:gd name="csY15" fmla="*/ 59020 h 112014"/>
                  <a:gd name="csX16" fmla="*/ 79512 w 98877"/>
                  <a:gd name="csY16" fmla="*/ 64171 h 112014"/>
                  <a:gd name="csX17" fmla="*/ 71466 w 98877"/>
                  <a:gd name="csY17" fmla="*/ 87092 h 112014"/>
                  <a:gd name="csX18" fmla="*/ 50648 w 98877"/>
                  <a:gd name="csY18" fmla="*/ 95687 h 112014"/>
                  <a:gd name="csX19" fmla="*/ 27178 w 98877"/>
                  <a:gd name="csY19" fmla="*/ 87397 h 112014"/>
                  <a:gd name="csX20" fmla="*/ 17028 w 98877"/>
                  <a:gd name="csY20" fmla="*/ 64049 h 112014"/>
                  <a:gd name="csX21" fmla="*/ 79512 w 98877"/>
                  <a:gd name="csY21" fmla="*/ 64171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98877" h="112014">
                    <a:moveTo>
                      <a:pt x="97038" y="59020"/>
                    </a:moveTo>
                    <a:lnTo>
                      <a:pt x="97038" y="50455"/>
                    </a:lnTo>
                    <a:lnTo>
                      <a:pt x="16449" y="50455"/>
                    </a:lnTo>
                    <a:cubicBezTo>
                      <a:pt x="17221" y="38385"/>
                      <a:pt x="20859" y="29190"/>
                      <a:pt x="27361" y="22871"/>
                    </a:cubicBezTo>
                    <a:cubicBezTo>
                      <a:pt x="33863" y="16551"/>
                      <a:pt x="42926" y="13391"/>
                      <a:pt x="54549" y="13391"/>
                    </a:cubicBezTo>
                    <a:cubicBezTo>
                      <a:pt x="61275" y="13391"/>
                      <a:pt x="67798" y="14214"/>
                      <a:pt x="74117" y="15860"/>
                    </a:cubicBezTo>
                    <a:cubicBezTo>
                      <a:pt x="80437" y="17506"/>
                      <a:pt x="86716" y="19985"/>
                      <a:pt x="92954" y="23297"/>
                    </a:cubicBezTo>
                    <a:lnTo>
                      <a:pt x="92954" y="6716"/>
                    </a:lnTo>
                    <a:cubicBezTo>
                      <a:pt x="86655" y="4054"/>
                      <a:pt x="80203" y="2022"/>
                      <a:pt x="73599" y="620"/>
                    </a:cubicBezTo>
                    <a:cubicBezTo>
                      <a:pt x="66995" y="-782"/>
                      <a:pt x="60300" y="-1483"/>
                      <a:pt x="53513" y="-1483"/>
                    </a:cubicBezTo>
                    <a:cubicBezTo>
                      <a:pt x="36485" y="-1483"/>
                      <a:pt x="23002" y="3465"/>
                      <a:pt x="13066" y="13361"/>
                    </a:cubicBezTo>
                    <a:cubicBezTo>
                      <a:pt x="3129" y="23277"/>
                      <a:pt x="-1839" y="36688"/>
                      <a:pt x="-1839" y="53594"/>
                    </a:cubicBezTo>
                    <a:cubicBezTo>
                      <a:pt x="-1839" y="71049"/>
                      <a:pt x="2875" y="84897"/>
                      <a:pt x="12304" y="95139"/>
                    </a:cubicBezTo>
                    <a:cubicBezTo>
                      <a:pt x="21732" y="105400"/>
                      <a:pt x="34453" y="110531"/>
                      <a:pt x="50465" y="110531"/>
                    </a:cubicBezTo>
                    <a:cubicBezTo>
                      <a:pt x="64811" y="110531"/>
                      <a:pt x="76160" y="105908"/>
                      <a:pt x="84511" y="96663"/>
                    </a:cubicBezTo>
                    <a:cubicBezTo>
                      <a:pt x="92863" y="87437"/>
                      <a:pt x="97038" y="74890"/>
                      <a:pt x="97038" y="59020"/>
                    </a:cubicBezTo>
                    <a:close/>
                    <a:moveTo>
                      <a:pt x="79512" y="64171"/>
                    </a:moveTo>
                    <a:cubicBezTo>
                      <a:pt x="79390" y="73742"/>
                      <a:pt x="76708" y="81382"/>
                      <a:pt x="71466" y="87092"/>
                    </a:cubicBezTo>
                    <a:cubicBezTo>
                      <a:pt x="66223" y="92822"/>
                      <a:pt x="59284" y="95687"/>
                      <a:pt x="50648" y="95687"/>
                    </a:cubicBezTo>
                    <a:cubicBezTo>
                      <a:pt x="40874" y="95687"/>
                      <a:pt x="33051" y="92924"/>
                      <a:pt x="27178" y="87397"/>
                    </a:cubicBezTo>
                    <a:cubicBezTo>
                      <a:pt x="21306" y="81870"/>
                      <a:pt x="17922" y="74087"/>
                      <a:pt x="17028" y="64049"/>
                    </a:cubicBezTo>
                    <a:lnTo>
                      <a:pt x="79512" y="64171"/>
                    </a:lnTo>
                    <a:close/>
                  </a:path>
                </a:pathLst>
              </a:custGeom>
              <a:solidFill>
                <a:srgbClr val="262626"/>
              </a:solidFill>
              <a:ln w="30" cap="flat">
                <a:noFill/>
                <a:prstDash val="solid"/>
                <a:round/>
              </a:ln>
            </p:spPr>
            <p:txBody>
              <a:bodyPr/>
              <a:lstStyle/>
              <a:p>
                <a:endParaRPr lang="en-US"/>
              </a:p>
            </p:txBody>
          </p:sp>
          <p:sp>
            <p:nvSpPr>
              <p:cNvPr id="4097" name="Freeform: Shape 4096">
                <a:extLst>
                  <a:ext uri="{FF2B5EF4-FFF2-40B4-BE49-F238E27FC236}">
                    <a16:creationId xmlns:a16="http://schemas.microsoft.com/office/drawing/2014/main" id="{D271D921-F665-5EC6-BD5B-24B8889D236E}"/>
                  </a:ext>
                </a:extLst>
              </p:cNvPr>
              <p:cNvSpPr/>
              <p:nvPr/>
            </p:nvSpPr>
            <p:spPr>
              <a:xfrm flipV="1">
                <a:off x="4086188" y="4033616"/>
                <a:ext cx="81534" cy="112014"/>
              </a:xfrm>
              <a:custGeom>
                <a:avLst/>
                <a:gdLst>
                  <a:gd name="csX0" fmla="*/ 74264 w 81534"/>
                  <a:gd name="csY0" fmla="*/ 104831 h 112014"/>
                  <a:gd name="csX1" fmla="*/ 74264 w 81534"/>
                  <a:gd name="csY1" fmla="*/ 88250 h 112014"/>
                  <a:gd name="csX2" fmla="*/ 58841 w 81534"/>
                  <a:gd name="csY2" fmla="*/ 93950 h 112014"/>
                  <a:gd name="csX3" fmla="*/ 42260 w 81534"/>
                  <a:gd name="csY3" fmla="*/ 95870 h 112014"/>
                  <a:gd name="csX4" fmla="*/ 22692 w 81534"/>
                  <a:gd name="csY4" fmla="*/ 91877 h 112014"/>
                  <a:gd name="csX5" fmla="*/ 16169 w 81534"/>
                  <a:gd name="csY5" fmla="*/ 79868 h 112014"/>
                  <a:gd name="csX6" fmla="*/ 20833 w 81534"/>
                  <a:gd name="csY6" fmla="*/ 70297 h 112014"/>
                  <a:gd name="csX7" fmla="*/ 39608 w 81534"/>
                  <a:gd name="csY7" fmla="*/ 63683 h 112014"/>
                  <a:gd name="csX8" fmla="*/ 45613 w 81534"/>
                  <a:gd name="csY8" fmla="*/ 62342 h 112014"/>
                  <a:gd name="csX9" fmla="*/ 72131 w 81534"/>
                  <a:gd name="csY9" fmla="*/ 51065 h 112014"/>
                  <a:gd name="csX10" fmla="*/ 79994 w 81534"/>
                  <a:gd name="csY10" fmla="*/ 30734 h 112014"/>
                  <a:gd name="csX11" fmla="*/ 68229 w 81534"/>
                  <a:gd name="csY11" fmla="*/ 7173 h 112014"/>
                  <a:gd name="csX12" fmla="*/ 35890 w 81534"/>
                  <a:gd name="csY12" fmla="*/ -1483 h 112014"/>
                  <a:gd name="csX13" fmla="*/ 18029 w 81534"/>
                  <a:gd name="csY13" fmla="*/ 193 h 112014"/>
                  <a:gd name="csX14" fmla="*/ -1540 w 81534"/>
                  <a:gd name="csY14" fmla="*/ 5192 h 112014"/>
                  <a:gd name="csX15" fmla="*/ -1540 w 81534"/>
                  <a:gd name="csY15" fmla="*/ 23297 h 112014"/>
                  <a:gd name="csX16" fmla="*/ 17602 w 81534"/>
                  <a:gd name="csY16" fmla="*/ 15708 h 112014"/>
                  <a:gd name="csX17" fmla="*/ 36286 w 81534"/>
                  <a:gd name="csY17" fmla="*/ 13208 h 112014"/>
                  <a:gd name="csX18" fmla="*/ 55306 w 81534"/>
                  <a:gd name="csY18" fmla="*/ 17445 h 112014"/>
                  <a:gd name="csX19" fmla="*/ 61981 w 81534"/>
                  <a:gd name="csY19" fmla="*/ 29393 h 112014"/>
                  <a:gd name="csX20" fmla="*/ 57165 w 81534"/>
                  <a:gd name="csY20" fmla="*/ 40336 h 112014"/>
                  <a:gd name="csX21" fmla="*/ 36073 w 81534"/>
                  <a:gd name="csY21" fmla="*/ 47681 h 112014"/>
                  <a:gd name="csX22" fmla="*/ 29977 w 81534"/>
                  <a:gd name="csY22" fmla="*/ 49114 h 112014"/>
                  <a:gd name="csX23" fmla="*/ 6446 w 81534"/>
                  <a:gd name="csY23" fmla="*/ 59629 h 112014"/>
                  <a:gd name="csX24" fmla="*/ -778 w 81534"/>
                  <a:gd name="csY24" fmla="*/ 79106 h 112014"/>
                  <a:gd name="csX25" fmla="*/ 9890 w 81534"/>
                  <a:gd name="csY25" fmla="*/ 102332 h 112014"/>
                  <a:gd name="csX26" fmla="*/ 40188 w 81534"/>
                  <a:gd name="csY26" fmla="*/ 110531 h 112014"/>
                  <a:gd name="csX27" fmla="*/ 58445 w 81534"/>
                  <a:gd name="csY27" fmla="*/ 109098 h 112014"/>
                  <a:gd name="csX28" fmla="*/ 74264 w 81534"/>
                  <a:gd name="csY28" fmla="*/ 104831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81534" h="112014">
                    <a:moveTo>
                      <a:pt x="74264" y="104831"/>
                    </a:moveTo>
                    <a:lnTo>
                      <a:pt x="74264" y="88250"/>
                    </a:lnTo>
                    <a:cubicBezTo>
                      <a:pt x="69326" y="90790"/>
                      <a:pt x="64185" y="92690"/>
                      <a:pt x="58841" y="93950"/>
                    </a:cubicBezTo>
                    <a:cubicBezTo>
                      <a:pt x="53517" y="95230"/>
                      <a:pt x="47990" y="95870"/>
                      <a:pt x="42260" y="95870"/>
                    </a:cubicBezTo>
                    <a:cubicBezTo>
                      <a:pt x="33563" y="95870"/>
                      <a:pt x="27041" y="94539"/>
                      <a:pt x="22692" y="91877"/>
                    </a:cubicBezTo>
                    <a:cubicBezTo>
                      <a:pt x="18344" y="89215"/>
                      <a:pt x="16169" y="85212"/>
                      <a:pt x="16169" y="79868"/>
                    </a:cubicBezTo>
                    <a:cubicBezTo>
                      <a:pt x="16169" y="75804"/>
                      <a:pt x="17724" y="72614"/>
                      <a:pt x="20833" y="70297"/>
                    </a:cubicBezTo>
                    <a:cubicBezTo>
                      <a:pt x="23942" y="67981"/>
                      <a:pt x="30200" y="65776"/>
                      <a:pt x="39608" y="63683"/>
                    </a:cubicBezTo>
                    <a:lnTo>
                      <a:pt x="45613" y="62342"/>
                    </a:lnTo>
                    <a:cubicBezTo>
                      <a:pt x="58049" y="59680"/>
                      <a:pt x="66888" y="55921"/>
                      <a:pt x="72131" y="51065"/>
                    </a:cubicBezTo>
                    <a:cubicBezTo>
                      <a:pt x="77373" y="46208"/>
                      <a:pt x="79994" y="39431"/>
                      <a:pt x="79994" y="30734"/>
                    </a:cubicBezTo>
                    <a:cubicBezTo>
                      <a:pt x="79994" y="20818"/>
                      <a:pt x="76073" y="12965"/>
                      <a:pt x="68229" y="7173"/>
                    </a:cubicBezTo>
                    <a:cubicBezTo>
                      <a:pt x="60386" y="1402"/>
                      <a:pt x="49606" y="-1483"/>
                      <a:pt x="35890" y="-1483"/>
                    </a:cubicBezTo>
                    <a:cubicBezTo>
                      <a:pt x="30180" y="-1483"/>
                      <a:pt x="24226" y="-924"/>
                      <a:pt x="18029" y="193"/>
                    </a:cubicBezTo>
                    <a:cubicBezTo>
                      <a:pt x="11831" y="1311"/>
                      <a:pt x="5308" y="2977"/>
                      <a:pt x="-1540" y="5192"/>
                    </a:cubicBezTo>
                    <a:lnTo>
                      <a:pt x="-1540" y="23297"/>
                    </a:lnTo>
                    <a:cubicBezTo>
                      <a:pt x="4943" y="19924"/>
                      <a:pt x="11323" y="17394"/>
                      <a:pt x="17602" y="15708"/>
                    </a:cubicBezTo>
                    <a:cubicBezTo>
                      <a:pt x="23881" y="14041"/>
                      <a:pt x="30109" y="13208"/>
                      <a:pt x="36286" y="13208"/>
                    </a:cubicBezTo>
                    <a:cubicBezTo>
                      <a:pt x="44536" y="13208"/>
                      <a:pt x="50876" y="14621"/>
                      <a:pt x="55306" y="17445"/>
                    </a:cubicBezTo>
                    <a:cubicBezTo>
                      <a:pt x="59756" y="20270"/>
                      <a:pt x="61981" y="24252"/>
                      <a:pt x="61981" y="29393"/>
                    </a:cubicBezTo>
                    <a:cubicBezTo>
                      <a:pt x="61981" y="34148"/>
                      <a:pt x="60375" y="37796"/>
                      <a:pt x="57165" y="40336"/>
                    </a:cubicBezTo>
                    <a:cubicBezTo>
                      <a:pt x="53975" y="42876"/>
                      <a:pt x="46944" y="45324"/>
                      <a:pt x="36073" y="47681"/>
                    </a:cubicBezTo>
                    <a:lnTo>
                      <a:pt x="29977" y="49114"/>
                    </a:lnTo>
                    <a:cubicBezTo>
                      <a:pt x="19126" y="51390"/>
                      <a:pt x="11282" y="54895"/>
                      <a:pt x="6446" y="59629"/>
                    </a:cubicBezTo>
                    <a:cubicBezTo>
                      <a:pt x="1630" y="64364"/>
                      <a:pt x="-778" y="70856"/>
                      <a:pt x="-778" y="79106"/>
                    </a:cubicBezTo>
                    <a:cubicBezTo>
                      <a:pt x="-778" y="89144"/>
                      <a:pt x="2778" y="96886"/>
                      <a:pt x="9890" y="102332"/>
                    </a:cubicBezTo>
                    <a:cubicBezTo>
                      <a:pt x="17002" y="107798"/>
                      <a:pt x="27101" y="110531"/>
                      <a:pt x="40188" y="110531"/>
                    </a:cubicBezTo>
                    <a:cubicBezTo>
                      <a:pt x="46649" y="110531"/>
                      <a:pt x="52735" y="110053"/>
                      <a:pt x="58445" y="109098"/>
                    </a:cubicBezTo>
                    <a:cubicBezTo>
                      <a:pt x="64175" y="108164"/>
                      <a:pt x="69448" y="106741"/>
                      <a:pt x="74264" y="104831"/>
                    </a:cubicBezTo>
                    <a:close/>
                  </a:path>
                </a:pathLst>
              </a:custGeom>
              <a:solidFill>
                <a:srgbClr val="262626"/>
              </a:solidFill>
              <a:ln w="30" cap="flat">
                <a:noFill/>
                <a:prstDash val="solid"/>
                <a:round/>
              </a:ln>
            </p:spPr>
            <p:txBody>
              <a:bodyPr/>
              <a:lstStyle/>
              <a:p>
                <a:endParaRPr lang="en-US"/>
              </a:p>
            </p:txBody>
          </p:sp>
          <p:sp>
            <p:nvSpPr>
              <p:cNvPr id="4098" name="Freeform: Shape 4097">
                <a:extLst>
                  <a:ext uri="{FF2B5EF4-FFF2-40B4-BE49-F238E27FC236}">
                    <a16:creationId xmlns:a16="http://schemas.microsoft.com/office/drawing/2014/main" id="{87A6648A-A8C8-3C14-91E6-A06B54DEC812}"/>
                  </a:ext>
                </a:extLst>
              </p:cNvPr>
              <p:cNvSpPr/>
              <p:nvPr/>
            </p:nvSpPr>
            <p:spPr>
              <a:xfrm flipV="1">
                <a:off x="4187820" y="4033616"/>
                <a:ext cx="81534" cy="112014"/>
              </a:xfrm>
              <a:custGeom>
                <a:avLst/>
                <a:gdLst>
                  <a:gd name="csX0" fmla="*/ 74272 w 81534"/>
                  <a:gd name="csY0" fmla="*/ 104831 h 112014"/>
                  <a:gd name="csX1" fmla="*/ 74272 w 81534"/>
                  <a:gd name="csY1" fmla="*/ 88250 h 112014"/>
                  <a:gd name="csX2" fmla="*/ 58849 w 81534"/>
                  <a:gd name="csY2" fmla="*/ 93950 h 112014"/>
                  <a:gd name="csX3" fmla="*/ 42268 w 81534"/>
                  <a:gd name="csY3" fmla="*/ 95870 h 112014"/>
                  <a:gd name="csX4" fmla="*/ 22700 w 81534"/>
                  <a:gd name="csY4" fmla="*/ 91877 h 112014"/>
                  <a:gd name="csX5" fmla="*/ 16177 w 81534"/>
                  <a:gd name="csY5" fmla="*/ 79868 h 112014"/>
                  <a:gd name="csX6" fmla="*/ 20841 w 81534"/>
                  <a:gd name="csY6" fmla="*/ 70297 h 112014"/>
                  <a:gd name="csX7" fmla="*/ 39616 w 81534"/>
                  <a:gd name="csY7" fmla="*/ 63683 h 112014"/>
                  <a:gd name="csX8" fmla="*/ 45621 w 81534"/>
                  <a:gd name="csY8" fmla="*/ 62342 h 112014"/>
                  <a:gd name="csX9" fmla="*/ 72139 w 81534"/>
                  <a:gd name="csY9" fmla="*/ 51065 h 112014"/>
                  <a:gd name="csX10" fmla="*/ 80002 w 81534"/>
                  <a:gd name="csY10" fmla="*/ 30734 h 112014"/>
                  <a:gd name="csX11" fmla="*/ 68237 w 81534"/>
                  <a:gd name="csY11" fmla="*/ 7173 h 112014"/>
                  <a:gd name="csX12" fmla="*/ 35898 w 81534"/>
                  <a:gd name="csY12" fmla="*/ -1483 h 112014"/>
                  <a:gd name="csX13" fmla="*/ 18037 w 81534"/>
                  <a:gd name="csY13" fmla="*/ 193 h 112014"/>
                  <a:gd name="csX14" fmla="*/ -1532 w 81534"/>
                  <a:gd name="csY14" fmla="*/ 5192 h 112014"/>
                  <a:gd name="csX15" fmla="*/ -1532 w 81534"/>
                  <a:gd name="csY15" fmla="*/ 23297 h 112014"/>
                  <a:gd name="csX16" fmla="*/ 17610 w 81534"/>
                  <a:gd name="csY16" fmla="*/ 15708 h 112014"/>
                  <a:gd name="csX17" fmla="*/ 36294 w 81534"/>
                  <a:gd name="csY17" fmla="*/ 13208 h 112014"/>
                  <a:gd name="csX18" fmla="*/ 55314 w 81534"/>
                  <a:gd name="csY18" fmla="*/ 17445 h 112014"/>
                  <a:gd name="csX19" fmla="*/ 61989 w 81534"/>
                  <a:gd name="csY19" fmla="*/ 29393 h 112014"/>
                  <a:gd name="csX20" fmla="*/ 57173 w 81534"/>
                  <a:gd name="csY20" fmla="*/ 40336 h 112014"/>
                  <a:gd name="csX21" fmla="*/ 36081 w 81534"/>
                  <a:gd name="csY21" fmla="*/ 47681 h 112014"/>
                  <a:gd name="csX22" fmla="*/ 29985 w 81534"/>
                  <a:gd name="csY22" fmla="*/ 49114 h 112014"/>
                  <a:gd name="csX23" fmla="*/ 6454 w 81534"/>
                  <a:gd name="csY23" fmla="*/ 59629 h 112014"/>
                  <a:gd name="csX24" fmla="*/ -770 w 81534"/>
                  <a:gd name="csY24" fmla="*/ 79106 h 112014"/>
                  <a:gd name="csX25" fmla="*/ 9898 w 81534"/>
                  <a:gd name="csY25" fmla="*/ 102332 h 112014"/>
                  <a:gd name="csX26" fmla="*/ 40196 w 81534"/>
                  <a:gd name="csY26" fmla="*/ 110531 h 112014"/>
                  <a:gd name="csX27" fmla="*/ 58453 w 81534"/>
                  <a:gd name="csY27" fmla="*/ 109098 h 112014"/>
                  <a:gd name="csX28" fmla="*/ 74272 w 81534"/>
                  <a:gd name="csY28" fmla="*/ 104831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81534" h="112014">
                    <a:moveTo>
                      <a:pt x="74272" y="104831"/>
                    </a:moveTo>
                    <a:lnTo>
                      <a:pt x="74272" y="88250"/>
                    </a:lnTo>
                    <a:cubicBezTo>
                      <a:pt x="69334" y="90790"/>
                      <a:pt x="64193" y="92690"/>
                      <a:pt x="58849" y="93950"/>
                    </a:cubicBezTo>
                    <a:cubicBezTo>
                      <a:pt x="53525" y="95230"/>
                      <a:pt x="47998" y="95870"/>
                      <a:pt x="42268" y="95870"/>
                    </a:cubicBezTo>
                    <a:cubicBezTo>
                      <a:pt x="33571" y="95870"/>
                      <a:pt x="27049" y="94539"/>
                      <a:pt x="22700" y="91877"/>
                    </a:cubicBezTo>
                    <a:cubicBezTo>
                      <a:pt x="18352" y="89215"/>
                      <a:pt x="16177" y="85212"/>
                      <a:pt x="16177" y="79868"/>
                    </a:cubicBezTo>
                    <a:cubicBezTo>
                      <a:pt x="16177" y="75804"/>
                      <a:pt x="17732" y="72614"/>
                      <a:pt x="20841" y="70297"/>
                    </a:cubicBezTo>
                    <a:cubicBezTo>
                      <a:pt x="23950" y="67981"/>
                      <a:pt x="30208" y="65776"/>
                      <a:pt x="39616" y="63683"/>
                    </a:cubicBezTo>
                    <a:lnTo>
                      <a:pt x="45621" y="62342"/>
                    </a:lnTo>
                    <a:cubicBezTo>
                      <a:pt x="58057" y="59680"/>
                      <a:pt x="66896" y="55921"/>
                      <a:pt x="72139" y="51065"/>
                    </a:cubicBezTo>
                    <a:cubicBezTo>
                      <a:pt x="77381" y="46208"/>
                      <a:pt x="80002" y="39431"/>
                      <a:pt x="80002" y="30734"/>
                    </a:cubicBezTo>
                    <a:cubicBezTo>
                      <a:pt x="80002" y="20818"/>
                      <a:pt x="76081" y="12965"/>
                      <a:pt x="68237" y="7173"/>
                    </a:cubicBezTo>
                    <a:cubicBezTo>
                      <a:pt x="60394" y="1402"/>
                      <a:pt x="49614" y="-1483"/>
                      <a:pt x="35898" y="-1483"/>
                    </a:cubicBezTo>
                    <a:cubicBezTo>
                      <a:pt x="30188" y="-1483"/>
                      <a:pt x="24234" y="-924"/>
                      <a:pt x="18037" y="193"/>
                    </a:cubicBezTo>
                    <a:cubicBezTo>
                      <a:pt x="11839" y="1311"/>
                      <a:pt x="5316" y="2977"/>
                      <a:pt x="-1532" y="5192"/>
                    </a:cubicBezTo>
                    <a:lnTo>
                      <a:pt x="-1532" y="23297"/>
                    </a:lnTo>
                    <a:cubicBezTo>
                      <a:pt x="4951" y="19924"/>
                      <a:pt x="11331" y="17394"/>
                      <a:pt x="17610" y="15708"/>
                    </a:cubicBezTo>
                    <a:cubicBezTo>
                      <a:pt x="23889" y="14041"/>
                      <a:pt x="30117" y="13208"/>
                      <a:pt x="36294" y="13208"/>
                    </a:cubicBezTo>
                    <a:cubicBezTo>
                      <a:pt x="44544" y="13208"/>
                      <a:pt x="50884" y="14621"/>
                      <a:pt x="55314" y="17445"/>
                    </a:cubicBezTo>
                    <a:cubicBezTo>
                      <a:pt x="59764" y="20270"/>
                      <a:pt x="61989" y="24252"/>
                      <a:pt x="61989" y="29393"/>
                    </a:cubicBezTo>
                    <a:cubicBezTo>
                      <a:pt x="61989" y="34148"/>
                      <a:pt x="60383" y="37796"/>
                      <a:pt x="57173" y="40336"/>
                    </a:cubicBezTo>
                    <a:cubicBezTo>
                      <a:pt x="53983" y="42876"/>
                      <a:pt x="46952" y="45324"/>
                      <a:pt x="36081" y="47681"/>
                    </a:cubicBezTo>
                    <a:lnTo>
                      <a:pt x="29985" y="49114"/>
                    </a:lnTo>
                    <a:cubicBezTo>
                      <a:pt x="19134" y="51390"/>
                      <a:pt x="11290" y="54895"/>
                      <a:pt x="6454" y="59629"/>
                    </a:cubicBezTo>
                    <a:cubicBezTo>
                      <a:pt x="1638" y="64364"/>
                      <a:pt x="-770" y="70856"/>
                      <a:pt x="-770" y="79106"/>
                    </a:cubicBezTo>
                    <a:cubicBezTo>
                      <a:pt x="-770" y="89144"/>
                      <a:pt x="2786" y="96886"/>
                      <a:pt x="9898" y="102332"/>
                    </a:cubicBezTo>
                    <a:cubicBezTo>
                      <a:pt x="17010" y="107798"/>
                      <a:pt x="27109" y="110531"/>
                      <a:pt x="40196" y="110531"/>
                    </a:cubicBezTo>
                    <a:cubicBezTo>
                      <a:pt x="46657" y="110531"/>
                      <a:pt x="52743" y="110053"/>
                      <a:pt x="58453" y="109098"/>
                    </a:cubicBezTo>
                    <a:cubicBezTo>
                      <a:pt x="64183" y="108164"/>
                      <a:pt x="69456" y="106741"/>
                      <a:pt x="74272" y="104831"/>
                    </a:cubicBezTo>
                    <a:close/>
                  </a:path>
                </a:pathLst>
              </a:custGeom>
              <a:solidFill>
                <a:srgbClr val="262626"/>
              </a:solidFill>
              <a:ln w="30" cap="flat">
                <a:noFill/>
                <a:prstDash val="solid"/>
                <a:round/>
              </a:ln>
            </p:spPr>
            <p:txBody>
              <a:bodyPr/>
              <a:lstStyle/>
              <a:p>
                <a:endParaRPr lang="en-US"/>
              </a:p>
            </p:txBody>
          </p:sp>
          <p:sp>
            <p:nvSpPr>
              <p:cNvPr id="4099" name="Freeform: Shape 4098">
                <a:extLst>
                  <a:ext uri="{FF2B5EF4-FFF2-40B4-BE49-F238E27FC236}">
                    <a16:creationId xmlns:a16="http://schemas.microsoft.com/office/drawing/2014/main" id="{8FE1F646-27D6-5F3D-3975-6DE0214C6FA4}"/>
                  </a:ext>
                </a:extLst>
              </p:cNvPr>
              <p:cNvSpPr/>
              <p:nvPr/>
            </p:nvSpPr>
            <p:spPr>
              <a:xfrm flipV="1">
                <a:off x="4297254" y="3994632"/>
                <a:ext cx="17526" cy="148224"/>
              </a:xfrm>
              <a:custGeom>
                <a:avLst/>
                <a:gdLst>
                  <a:gd name="csX0" fmla="*/ -731 w 17526"/>
                  <a:gd name="csY0" fmla="*/ 104510 h 148224"/>
                  <a:gd name="csX1" fmla="*/ 16795 w 17526"/>
                  <a:gd name="csY1" fmla="*/ 104510 h 148224"/>
                  <a:gd name="csX2" fmla="*/ 16795 w 17526"/>
                  <a:gd name="csY2" fmla="*/ -2170 h 148224"/>
                  <a:gd name="csX3" fmla="*/ -731 w 17526"/>
                  <a:gd name="csY3" fmla="*/ -2170 h 148224"/>
                  <a:gd name="csX4" fmla="*/ -731 w 17526"/>
                  <a:gd name="csY4" fmla="*/ 104510 h 148224"/>
                  <a:gd name="csX5" fmla="*/ -731 w 17526"/>
                  <a:gd name="csY5" fmla="*/ 146055 h 148224"/>
                  <a:gd name="csX6" fmla="*/ 16795 w 17526"/>
                  <a:gd name="csY6" fmla="*/ 146055 h 148224"/>
                  <a:gd name="csX7" fmla="*/ 16795 w 17526"/>
                  <a:gd name="csY7" fmla="*/ 123835 h 148224"/>
                  <a:gd name="csX8" fmla="*/ -731 w 17526"/>
                  <a:gd name="csY8" fmla="*/ 123835 h 148224"/>
                  <a:gd name="csX9" fmla="*/ -731 w 17526"/>
                  <a:gd name="csY9" fmla="*/ 146055 h 1482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526" h="148224">
                    <a:moveTo>
                      <a:pt x="-731" y="104510"/>
                    </a:moveTo>
                    <a:lnTo>
                      <a:pt x="16795" y="104510"/>
                    </a:lnTo>
                    <a:lnTo>
                      <a:pt x="16795" y="-2170"/>
                    </a:lnTo>
                    <a:lnTo>
                      <a:pt x="-731" y="-2170"/>
                    </a:lnTo>
                    <a:lnTo>
                      <a:pt x="-731" y="104510"/>
                    </a:lnTo>
                    <a:close/>
                    <a:moveTo>
                      <a:pt x="-731" y="146055"/>
                    </a:moveTo>
                    <a:lnTo>
                      <a:pt x="16795" y="146055"/>
                    </a:lnTo>
                    <a:lnTo>
                      <a:pt x="16795" y="123835"/>
                    </a:lnTo>
                    <a:lnTo>
                      <a:pt x="-731" y="123835"/>
                    </a:lnTo>
                    <a:lnTo>
                      <a:pt x="-731" y="146055"/>
                    </a:lnTo>
                    <a:close/>
                  </a:path>
                </a:pathLst>
              </a:custGeom>
              <a:solidFill>
                <a:srgbClr val="262626"/>
              </a:solidFill>
              <a:ln w="30" cap="flat">
                <a:noFill/>
                <a:prstDash val="solid"/>
                <a:round/>
              </a:ln>
            </p:spPr>
            <p:txBody>
              <a:bodyPr/>
              <a:lstStyle/>
              <a:p>
                <a:endParaRPr lang="en-US"/>
              </a:p>
            </p:txBody>
          </p:sp>
          <p:sp>
            <p:nvSpPr>
              <p:cNvPr id="4100" name="Freeform: Shape 4099">
                <a:extLst>
                  <a:ext uri="{FF2B5EF4-FFF2-40B4-BE49-F238E27FC236}">
                    <a16:creationId xmlns:a16="http://schemas.microsoft.com/office/drawing/2014/main" id="{84C84559-59CF-81AA-2C88-76AFDD4EAD64}"/>
                  </a:ext>
                </a:extLst>
              </p:cNvPr>
              <p:cNvSpPr/>
              <p:nvPr/>
            </p:nvSpPr>
            <p:spPr>
              <a:xfrm flipV="1">
                <a:off x="4343831" y="4033616"/>
                <a:ext cx="97932" cy="112014"/>
              </a:xfrm>
              <a:custGeom>
                <a:avLst/>
                <a:gdLst>
                  <a:gd name="csX0" fmla="*/ 47157 w 97932"/>
                  <a:gd name="csY0" fmla="*/ 95687 h 112014"/>
                  <a:gd name="csX1" fmla="*/ 24876 w 97932"/>
                  <a:gd name="csY1" fmla="*/ 84684 h 112014"/>
                  <a:gd name="csX2" fmla="*/ 16677 w 97932"/>
                  <a:gd name="csY2" fmla="*/ 54539 h 112014"/>
                  <a:gd name="csX3" fmla="*/ 24815 w 97932"/>
                  <a:gd name="csY3" fmla="*/ 24395 h 112014"/>
                  <a:gd name="csX4" fmla="*/ 47157 w 97932"/>
                  <a:gd name="csY4" fmla="*/ 13391 h 112014"/>
                  <a:gd name="csX5" fmla="*/ 69347 w 97932"/>
                  <a:gd name="csY5" fmla="*/ 24425 h 112014"/>
                  <a:gd name="csX6" fmla="*/ 77546 w 97932"/>
                  <a:gd name="csY6" fmla="*/ 54539 h 112014"/>
                  <a:gd name="csX7" fmla="*/ 69347 w 97932"/>
                  <a:gd name="csY7" fmla="*/ 84593 h 112014"/>
                  <a:gd name="csX8" fmla="*/ 47157 w 97932"/>
                  <a:gd name="csY8" fmla="*/ 95687 h 112014"/>
                  <a:gd name="csX9" fmla="*/ 47157 w 97932"/>
                  <a:gd name="csY9" fmla="*/ 110531 h 112014"/>
                  <a:gd name="csX10" fmla="*/ 83063 w 97932"/>
                  <a:gd name="csY10" fmla="*/ 95657 h 112014"/>
                  <a:gd name="csX11" fmla="*/ 96139 w 97932"/>
                  <a:gd name="csY11" fmla="*/ 54539 h 112014"/>
                  <a:gd name="csX12" fmla="*/ 83063 w 97932"/>
                  <a:gd name="csY12" fmla="*/ 13422 h 112014"/>
                  <a:gd name="csX13" fmla="*/ 47157 w 97932"/>
                  <a:gd name="csY13" fmla="*/ -1483 h 112014"/>
                  <a:gd name="csX14" fmla="*/ 11191 w 97932"/>
                  <a:gd name="csY14" fmla="*/ 13422 h 112014"/>
                  <a:gd name="csX15" fmla="*/ -1794 w 97932"/>
                  <a:gd name="csY15" fmla="*/ 54539 h 112014"/>
                  <a:gd name="csX16" fmla="*/ 11191 w 97932"/>
                  <a:gd name="csY16" fmla="*/ 95657 h 112014"/>
                  <a:gd name="csX17" fmla="*/ 47157 w 97932"/>
                  <a:gd name="csY17" fmla="*/ 110531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7932" h="112014">
                    <a:moveTo>
                      <a:pt x="47157" y="95687"/>
                    </a:moveTo>
                    <a:cubicBezTo>
                      <a:pt x="37769" y="95687"/>
                      <a:pt x="30342" y="92020"/>
                      <a:pt x="24876" y="84684"/>
                    </a:cubicBezTo>
                    <a:cubicBezTo>
                      <a:pt x="19410" y="77348"/>
                      <a:pt x="16677" y="67300"/>
                      <a:pt x="16677" y="54539"/>
                    </a:cubicBezTo>
                    <a:cubicBezTo>
                      <a:pt x="16677" y="41778"/>
                      <a:pt x="19390" y="31730"/>
                      <a:pt x="24815" y="24395"/>
                    </a:cubicBezTo>
                    <a:cubicBezTo>
                      <a:pt x="30261" y="17059"/>
                      <a:pt x="37708" y="13391"/>
                      <a:pt x="47157" y="13391"/>
                    </a:cubicBezTo>
                    <a:cubicBezTo>
                      <a:pt x="56504" y="13391"/>
                      <a:pt x="63901" y="17069"/>
                      <a:pt x="69347" y="24425"/>
                    </a:cubicBezTo>
                    <a:cubicBezTo>
                      <a:pt x="74813" y="31801"/>
                      <a:pt x="77546" y="41839"/>
                      <a:pt x="77546" y="54539"/>
                    </a:cubicBezTo>
                    <a:cubicBezTo>
                      <a:pt x="77546" y="67178"/>
                      <a:pt x="74813" y="77196"/>
                      <a:pt x="69347" y="84593"/>
                    </a:cubicBezTo>
                    <a:cubicBezTo>
                      <a:pt x="63901" y="91989"/>
                      <a:pt x="56504" y="95687"/>
                      <a:pt x="47157" y="95687"/>
                    </a:cubicBezTo>
                    <a:close/>
                    <a:moveTo>
                      <a:pt x="47157" y="110531"/>
                    </a:moveTo>
                    <a:cubicBezTo>
                      <a:pt x="62397" y="110531"/>
                      <a:pt x="74366" y="105573"/>
                      <a:pt x="83063" y="95657"/>
                    </a:cubicBezTo>
                    <a:cubicBezTo>
                      <a:pt x="91780" y="85761"/>
                      <a:pt x="96139" y="72055"/>
                      <a:pt x="96139" y="54539"/>
                    </a:cubicBezTo>
                    <a:cubicBezTo>
                      <a:pt x="96139" y="37084"/>
                      <a:pt x="91780" y="23379"/>
                      <a:pt x="83063" y="13422"/>
                    </a:cubicBezTo>
                    <a:cubicBezTo>
                      <a:pt x="74366" y="3485"/>
                      <a:pt x="62397" y="-1483"/>
                      <a:pt x="47157" y="-1483"/>
                    </a:cubicBezTo>
                    <a:cubicBezTo>
                      <a:pt x="31856" y="-1483"/>
                      <a:pt x="19868" y="3485"/>
                      <a:pt x="11191" y="13422"/>
                    </a:cubicBezTo>
                    <a:cubicBezTo>
                      <a:pt x="2535" y="23379"/>
                      <a:pt x="-1794" y="37084"/>
                      <a:pt x="-1794" y="54539"/>
                    </a:cubicBezTo>
                    <a:cubicBezTo>
                      <a:pt x="-1794" y="72055"/>
                      <a:pt x="2535" y="85761"/>
                      <a:pt x="11191" y="95657"/>
                    </a:cubicBezTo>
                    <a:cubicBezTo>
                      <a:pt x="19868" y="105573"/>
                      <a:pt x="31856" y="110531"/>
                      <a:pt x="47157" y="110531"/>
                    </a:cubicBezTo>
                    <a:close/>
                  </a:path>
                </a:pathLst>
              </a:custGeom>
              <a:solidFill>
                <a:srgbClr val="262626"/>
              </a:solidFill>
              <a:ln w="30" cap="flat">
                <a:noFill/>
                <a:prstDash val="solid"/>
                <a:round/>
              </a:ln>
            </p:spPr>
            <p:txBody>
              <a:bodyPr/>
              <a:lstStyle/>
              <a:p>
                <a:endParaRPr lang="en-US"/>
              </a:p>
            </p:txBody>
          </p:sp>
          <p:sp>
            <p:nvSpPr>
              <p:cNvPr id="4101" name="Freeform: Shape 4100">
                <a:extLst>
                  <a:ext uri="{FF2B5EF4-FFF2-40B4-BE49-F238E27FC236}">
                    <a16:creationId xmlns:a16="http://schemas.microsoft.com/office/drawing/2014/main" id="{5A3254AB-4ACC-982A-04FA-B96631AB2F02}"/>
                  </a:ext>
                </a:extLst>
              </p:cNvPr>
              <p:cNvSpPr/>
              <p:nvPr/>
            </p:nvSpPr>
            <p:spPr>
              <a:xfrm flipV="1">
                <a:off x="4470129" y="4033616"/>
                <a:ext cx="89367" cy="109240"/>
              </a:xfrm>
              <a:custGeom>
                <a:avLst/>
                <a:gdLst>
                  <a:gd name="csX0" fmla="*/ 87496 w 89367"/>
                  <a:gd name="csY0" fmla="*/ 62876 h 109240"/>
                  <a:gd name="csX1" fmla="*/ 87496 w 89367"/>
                  <a:gd name="csY1" fmla="*/ -1529 h 109240"/>
                  <a:gd name="csX2" fmla="*/ 69970 w 89367"/>
                  <a:gd name="csY2" fmla="*/ -1529 h 109240"/>
                  <a:gd name="csX3" fmla="*/ 69970 w 89367"/>
                  <a:gd name="csY3" fmla="*/ 62297 h 109240"/>
                  <a:gd name="csX4" fmla="*/ 64057 w 89367"/>
                  <a:gd name="csY4" fmla="*/ 84943 h 109240"/>
                  <a:gd name="csX5" fmla="*/ 46348 w 89367"/>
                  <a:gd name="csY5" fmla="*/ 92472 h 109240"/>
                  <a:gd name="csX6" fmla="*/ 23945 w 89367"/>
                  <a:gd name="csY6" fmla="*/ 83419 h 109240"/>
                  <a:gd name="csX7" fmla="*/ 15746 w 89367"/>
                  <a:gd name="csY7" fmla="*/ 58761 h 109240"/>
                  <a:gd name="csX8" fmla="*/ 15746 w 89367"/>
                  <a:gd name="csY8" fmla="*/ -1529 h 109240"/>
                  <a:gd name="csX9" fmla="*/ -1872 w 89367"/>
                  <a:gd name="csY9" fmla="*/ -1529 h 109240"/>
                  <a:gd name="csX10" fmla="*/ -1872 w 89367"/>
                  <a:gd name="csY10" fmla="*/ 105151 h 109240"/>
                  <a:gd name="csX11" fmla="*/ 15746 w 89367"/>
                  <a:gd name="csY11" fmla="*/ 105151 h 109240"/>
                  <a:gd name="csX12" fmla="*/ 15746 w 89367"/>
                  <a:gd name="csY12" fmla="*/ 88570 h 109240"/>
                  <a:gd name="csX13" fmla="*/ 30559 w 89367"/>
                  <a:gd name="csY13" fmla="*/ 102957 h 109240"/>
                  <a:gd name="csX14" fmla="*/ 50249 w 89367"/>
                  <a:gd name="csY14" fmla="*/ 107712 h 109240"/>
                  <a:gd name="csX15" fmla="*/ 78047 w 89367"/>
                  <a:gd name="csY15" fmla="*/ 96343 h 109240"/>
                  <a:gd name="csX16" fmla="*/ 87496 w 89367"/>
                  <a:gd name="csY16" fmla="*/ 62876 h 1092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89367" h="109240">
                    <a:moveTo>
                      <a:pt x="87496" y="62876"/>
                    </a:moveTo>
                    <a:lnTo>
                      <a:pt x="87496" y="-1529"/>
                    </a:lnTo>
                    <a:lnTo>
                      <a:pt x="69970" y="-1529"/>
                    </a:lnTo>
                    <a:lnTo>
                      <a:pt x="69970" y="62297"/>
                    </a:lnTo>
                    <a:cubicBezTo>
                      <a:pt x="69970" y="72396"/>
                      <a:pt x="67999" y="79944"/>
                      <a:pt x="64057" y="84943"/>
                    </a:cubicBezTo>
                    <a:cubicBezTo>
                      <a:pt x="60115" y="89962"/>
                      <a:pt x="54212" y="92472"/>
                      <a:pt x="46348" y="92472"/>
                    </a:cubicBezTo>
                    <a:cubicBezTo>
                      <a:pt x="36879" y="92472"/>
                      <a:pt x="29411" y="89454"/>
                      <a:pt x="23945" y="83419"/>
                    </a:cubicBezTo>
                    <a:cubicBezTo>
                      <a:pt x="18479" y="77404"/>
                      <a:pt x="15746" y="69185"/>
                      <a:pt x="15746" y="58761"/>
                    </a:cubicBezTo>
                    <a:lnTo>
                      <a:pt x="15746" y="-1529"/>
                    </a:lnTo>
                    <a:lnTo>
                      <a:pt x="-1872" y="-1529"/>
                    </a:lnTo>
                    <a:lnTo>
                      <a:pt x="-1872" y="105151"/>
                    </a:lnTo>
                    <a:lnTo>
                      <a:pt x="15746" y="105151"/>
                    </a:lnTo>
                    <a:lnTo>
                      <a:pt x="15746" y="88570"/>
                    </a:lnTo>
                    <a:cubicBezTo>
                      <a:pt x="19952" y="94991"/>
                      <a:pt x="24890" y="99787"/>
                      <a:pt x="30559" y="102957"/>
                    </a:cubicBezTo>
                    <a:cubicBezTo>
                      <a:pt x="36249" y="106127"/>
                      <a:pt x="42812" y="107712"/>
                      <a:pt x="50249" y="107712"/>
                    </a:cubicBezTo>
                    <a:cubicBezTo>
                      <a:pt x="62502" y="107712"/>
                      <a:pt x="71768" y="103922"/>
                      <a:pt x="78047" y="96343"/>
                    </a:cubicBezTo>
                    <a:cubicBezTo>
                      <a:pt x="84346" y="88763"/>
                      <a:pt x="87496" y="77608"/>
                      <a:pt x="87496" y="62876"/>
                    </a:cubicBezTo>
                    <a:close/>
                  </a:path>
                </a:pathLst>
              </a:custGeom>
              <a:solidFill>
                <a:srgbClr val="262626"/>
              </a:solidFill>
              <a:ln w="30" cap="flat">
                <a:noFill/>
                <a:prstDash val="solid"/>
                <a:round/>
              </a:ln>
            </p:spPr>
            <p:txBody>
              <a:bodyPr/>
              <a:lstStyle/>
              <a:p>
                <a:endParaRPr lang="en-US"/>
              </a:p>
            </p:txBody>
          </p:sp>
          <p:sp>
            <p:nvSpPr>
              <p:cNvPr id="4102" name="Freeform: Shape 4101">
                <a:extLst>
                  <a:ext uri="{FF2B5EF4-FFF2-40B4-BE49-F238E27FC236}">
                    <a16:creationId xmlns:a16="http://schemas.microsoft.com/office/drawing/2014/main" id="{D23F8872-42D1-3261-537F-FF413DB6FADB}"/>
                  </a:ext>
                </a:extLst>
              </p:cNvPr>
              <p:cNvSpPr/>
              <p:nvPr/>
            </p:nvSpPr>
            <p:spPr>
              <a:xfrm flipV="1">
                <a:off x="4576055" y="4142856"/>
                <a:ext cx="12700" cy="12700"/>
              </a:xfrm>
              <a:custGeom>
                <a:avLst/>
                <a:gdLst/>
                <a:ahLst/>
                <a:cxnLst/>
                <a:rect l="l" t="t" r="r" b="b"/>
                <a:pathLst>
                  <a:path w="12700" h="12700"/>
                </a:pathLst>
              </a:custGeom>
              <a:solidFill>
                <a:srgbClr val="262626"/>
              </a:solidFill>
              <a:ln w="30" cap="flat">
                <a:noFill/>
                <a:prstDash val="solid"/>
                <a:round/>
              </a:ln>
            </p:spPr>
            <p:txBody>
              <a:bodyPr/>
              <a:lstStyle/>
              <a:p>
                <a:endParaRPr lang="en-US"/>
              </a:p>
            </p:txBody>
          </p:sp>
          <p:sp>
            <p:nvSpPr>
              <p:cNvPr id="4103" name="Freeform: Shape 4102">
                <a:extLst>
                  <a:ext uri="{FF2B5EF4-FFF2-40B4-BE49-F238E27FC236}">
                    <a16:creationId xmlns:a16="http://schemas.microsoft.com/office/drawing/2014/main" id="{DE7D78AA-356D-AC2E-ADEB-5C8C674AB2E8}"/>
                  </a:ext>
                </a:extLst>
              </p:cNvPr>
              <p:cNvSpPr/>
              <p:nvPr/>
            </p:nvSpPr>
            <p:spPr>
              <a:xfrm flipV="1">
                <a:off x="4643305" y="4005879"/>
                <a:ext cx="66568" cy="136977"/>
              </a:xfrm>
              <a:custGeom>
                <a:avLst/>
                <a:gdLst>
                  <a:gd name="csX0" fmla="*/ 29404 w 66568"/>
                  <a:gd name="csY0" fmla="*/ 134992 h 136977"/>
                  <a:gd name="csX1" fmla="*/ 29404 w 66568"/>
                  <a:gd name="csY1" fmla="*/ 104695 h 136977"/>
                  <a:gd name="csX2" fmla="*/ 65493 w 66568"/>
                  <a:gd name="csY2" fmla="*/ 104695 h 136977"/>
                  <a:gd name="csX3" fmla="*/ 65493 w 66568"/>
                  <a:gd name="csY3" fmla="*/ 91071 h 136977"/>
                  <a:gd name="csX4" fmla="*/ 29404 w 66568"/>
                  <a:gd name="csY4" fmla="*/ 91071 h 136977"/>
                  <a:gd name="csX5" fmla="*/ 29404 w 66568"/>
                  <a:gd name="csY5" fmla="*/ 33159 h 136977"/>
                  <a:gd name="csX6" fmla="*/ 32970 w 66568"/>
                  <a:gd name="csY6" fmla="*/ 16395 h 136977"/>
                  <a:gd name="csX7" fmla="*/ 47509 w 66568"/>
                  <a:gd name="csY7" fmla="*/ 12676 h 136977"/>
                  <a:gd name="csX8" fmla="*/ 65493 w 66568"/>
                  <a:gd name="csY8" fmla="*/ 12676 h 136977"/>
                  <a:gd name="csX9" fmla="*/ 65493 w 66568"/>
                  <a:gd name="csY9" fmla="*/ -1985 h 136977"/>
                  <a:gd name="csX10" fmla="*/ 47509 w 66568"/>
                  <a:gd name="csY10" fmla="*/ -1985 h 136977"/>
                  <a:gd name="csX11" fmla="*/ 19498 w 66568"/>
                  <a:gd name="csY11" fmla="*/ 5574 h 136977"/>
                  <a:gd name="csX12" fmla="*/ 11787 w 66568"/>
                  <a:gd name="csY12" fmla="*/ 33159 h 136977"/>
                  <a:gd name="csX13" fmla="*/ 11787 w 66568"/>
                  <a:gd name="csY13" fmla="*/ 91071 h 136977"/>
                  <a:gd name="csX14" fmla="*/ -1076 w 66568"/>
                  <a:gd name="csY14" fmla="*/ 91071 h 136977"/>
                  <a:gd name="csX15" fmla="*/ -1076 w 66568"/>
                  <a:gd name="csY15" fmla="*/ 104695 h 136977"/>
                  <a:gd name="csX16" fmla="*/ 11787 w 66568"/>
                  <a:gd name="csY16" fmla="*/ 104695 h 136977"/>
                  <a:gd name="csX17" fmla="*/ 11787 w 66568"/>
                  <a:gd name="csY17" fmla="*/ 134992 h 136977"/>
                  <a:gd name="csX18" fmla="*/ 29404 w 66568"/>
                  <a:gd name="csY18" fmla="*/ 134992 h 1369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6568" h="136977">
                    <a:moveTo>
                      <a:pt x="29404" y="134992"/>
                    </a:moveTo>
                    <a:lnTo>
                      <a:pt x="29404" y="104695"/>
                    </a:lnTo>
                    <a:lnTo>
                      <a:pt x="65493" y="104695"/>
                    </a:lnTo>
                    <a:lnTo>
                      <a:pt x="65493" y="91071"/>
                    </a:lnTo>
                    <a:lnTo>
                      <a:pt x="29404" y="91071"/>
                    </a:lnTo>
                    <a:lnTo>
                      <a:pt x="29404" y="33159"/>
                    </a:lnTo>
                    <a:cubicBezTo>
                      <a:pt x="29404" y="24462"/>
                      <a:pt x="30593" y="18874"/>
                      <a:pt x="32970" y="16395"/>
                    </a:cubicBezTo>
                    <a:cubicBezTo>
                      <a:pt x="35348" y="13916"/>
                      <a:pt x="40194" y="12676"/>
                      <a:pt x="47509" y="12676"/>
                    </a:cubicBezTo>
                    <a:lnTo>
                      <a:pt x="65493" y="12676"/>
                    </a:lnTo>
                    <a:lnTo>
                      <a:pt x="65493" y="-1985"/>
                    </a:lnTo>
                    <a:lnTo>
                      <a:pt x="47509" y="-1985"/>
                    </a:lnTo>
                    <a:cubicBezTo>
                      <a:pt x="33976" y="-1985"/>
                      <a:pt x="24639" y="535"/>
                      <a:pt x="19498" y="5574"/>
                    </a:cubicBezTo>
                    <a:cubicBezTo>
                      <a:pt x="14357" y="10634"/>
                      <a:pt x="11787" y="19829"/>
                      <a:pt x="11787" y="33159"/>
                    </a:cubicBezTo>
                    <a:lnTo>
                      <a:pt x="11787" y="91071"/>
                    </a:lnTo>
                    <a:lnTo>
                      <a:pt x="-1076" y="91071"/>
                    </a:lnTo>
                    <a:lnTo>
                      <a:pt x="-1076" y="104695"/>
                    </a:lnTo>
                    <a:lnTo>
                      <a:pt x="11787" y="104695"/>
                    </a:lnTo>
                    <a:lnTo>
                      <a:pt x="11787" y="134992"/>
                    </a:lnTo>
                    <a:lnTo>
                      <a:pt x="29404" y="134992"/>
                    </a:lnTo>
                    <a:close/>
                  </a:path>
                </a:pathLst>
              </a:custGeom>
              <a:solidFill>
                <a:srgbClr val="262626"/>
              </a:solidFill>
              <a:ln w="30" cap="flat">
                <a:noFill/>
                <a:prstDash val="solid"/>
                <a:round/>
              </a:ln>
            </p:spPr>
            <p:txBody>
              <a:bodyPr/>
              <a:lstStyle/>
              <a:p>
                <a:endParaRPr lang="en-US"/>
              </a:p>
            </p:txBody>
          </p:sp>
          <p:sp>
            <p:nvSpPr>
              <p:cNvPr id="4104" name="Freeform: Shape 4103">
                <a:extLst>
                  <a:ext uri="{FF2B5EF4-FFF2-40B4-BE49-F238E27FC236}">
                    <a16:creationId xmlns:a16="http://schemas.microsoft.com/office/drawing/2014/main" id="{F0B8365F-B611-5E04-2100-4BE159D250A2}"/>
                  </a:ext>
                </a:extLst>
              </p:cNvPr>
              <p:cNvSpPr/>
              <p:nvPr/>
            </p:nvSpPr>
            <p:spPr>
              <a:xfrm flipV="1">
                <a:off x="4732928" y="3994632"/>
                <a:ext cx="17526" cy="148224"/>
              </a:xfrm>
              <a:custGeom>
                <a:avLst/>
                <a:gdLst>
                  <a:gd name="csX0" fmla="*/ -697 w 17526"/>
                  <a:gd name="csY0" fmla="*/ 104510 h 148224"/>
                  <a:gd name="csX1" fmla="*/ 16829 w 17526"/>
                  <a:gd name="csY1" fmla="*/ 104510 h 148224"/>
                  <a:gd name="csX2" fmla="*/ 16829 w 17526"/>
                  <a:gd name="csY2" fmla="*/ -2170 h 148224"/>
                  <a:gd name="csX3" fmla="*/ -697 w 17526"/>
                  <a:gd name="csY3" fmla="*/ -2170 h 148224"/>
                  <a:gd name="csX4" fmla="*/ -697 w 17526"/>
                  <a:gd name="csY4" fmla="*/ 104510 h 148224"/>
                  <a:gd name="csX5" fmla="*/ -697 w 17526"/>
                  <a:gd name="csY5" fmla="*/ 146055 h 148224"/>
                  <a:gd name="csX6" fmla="*/ 16829 w 17526"/>
                  <a:gd name="csY6" fmla="*/ 146055 h 148224"/>
                  <a:gd name="csX7" fmla="*/ 16829 w 17526"/>
                  <a:gd name="csY7" fmla="*/ 123835 h 148224"/>
                  <a:gd name="csX8" fmla="*/ -697 w 17526"/>
                  <a:gd name="csY8" fmla="*/ 123835 h 148224"/>
                  <a:gd name="csX9" fmla="*/ -697 w 17526"/>
                  <a:gd name="csY9" fmla="*/ 146055 h 1482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526" h="148224">
                    <a:moveTo>
                      <a:pt x="-697" y="104510"/>
                    </a:moveTo>
                    <a:lnTo>
                      <a:pt x="16829" y="104510"/>
                    </a:lnTo>
                    <a:lnTo>
                      <a:pt x="16829" y="-2170"/>
                    </a:lnTo>
                    <a:lnTo>
                      <a:pt x="-697" y="-2170"/>
                    </a:lnTo>
                    <a:lnTo>
                      <a:pt x="-697" y="104510"/>
                    </a:lnTo>
                    <a:close/>
                    <a:moveTo>
                      <a:pt x="-697" y="146055"/>
                    </a:moveTo>
                    <a:lnTo>
                      <a:pt x="16829" y="146055"/>
                    </a:lnTo>
                    <a:lnTo>
                      <a:pt x="16829" y="123835"/>
                    </a:lnTo>
                    <a:lnTo>
                      <a:pt x="-697" y="123835"/>
                    </a:lnTo>
                    <a:lnTo>
                      <a:pt x="-697" y="146055"/>
                    </a:lnTo>
                    <a:close/>
                  </a:path>
                </a:pathLst>
              </a:custGeom>
              <a:solidFill>
                <a:srgbClr val="262626"/>
              </a:solidFill>
              <a:ln w="30" cap="flat">
                <a:noFill/>
                <a:prstDash val="solid"/>
                <a:round/>
              </a:ln>
            </p:spPr>
            <p:txBody>
              <a:bodyPr/>
              <a:lstStyle/>
              <a:p>
                <a:endParaRPr lang="en-US"/>
              </a:p>
            </p:txBody>
          </p:sp>
          <p:sp>
            <p:nvSpPr>
              <p:cNvPr id="4105" name="Freeform: Shape 4104">
                <a:extLst>
                  <a:ext uri="{FF2B5EF4-FFF2-40B4-BE49-F238E27FC236}">
                    <a16:creationId xmlns:a16="http://schemas.microsoft.com/office/drawing/2014/main" id="{1C883D1E-B4C4-7E59-18FC-B6D50734C18C}"/>
                  </a:ext>
                </a:extLst>
              </p:cNvPr>
              <p:cNvSpPr/>
              <p:nvPr/>
            </p:nvSpPr>
            <p:spPr>
              <a:xfrm flipV="1">
                <a:off x="4786454" y="4033616"/>
                <a:ext cx="155752" cy="109240"/>
              </a:xfrm>
              <a:custGeom>
                <a:avLst/>
                <a:gdLst>
                  <a:gd name="csX0" fmla="*/ 80796 w 155752"/>
                  <a:gd name="csY0" fmla="*/ 84669 h 109240"/>
                  <a:gd name="csX1" fmla="*/ 96523 w 155752"/>
                  <a:gd name="csY1" fmla="*/ 102103 h 109240"/>
                  <a:gd name="csX2" fmla="*/ 118042 w 155752"/>
                  <a:gd name="csY2" fmla="*/ 107712 h 109240"/>
                  <a:gd name="csX3" fmla="*/ 143767 w 155752"/>
                  <a:gd name="csY3" fmla="*/ 96038 h 109240"/>
                  <a:gd name="csX4" fmla="*/ 152820 w 155752"/>
                  <a:gd name="csY4" fmla="*/ 62876 h 109240"/>
                  <a:gd name="csX5" fmla="*/ 152820 w 155752"/>
                  <a:gd name="csY5" fmla="*/ -1529 h 109240"/>
                  <a:gd name="csX6" fmla="*/ 135202 w 155752"/>
                  <a:gd name="csY6" fmla="*/ -1529 h 109240"/>
                  <a:gd name="csX7" fmla="*/ 135202 w 155752"/>
                  <a:gd name="csY7" fmla="*/ 62297 h 109240"/>
                  <a:gd name="csX8" fmla="*/ 129746 w 155752"/>
                  <a:gd name="csY8" fmla="*/ 85035 h 109240"/>
                  <a:gd name="csX9" fmla="*/ 113196 w 155752"/>
                  <a:gd name="csY9" fmla="*/ 92472 h 109240"/>
                  <a:gd name="csX10" fmla="*/ 91646 w 155752"/>
                  <a:gd name="csY10" fmla="*/ 83419 h 109240"/>
                  <a:gd name="csX11" fmla="*/ 83752 w 155752"/>
                  <a:gd name="csY11" fmla="*/ 58761 h 109240"/>
                  <a:gd name="csX12" fmla="*/ 83752 w 155752"/>
                  <a:gd name="csY12" fmla="*/ -1529 h 109240"/>
                  <a:gd name="csX13" fmla="*/ 66135 w 155752"/>
                  <a:gd name="csY13" fmla="*/ -1529 h 109240"/>
                  <a:gd name="csX14" fmla="*/ 66135 w 155752"/>
                  <a:gd name="csY14" fmla="*/ 62297 h 109240"/>
                  <a:gd name="csX15" fmla="*/ 60709 w 155752"/>
                  <a:gd name="csY15" fmla="*/ 85096 h 109240"/>
                  <a:gd name="csX16" fmla="*/ 43945 w 155752"/>
                  <a:gd name="csY16" fmla="*/ 92472 h 109240"/>
                  <a:gd name="csX17" fmla="*/ 22579 w 155752"/>
                  <a:gd name="csY17" fmla="*/ 83389 h 109240"/>
                  <a:gd name="csX18" fmla="*/ 14684 w 155752"/>
                  <a:gd name="csY18" fmla="*/ 58761 h 109240"/>
                  <a:gd name="csX19" fmla="*/ 14684 w 155752"/>
                  <a:gd name="csY19" fmla="*/ -1529 h 109240"/>
                  <a:gd name="csX20" fmla="*/ -2933 w 155752"/>
                  <a:gd name="csY20" fmla="*/ -1529 h 109240"/>
                  <a:gd name="csX21" fmla="*/ -2933 w 155752"/>
                  <a:gd name="csY21" fmla="*/ 105151 h 109240"/>
                  <a:gd name="csX22" fmla="*/ 14684 w 155752"/>
                  <a:gd name="csY22" fmla="*/ 105151 h 109240"/>
                  <a:gd name="csX23" fmla="*/ 14684 w 155752"/>
                  <a:gd name="csY23" fmla="*/ 88570 h 109240"/>
                  <a:gd name="csX24" fmla="*/ 29071 w 155752"/>
                  <a:gd name="csY24" fmla="*/ 103048 h 109240"/>
                  <a:gd name="csX25" fmla="*/ 48974 w 155752"/>
                  <a:gd name="csY25" fmla="*/ 107712 h 109240"/>
                  <a:gd name="csX26" fmla="*/ 68756 w 155752"/>
                  <a:gd name="csY26" fmla="*/ 101799 h 109240"/>
                  <a:gd name="csX27" fmla="*/ 80796 w 155752"/>
                  <a:gd name="csY27" fmla="*/ 84669 h 1092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55752" h="109240">
                    <a:moveTo>
                      <a:pt x="80796" y="84669"/>
                    </a:moveTo>
                    <a:cubicBezTo>
                      <a:pt x="85185" y="92553"/>
                      <a:pt x="90427" y="98365"/>
                      <a:pt x="96523" y="102103"/>
                    </a:cubicBezTo>
                    <a:cubicBezTo>
                      <a:pt x="102619" y="105842"/>
                      <a:pt x="109792" y="107712"/>
                      <a:pt x="118042" y="107712"/>
                    </a:cubicBezTo>
                    <a:cubicBezTo>
                      <a:pt x="129157" y="107712"/>
                      <a:pt x="137732" y="103820"/>
                      <a:pt x="143767" y="96038"/>
                    </a:cubicBezTo>
                    <a:cubicBezTo>
                      <a:pt x="149802" y="88276"/>
                      <a:pt x="152820" y="77222"/>
                      <a:pt x="152820" y="62876"/>
                    </a:cubicBezTo>
                    <a:lnTo>
                      <a:pt x="152820" y="-1529"/>
                    </a:lnTo>
                    <a:lnTo>
                      <a:pt x="135202" y="-1529"/>
                    </a:lnTo>
                    <a:lnTo>
                      <a:pt x="135202" y="62297"/>
                    </a:lnTo>
                    <a:cubicBezTo>
                      <a:pt x="135202" y="72517"/>
                      <a:pt x="133384" y="80097"/>
                      <a:pt x="129746" y="85035"/>
                    </a:cubicBezTo>
                    <a:cubicBezTo>
                      <a:pt x="126130" y="89993"/>
                      <a:pt x="120613" y="92472"/>
                      <a:pt x="113196" y="92472"/>
                    </a:cubicBezTo>
                    <a:cubicBezTo>
                      <a:pt x="104113" y="92472"/>
                      <a:pt x="96930" y="89454"/>
                      <a:pt x="91646" y="83419"/>
                    </a:cubicBezTo>
                    <a:cubicBezTo>
                      <a:pt x="86384" y="77404"/>
                      <a:pt x="83752" y="69185"/>
                      <a:pt x="83752" y="58761"/>
                    </a:cubicBezTo>
                    <a:lnTo>
                      <a:pt x="83752" y="-1529"/>
                    </a:lnTo>
                    <a:lnTo>
                      <a:pt x="66135" y="-1529"/>
                    </a:lnTo>
                    <a:lnTo>
                      <a:pt x="66135" y="62297"/>
                    </a:lnTo>
                    <a:cubicBezTo>
                      <a:pt x="66135" y="72578"/>
                      <a:pt x="64326" y="80178"/>
                      <a:pt x="60709" y="85096"/>
                    </a:cubicBezTo>
                    <a:cubicBezTo>
                      <a:pt x="57092" y="90013"/>
                      <a:pt x="51504" y="92472"/>
                      <a:pt x="43945" y="92472"/>
                    </a:cubicBezTo>
                    <a:cubicBezTo>
                      <a:pt x="34984" y="92472"/>
                      <a:pt x="27862" y="89444"/>
                      <a:pt x="22579" y="83389"/>
                    </a:cubicBezTo>
                    <a:cubicBezTo>
                      <a:pt x="17316" y="77333"/>
                      <a:pt x="14684" y="69124"/>
                      <a:pt x="14684" y="58761"/>
                    </a:cubicBezTo>
                    <a:lnTo>
                      <a:pt x="14684" y="-1529"/>
                    </a:lnTo>
                    <a:lnTo>
                      <a:pt x="-2933" y="-1529"/>
                    </a:lnTo>
                    <a:lnTo>
                      <a:pt x="-2933" y="105151"/>
                    </a:lnTo>
                    <a:lnTo>
                      <a:pt x="14684" y="105151"/>
                    </a:lnTo>
                    <a:lnTo>
                      <a:pt x="14684" y="88570"/>
                    </a:lnTo>
                    <a:cubicBezTo>
                      <a:pt x="18688" y="95113"/>
                      <a:pt x="23483" y="99939"/>
                      <a:pt x="29071" y="103048"/>
                    </a:cubicBezTo>
                    <a:cubicBezTo>
                      <a:pt x="34659" y="106157"/>
                      <a:pt x="41294" y="107712"/>
                      <a:pt x="48974" y="107712"/>
                    </a:cubicBezTo>
                    <a:cubicBezTo>
                      <a:pt x="56737" y="107712"/>
                      <a:pt x="63331" y="105741"/>
                      <a:pt x="68756" y="101799"/>
                    </a:cubicBezTo>
                    <a:cubicBezTo>
                      <a:pt x="74181" y="97877"/>
                      <a:pt x="78195" y="92167"/>
                      <a:pt x="80796" y="84669"/>
                    </a:cubicBezTo>
                    <a:close/>
                  </a:path>
                </a:pathLst>
              </a:custGeom>
              <a:solidFill>
                <a:srgbClr val="262626"/>
              </a:solidFill>
              <a:ln w="30" cap="flat">
                <a:noFill/>
                <a:prstDash val="solid"/>
                <a:round/>
              </a:ln>
            </p:spPr>
            <p:txBody>
              <a:bodyPr/>
              <a:lstStyle/>
              <a:p>
                <a:endParaRPr lang="en-US"/>
              </a:p>
            </p:txBody>
          </p:sp>
          <p:sp>
            <p:nvSpPr>
              <p:cNvPr id="4106" name="Freeform: Shape 4105">
                <a:extLst>
                  <a:ext uri="{FF2B5EF4-FFF2-40B4-BE49-F238E27FC236}">
                    <a16:creationId xmlns:a16="http://schemas.microsoft.com/office/drawing/2014/main" id="{631F9B35-7280-B3EF-CFF3-A89B4081B923}"/>
                  </a:ext>
                </a:extLst>
              </p:cNvPr>
              <p:cNvSpPr/>
              <p:nvPr/>
            </p:nvSpPr>
            <p:spPr>
              <a:xfrm flipV="1">
                <a:off x="4969529" y="4033616"/>
                <a:ext cx="98877" cy="112014"/>
              </a:xfrm>
              <a:custGeom>
                <a:avLst/>
                <a:gdLst>
                  <a:gd name="csX0" fmla="*/ 97117 w 98877"/>
                  <a:gd name="csY0" fmla="*/ 59020 h 112014"/>
                  <a:gd name="csX1" fmla="*/ 97117 w 98877"/>
                  <a:gd name="csY1" fmla="*/ 50455 h 112014"/>
                  <a:gd name="csX2" fmla="*/ 16528 w 98877"/>
                  <a:gd name="csY2" fmla="*/ 50455 h 112014"/>
                  <a:gd name="csX3" fmla="*/ 27440 w 98877"/>
                  <a:gd name="csY3" fmla="*/ 22871 h 112014"/>
                  <a:gd name="csX4" fmla="*/ 54628 w 98877"/>
                  <a:gd name="csY4" fmla="*/ 13391 h 112014"/>
                  <a:gd name="csX5" fmla="*/ 74196 w 98877"/>
                  <a:gd name="csY5" fmla="*/ 15860 h 112014"/>
                  <a:gd name="csX6" fmla="*/ 93033 w 98877"/>
                  <a:gd name="csY6" fmla="*/ 23297 h 112014"/>
                  <a:gd name="csX7" fmla="*/ 93033 w 98877"/>
                  <a:gd name="csY7" fmla="*/ 6716 h 112014"/>
                  <a:gd name="csX8" fmla="*/ 73678 w 98877"/>
                  <a:gd name="csY8" fmla="*/ 620 h 112014"/>
                  <a:gd name="csX9" fmla="*/ 53592 w 98877"/>
                  <a:gd name="csY9" fmla="*/ -1483 h 112014"/>
                  <a:gd name="csX10" fmla="*/ 13145 w 98877"/>
                  <a:gd name="csY10" fmla="*/ 13361 h 112014"/>
                  <a:gd name="csX11" fmla="*/ -1760 w 98877"/>
                  <a:gd name="csY11" fmla="*/ 53594 h 112014"/>
                  <a:gd name="csX12" fmla="*/ 12383 w 98877"/>
                  <a:gd name="csY12" fmla="*/ 95139 h 112014"/>
                  <a:gd name="csX13" fmla="*/ 50544 w 98877"/>
                  <a:gd name="csY13" fmla="*/ 110531 h 112014"/>
                  <a:gd name="csX14" fmla="*/ 84590 w 98877"/>
                  <a:gd name="csY14" fmla="*/ 96663 h 112014"/>
                  <a:gd name="csX15" fmla="*/ 97117 w 98877"/>
                  <a:gd name="csY15" fmla="*/ 59020 h 112014"/>
                  <a:gd name="csX16" fmla="*/ 79591 w 98877"/>
                  <a:gd name="csY16" fmla="*/ 64171 h 112014"/>
                  <a:gd name="csX17" fmla="*/ 71545 w 98877"/>
                  <a:gd name="csY17" fmla="*/ 87092 h 112014"/>
                  <a:gd name="csX18" fmla="*/ 50727 w 98877"/>
                  <a:gd name="csY18" fmla="*/ 95687 h 112014"/>
                  <a:gd name="csX19" fmla="*/ 27257 w 98877"/>
                  <a:gd name="csY19" fmla="*/ 87397 h 112014"/>
                  <a:gd name="csX20" fmla="*/ 17107 w 98877"/>
                  <a:gd name="csY20" fmla="*/ 64049 h 112014"/>
                  <a:gd name="csX21" fmla="*/ 79591 w 98877"/>
                  <a:gd name="csY21" fmla="*/ 64171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98877" h="112014">
                    <a:moveTo>
                      <a:pt x="97117" y="59020"/>
                    </a:moveTo>
                    <a:lnTo>
                      <a:pt x="97117" y="50455"/>
                    </a:lnTo>
                    <a:lnTo>
                      <a:pt x="16528" y="50455"/>
                    </a:lnTo>
                    <a:cubicBezTo>
                      <a:pt x="17300" y="38385"/>
                      <a:pt x="20938" y="29190"/>
                      <a:pt x="27440" y="22871"/>
                    </a:cubicBezTo>
                    <a:cubicBezTo>
                      <a:pt x="33942" y="16551"/>
                      <a:pt x="43005" y="13391"/>
                      <a:pt x="54628" y="13391"/>
                    </a:cubicBezTo>
                    <a:cubicBezTo>
                      <a:pt x="61354" y="13391"/>
                      <a:pt x="67877" y="14214"/>
                      <a:pt x="74196" y="15860"/>
                    </a:cubicBezTo>
                    <a:cubicBezTo>
                      <a:pt x="80516" y="17506"/>
                      <a:pt x="86795" y="19985"/>
                      <a:pt x="93033" y="23297"/>
                    </a:cubicBezTo>
                    <a:lnTo>
                      <a:pt x="93033" y="6716"/>
                    </a:lnTo>
                    <a:cubicBezTo>
                      <a:pt x="86734" y="4054"/>
                      <a:pt x="80282" y="2022"/>
                      <a:pt x="73678" y="620"/>
                    </a:cubicBezTo>
                    <a:cubicBezTo>
                      <a:pt x="67074" y="-782"/>
                      <a:pt x="60379" y="-1483"/>
                      <a:pt x="53592" y="-1483"/>
                    </a:cubicBezTo>
                    <a:cubicBezTo>
                      <a:pt x="36564" y="-1483"/>
                      <a:pt x="23081" y="3465"/>
                      <a:pt x="13145" y="13361"/>
                    </a:cubicBezTo>
                    <a:cubicBezTo>
                      <a:pt x="3208" y="23277"/>
                      <a:pt x="-1760" y="36688"/>
                      <a:pt x="-1760" y="53594"/>
                    </a:cubicBezTo>
                    <a:cubicBezTo>
                      <a:pt x="-1760" y="71049"/>
                      <a:pt x="2954" y="84897"/>
                      <a:pt x="12383" y="95139"/>
                    </a:cubicBezTo>
                    <a:cubicBezTo>
                      <a:pt x="21811" y="105400"/>
                      <a:pt x="34532" y="110531"/>
                      <a:pt x="50544" y="110531"/>
                    </a:cubicBezTo>
                    <a:cubicBezTo>
                      <a:pt x="64890" y="110531"/>
                      <a:pt x="76239" y="105908"/>
                      <a:pt x="84590" y="96663"/>
                    </a:cubicBezTo>
                    <a:cubicBezTo>
                      <a:pt x="92942" y="87437"/>
                      <a:pt x="97117" y="74890"/>
                      <a:pt x="97117" y="59020"/>
                    </a:cubicBezTo>
                    <a:close/>
                    <a:moveTo>
                      <a:pt x="79591" y="64171"/>
                    </a:moveTo>
                    <a:cubicBezTo>
                      <a:pt x="79469" y="73742"/>
                      <a:pt x="76787" y="81382"/>
                      <a:pt x="71545" y="87092"/>
                    </a:cubicBezTo>
                    <a:cubicBezTo>
                      <a:pt x="66302" y="92822"/>
                      <a:pt x="59363" y="95687"/>
                      <a:pt x="50727" y="95687"/>
                    </a:cubicBezTo>
                    <a:cubicBezTo>
                      <a:pt x="40953" y="95687"/>
                      <a:pt x="33130" y="92924"/>
                      <a:pt x="27257" y="87397"/>
                    </a:cubicBezTo>
                    <a:cubicBezTo>
                      <a:pt x="21385" y="81870"/>
                      <a:pt x="18001" y="74087"/>
                      <a:pt x="17107" y="64049"/>
                    </a:cubicBezTo>
                    <a:lnTo>
                      <a:pt x="79591" y="64171"/>
                    </a:lnTo>
                    <a:close/>
                  </a:path>
                </a:pathLst>
              </a:custGeom>
              <a:solidFill>
                <a:srgbClr val="262626"/>
              </a:solidFill>
              <a:ln w="30" cap="flat">
                <a:noFill/>
                <a:prstDash val="solid"/>
                <a:round/>
              </a:ln>
            </p:spPr>
            <p:txBody>
              <a:bodyPr/>
              <a:lstStyle/>
              <a:p>
                <a:endParaRPr lang="en-US"/>
              </a:p>
            </p:txBody>
          </p:sp>
          <p:sp>
            <p:nvSpPr>
              <p:cNvPr id="4107" name="Freeform: Shape 4106">
                <a:extLst>
                  <a:ext uri="{FF2B5EF4-FFF2-40B4-BE49-F238E27FC236}">
                    <a16:creationId xmlns:a16="http://schemas.microsoft.com/office/drawing/2014/main" id="{BA6A833A-2A4E-6D2B-4071-655E974AA166}"/>
                  </a:ext>
                </a:extLst>
              </p:cNvPr>
              <p:cNvSpPr/>
              <p:nvPr/>
            </p:nvSpPr>
            <p:spPr>
              <a:xfrm flipV="1">
                <a:off x="5078784" y="4142856"/>
                <a:ext cx="12700" cy="12700"/>
              </a:xfrm>
              <a:custGeom>
                <a:avLst/>
                <a:gdLst/>
                <a:ahLst/>
                <a:cxnLst/>
                <a:rect l="l" t="t" r="r" b="b"/>
                <a:pathLst>
                  <a:path w="12700" h="12700"/>
                </a:pathLst>
              </a:custGeom>
              <a:solidFill>
                <a:srgbClr val="262626"/>
              </a:solidFill>
              <a:ln w="30" cap="flat">
                <a:noFill/>
                <a:prstDash val="solid"/>
                <a:round/>
              </a:ln>
            </p:spPr>
            <p:txBody>
              <a:bodyPr/>
              <a:lstStyle/>
              <a:p>
                <a:endParaRPr lang="en-US"/>
              </a:p>
            </p:txBody>
          </p:sp>
          <p:sp>
            <p:nvSpPr>
              <p:cNvPr id="4108" name="Freeform: Shape 4107">
                <a:extLst>
                  <a:ext uri="{FF2B5EF4-FFF2-40B4-BE49-F238E27FC236}">
                    <a16:creationId xmlns:a16="http://schemas.microsoft.com/office/drawing/2014/main" id="{AE78525E-62CD-1F94-BC5D-A50B0C2F4D6B}"/>
                  </a:ext>
                </a:extLst>
              </p:cNvPr>
              <p:cNvSpPr/>
              <p:nvPr/>
            </p:nvSpPr>
            <p:spPr>
              <a:xfrm flipV="1">
                <a:off x="5157556" y="3994845"/>
                <a:ext cx="43708" cy="173735"/>
              </a:xfrm>
              <a:custGeom>
                <a:avLst/>
                <a:gdLst>
                  <a:gd name="csX0" fmla="*/ 42669 w 43708"/>
                  <a:gd name="csY0" fmla="*/ 171993 h 173735"/>
                  <a:gd name="csX1" fmla="*/ 23711 w 43708"/>
                  <a:gd name="csY1" fmla="*/ 128650 h 173735"/>
                  <a:gd name="csX2" fmla="*/ 17523 w 43708"/>
                  <a:gd name="csY2" fmla="*/ 85216 h 173735"/>
                  <a:gd name="csX3" fmla="*/ 23772 w 43708"/>
                  <a:gd name="csY3" fmla="*/ 41660 h 173735"/>
                  <a:gd name="csX4" fmla="*/ 42669 w 43708"/>
                  <a:gd name="csY4" fmla="*/ -1743 h 173735"/>
                  <a:gd name="csX5" fmla="*/ 27429 w 43708"/>
                  <a:gd name="csY5" fmla="*/ -1743 h 173735"/>
                  <a:gd name="csX6" fmla="*/ 6063 w 43708"/>
                  <a:gd name="csY6" fmla="*/ 42270 h 173735"/>
                  <a:gd name="csX7" fmla="*/ -1039 w 43708"/>
                  <a:gd name="csY7" fmla="*/ 85216 h 173735"/>
                  <a:gd name="csX8" fmla="*/ 6002 w 43708"/>
                  <a:gd name="csY8" fmla="*/ 127980 h 173735"/>
                  <a:gd name="csX9" fmla="*/ 27429 w 43708"/>
                  <a:gd name="csY9" fmla="*/ 171993 h 173735"/>
                  <a:gd name="csX10" fmla="*/ 42669 w 43708"/>
                  <a:gd name="csY10" fmla="*/ 171993 h 1737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708" h="173735">
                    <a:moveTo>
                      <a:pt x="42669" y="171993"/>
                    </a:moveTo>
                    <a:cubicBezTo>
                      <a:pt x="34175" y="157403"/>
                      <a:pt x="27856" y="142956"/>
                      <a:pt x="23711" y="128650"/>
                    </a:cubicBezTo>
                    <a:cubicBezTo>
                      <a:pt x="19586" y="114365"/>
                      <a:pt x="17523" y="99887"/>
                      <a:pt x="17523" y="85216"/>
                    </a:cubicBezTo>
                    <a:cubicBezTo>
                      <a:pt x="17523" y="70566"/>
                      <a:pt x="19606" y="56047"/>
                      <a:pt x="23772" y="41660"/>
                    </a:cubicBezTo>
                    <a:cubicBezTo>
                      <a:pt x="27937" y="27274"/>
                      <a:pt x="34236" y="12806"/>
                      <a:pt x="42669" y="-1743"/>
                    </a:cubicBezTo>
                    <a:lnTo>
                      <a:pt x="27429" y="-1743"/>
                    </a:lnTo>
                    <a:cubicBezTo>
                      <a:pt x="17919" y="13192"/>
                      <a:pt x="10797" y="27863"/>
                      <a:pt x="6063" y="42270"/>
                    </a:cubicBezTo>
                    <a:cubicBezTo>
                      <a:pt x="1328" y="56677"/>
                      <a:pt x="-1039" y="70992"/>
                      <a:pt x="-1039" y="85216"/>
                    </a:cubicBezTo>
                    <a:cubicBezTo>
                      <a:pt x="-1039" y="99379"/>
                      <a:pt x="1308" y="113634"/>
                      <a:pt x="6002" y="127980"/>
                    </a:cubicBezTo>
                    <a:cubicBezTo>
                      <a:pt x="10716" y="142346"/>
                      <a:pt x="17858" y="157017"/>
                      <a:pt x="27429" y="171993"/>
                    </a:cubicBezTo>
                    <a:lnTo>
                      <a:pt x="42669" y="171993"/>
                    </a:lnTo>
                    <a:close/>
                  </a:path>
                </a:pathLst>
              </a:custGeom>
              <a:solidFill>
                <a:srgbClr val="262626"/>
              </a:solidFill>
              <a:ln w="30" cap="flat">
                <a:noFill/>
                <a:prstDash val="solid"/>
                <a:round/>
              </a:ln>
            </p:spPr>
            <p:txBody>
              <a:bodyPr/>
              <a:lstStyle/>
              <a:p>
                <a:endParaRPr lang="en-US"/>
              </a:p>
            </p:txBody>
          </p:sp>
          <p:sp>
            <p:nvSpPr>
              <p:cNvPr id="4109" name="Freeform: Shape 4108">
                <a:extLst>
                  <a:ext uri="{FF2B5EF4-FFF2-40B4-BE49-F238E27FC236}">
                    <a16:creationId xmlns:a16="http://schemas.microsoft.com/office/drawing/2014/main" id="{E65081F6-A709-B1B8-AAE6-59B40467EB1C}"/>
                  </a:ext>
                </a:extLst>
              </p:cNvPr>
              <p:cNvSpPr/>
              <p:nvPr/>
            </p:nvSpPr>
            <p:spPr>
              <a:xfrm flipV="1">
                <a:off x="5234606" y="4033616"/>
                <a:ext cx="155752" cy="109240"/>
              </a:xfrm>
              <a:custGeom>
                <a:avLst/>
                <a:gdLst>
                  <a:gd name="csX0" fmla="*/ 80831 w 155752"/>
                  <a:gd name="csY0" fmla="*/ 84669 h 109240"/>
                  <a:gd name="csX1" fmla="*/ 96559 w 155752"/>
                  <a:gd name="csY1" fmla="*/ 102103 h 109240"/>
                  <a:gd name="csX2" fmla="*/ 118077 w 155752"/>
                  <a:gd name="csY2" fmla="*/ 107712 h 109240"/>
                  <a:gd name="csX3" fmla="*/ 143803 w 155752"/>
                  <a:gd name="csY3" fmla="*/ 96038 h 109240"/>
                  <a:gd name="csX4" fmla="*/ 152855 w 155752"/>
                  <a:gd name="csY4" fmla="*/ 62876 h 109240"/>
                  <a:gd name="csX5" fmla="*/ 152855 w 155752"/>
                  <a:gd name="csY5" fmla="*/ -1529 h 109240"/>
                  <a:gd name="csX6" fmla="*/ 135238 w 155752"/>
                  <a:gd name="csY6" fmla="*/ -1529 h 109240"/>
                  <a:gd name="csX7" fmla="*/ 135238 w 155752"/>
                  <a:gd name="csY7" fmla="*/ 62297 h 109240"/>
                  <a:gd name="csX8" fmla="*/ 129782 w 155752"/>
                  <a:gd name="csY8" fmla="*/ 85035 h 109240"/>
                  <a:gd name="csX9" fmla="*/ 113231 w 155752"/>
                  <a:gd name="csY9" fmla="*/ 92472 h 109240"/>
                  <a:gd name="csX10" fmla="*/ 91682 w 155752"/>
                  <a:gd name="csY10" fmla="*/ 83419 h 109240"/>
                  <a:gd name="csX11" fmla="*/ 83787 w 155752"/>
                  <a:gd name="csY11" fmla="*/ 58761 h 109240"/>
                  <a:gd name="csX12" fmla="*/ 83787 w 155752"/>
                  <a:gd name="csY12" fmla="*/ -1529 h 109240"/>
                  <a:gd name="csX13" fmla="*/ 66170 w 155752"/>
                  <a:gd name="csY13" fmla="*/ -1529 h 109240"/>
                  <a:gd name="csX14" fmla="*/ 66170 w 155752"/>
                  <a:gd name="csY14" fmla="*/ 62297 h 109240"/>
                  <a:gd name="csX15" fmla="*/ 60745 w 155752"/>
                  <a:gd name="csY15" fmla="*/ 85096 h 109240"/>
                  <a:gd name="csX16" fmla="*/ 43981 w 155752"/>
                  <a:gd name="csY16" fmla="*/ 92472 h 109240"/>
                  <a:gd name="csX17" fmla="*/ 22614 w 155752"/>
                  <a:gd name="csY17" fmla="*/ 83389 h 109240"/>
                  <a:gd name="csX18" fmla="*/ 14720 w 155752"/>
                  <a:gd name="csY18" fmla="*/ 58761 h 109240"/>
                  <a:gd name="csX19" fmla="*/ 14720 w 155752"/>
                  <a:gd name="csY19" fmla="*/ -1529 h 109240"/>
                  <a:gd name="csX20" fmla="*/ -2898 w 155752"/>
                  <a:gd name="csY20" fmla="*/ -1529 h 109240"/>
                  <a:gd name="csX21" fmla="*/ -2898 w 155752"/>
                  <a:gd name="csY21" fmla="*/ 105151 h 109240"/>
                  <a:gd name="csX22" fmla="*/ 14720 w 155752"/>
                  <a:gd name="csY22" fmla="*/ 105151 h 109240"/>
                  <a:gd name="csX23" fmla="*/ 14720 w 155752"/>
                  <a:gd name="csY23" fmla="*/ 88570 h 109240"/>
                  <a:gd name="csX24" fmla="*/ 29106 w 155752"/>
                  <a:gd name="csY24" fmla="*/ 103048 h 109240"/>
                  <a:gd name="csX25" fmla="*/ 49010 w 155752"/>
                  <a:gd name="csY25" fmla="*/ 107712 h 109240"/>
                  <a:gd name="csX26" fmla="*/ 68791 w 155752"/>
                  <a:gd name="csY26" fmla="*/ 101799 h 109240"/>
                  <a:gd name="csX27" fmla="*/ 80831 w 155752"/>
                  <a:gd name="csY27" fmla="*/ 84669 h 1092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55752" h="109240">
                    <a:moveTo>
                      <a:pt x="80831" y="84669"/>
                    </a:moveTo>
                    <a:cubicBezTo>
                      <a:pt x="85220" y="92553"/>
                      <a:pt x="90463" y="98365"/>
                      <a:pt x="96559" y="102103"/>
                    </a:cubicBezTo>
                    <a:cubicBezTo>
                      <a:pt x="102655" y="105842"/>
                      <a:pt x="109828" y="107712"/>
                      <a:pt x="118077" y="107712"/>
                    </a:cubicBezTo>
                    <a:cubicBezTo>
                      <a:pt x="129192" y="107712"/>
                      <a:pt x="137768" y="103820"/>
                      <a:pt x="143803" y="96038"/>
                    </a:cubicBezTo>
                    <a:cubicBezTo>
                      <a:pt x="149838" y="88276"/>
                      <a:pt x="152855" y="77222"/>
                      <a:pt x="152855" y="62876"/>
                    </a:cubicBezTo>
                    <a:lnTo>
                      <a:pt x="152855" y="-1529"/>
                    </a:lnTo>
                    <a:lnTo>
                      <a:pt x="135238" y="-1529"/>
                    </a:lnTo>
                    <a:lnTo>
                      <a:pt x="135238" y="62297"/>
                    </a:lnTo>
                    <a:cubicBezTo>
                      <a:pt x="135238" y="72517"/>
                      <a:pt x="133419" y="80097"/>
                      <a:pt x="129782" y="85035"/>
                    </a:cubicBezTo>
                    <a:cubicBezTo>
                      <a:pt x="126165" y="89993"/>
                      <a:pt x="120648" y="92472"/>
                      <a:pt x="113231" y="92472"/>
                    </a:cubicBezTo>
                    <a:cubicBezTo>
                      <a:pt x="104148" y="92472"/>
                      <a:pt x="96965" y="89454"/>
                      <a:pt x="91682" y="83419"/>
                    </a:cubicBezTo>
                    <a:cubicBezTo>
                      <a:pt x="86419" y="77404"/>
                      <a:pt x="83787" y="69185"/>
                      <a:pt x="83787" y="58761"/>
                    </a:cubicBezTo>
                    <a:lnTo>
                      <a:pt x="83787" y="-1529"/>
                    </a:lnTo>
                    <a:lnTo>
                      <a:pt x="66170" y="-1529"/>
                    </a:lnTo>
                    <a:lnTo>
                      <a:pt x="66170" y="62297"/>
                    </a:lnTo>
                    <a:cubicBezTo>
                      <a:pt x="66170" y="72578"/>
                      <a:pt x="64362" y="80178"/>
                      <a:pt x="60745" y="85096"/>
                    </a:cubicBezTo>
                    <a:cubicBezTo>
                      <a:pt x="57128" y="90013"/>
                      <a:pt x="51540" y="92472"/>
                      <a:pt x="43981" y="92472"/>
                    </a:cubicBezTo>
                    <a:cubicBezTo>
                      <a:pt x="35019" y="92472"/>
                      <a:pt x="27897" y="89444"/>
                      <a:pt x="22614" y="83389"/>
                    </a:cubicBezTo>
                    <a:cubicBezTo>
                      <a:pt x="17351" y="77333"/>
                      <a:pt x="14720" y="69124"/>
                      <a:pt x="14720" y="58761"/>
                    </a:cubicBezTo>
                    <a:lnTo>
                      <a:pt x="14720" y="-1529"/>
                    </a:lnTo>
                    <a:lnTo>
                      <a:pt x="-2898" y="-1529"/>
                    </a:lnTo>
                    <a:lnTo>
                      <a:pt x="-2898" y="105151"/>
                    </a:lnTo>
                    <a:lnTo>
                      <a:pt x="14720" y="105151"/>
                    </a:lnTo>
                    <a:lnTo>
                      <a:pt x="14720" y="88570"/>
                    </a:lnTo>
                    <a:cubicBezTo>
                      <a:pt x="18723" y="95113"/>
                      <a:pt x="23518" y="99939"/>
                      <a:pt x="29106" y="103048"/>
                    </a:cubicBezTo>
                    <a:cubicBezTo>
                      <a:pt x="34694" y="106157"/>
                      <a:pt x="41329" y="107712"/>
                      <a:pt x="49010" y="107712"/>
                    </a:cubicBezTo>
                    <a:cubicBezTo>
                      <a:pt x="56772" y="107712"/>
                      <a:pt x="63366" y="105741"/>
                      <a:pt x="68791" y="101799"/>
                    </a:cubicBezTo>
                    <a:cubicBezTo>
                      <a:pt x="74217" y="97877"/>
                      <a:pt x="78230" y="92167"/>
                      <a:pt x="80831" y="84669"/>
                    </a:cubicBezTo>
                    <a:close/>
                  </a:path>
                </a:pathLst>
              </a:custGeom>
              <a:solidFill>
                <a:srgbClr val="262626"/>
              </a:solidFill>
              <a:ln w="30" cap="flat">
                <a:noFill/>
                <a:prstDash val="solid"/>
                <a:round/>
              </a:ln>
            </p:spPr>
            <p:txBody>
              <a:bodyPr/>
              <a:lstStyle/>
              <a:p>
                <a:endParaRPr lang="en-US"/>
              </a:p>
            </p:txBody>
          </p:sp>
          <p:sp>
            <p:nvSpPr>
              <p:cNvPr id="4110" name="Freeform: Shape 4109">
                <a:extLst>
                  <a:ext uri="{FF2B5EF4-FFF2-40B4-BE49-F238E27FC236}">
                    <a16:creationId xmlns:a16="http://schemas.microsoft.com/office/drawing/2014/main" id="{583DFAAC-26D7-EC6C-6B19-2F26764505F6}"/>
                  </a:ext>
                </a:extLst>
              </p:cNvPr>
              <p:cNvSpPr/>
              <p:nvPr/>
            </p:nvSpPr>
            <p:spPr>
              <a:xfrm flipV="1">
                <a:off x="5425300" y="3994632"/>
                <a:ext cx="17526" cy="148224"/>
              </a:xfrm>
              <a:custGeom>
                <a:avLst/>
                <a:gdLst>
                  <a:gd name="csX0" fmla="*/ -643 w 17526"/>
                  <a:gd name="csY0" fmla="*/ 104510 h 148224"/>
                  <a:gd name="csX1" fmla="*/ 16883 w 17526"/>
                  <a:gd name="csY1" fmla="*/ 104510 h 148224"/>
                  <a:gd name="csX2" fmla="*/ 16883 w 17526"/>
                  <a:gd name="csY2" fmla="*/ -2170 h 148224"/>
                  <a:gd name="csX3" fmla="*/ -643 w 17526"/>
                  <a:gd name="csY3" fmla="*/ -2170 h 148224"/>
                  <a:gd name="csX4" fmla="*/ -643 w 17526"/>
                  <a:gd name="csY4" fmla="*/ 104510 h 148224"/>
                  <a:gd name="csX5" fmla="*/ -643 w 17526"/>
                  <a:gd name="csY5" fmla="*/ 146055 h 148224"/>
                  <a:gd name="csX6" fmla="*/ 16883 w 17526"/>
                  <a:gd name="csY6" fmla="*/ 146055 h 148224"/>
                  <a:gd name="csX7" fmla="*/ 16883 w 17526"/>
                  <a:gd name="csY7" fmla="*/ 123835 h 148224"/>
                  <a:gd name="csX8" fmla="*/ -643 w 17526"/>
                  <a:gd name="csY8" fmla="*/ 123835 h 148224"/>
                  <a:gd name="csX9" fmla="*/ -643 w 17526"/>
                  <a:gd name="csY9" fmla="*/ 146055 h 1482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526" h="148224">
                    <a:moveTo>
                      <a:pt x="-643" y="104510"/>
                    </a:moveTo>
                    <a:lnTo>
                      <a:pt x="16883" y="104510"/>
                    </a:lnTo>
                    <a:lnTo>
                      <a:pt x="16883" y="-2170"/>
                    </a:lnTo>
                    <a:lnTo>
                      <a:pt x="-643" y="-2170"/>
                    </a:lnTo>
                    <a:lnTo>
                      <a:pt x="-643" y="104510"/>
                    </a:lnTo>
                    <a:close/>
                    <a:moveTo>
                      <a:pt x="-643" y="146055"/>
                    </a:moveTo>
                    <a:lnTo>
                      <a:pt x="16883" y="146055"/>
                    </a:lnTo>
                    <a:lnTo>
                      <a:pt x="16883" y="123835"/>
                    </a:lnTo>
                    <a:lnTo>
                      <a:pt x="-643" y="123835"/>
                    </a:lnTo>
                    <a:lnTo>
                      <a:pt x="-643" y="146055"/>
                    </a:lnTo>
                    <a:close/>
                  </a:path>
                </a:pathLst>
              </a:custGeom>
              <a:solidFill>
                <a:srgbClr val="262626"/>
              </a:solidFill>
              <a:ln w="30" cap="flat">
                <a:noFill/>
                <a:prstDash val="solid"/>
                <a:round/>
              </a:ln>
            </p:spPr>
            <p:txBody>
              <a:bodyPr/>
              <a:lstStyle/>
              <a:p>
                <a:endParaRPr lang="en-US"/>
              </a:p>
            </p:txBody>
          </p:sp>
          <p:sp>
            <p:nvSpPr>
              <p:cNvPr id="4111" name="Freeform: Shape 4110">
                <a:extLst>
                  <a:ext uri="{FF2B5EF4-FFF2-40B4-BE49-F238E27FC236}">
                    <a16:creationId xmlns:a16="http://schemas.microsoft.com/office/drawing/2014/main" id="{7B0F1F11-5009-10F4-DCC9-61139B413462}"/>
                  </a:ext>
                </a:extLst>
              </p:cNvPr>
              <p:cNvSpPr/>
              <p:nvPr/>
            </p:nvSpPr>
            <p:spPr>
              <a:xfrm flipV="1">
                <a:off x="5478827" y="4033616"/>
                <a:ext cx="89367" cy="109240"/>
              </a:xfrm>
              <a:custGeom>
                <a:avLst/>
                <a:gdLst>
                  <a:gd name="csX0" fmla="*/ 87575 w 89367"/>
                  <a:gd name="csY0" fmla="*/ 62876 h 109240"/>
                  <a:gd name="csX1" fmla="*/ 87575 w 89367"/>
                  <a:gd name="csY1" fmla="*/ -1529 h 109240"/>
                  <a:gd name="csX2" fmla="*/ 70049 w 89367"/>
                  <a:gd name="csY2" fmla="*/ -1529 h 109240"/>
                  <a:gd name="csX3" fmla="*/ 70049 w 89367"/>
                  <a:gd name="csY3" fmla="*/ 62297 h 109240"/>
                  <a:gd name="csX4" fmla="*/ 64136 w 89367"/>
                  <a:gd name="csY4" fmla="*/ 84943 h 109240"/>
                  <a:gd name="csX5" fmla="*/ 46427 w 89367"/>
                  <a:gd name="csY5" fmla="*/ 92472 h 109240"/>
                  <a:gd name="csX6" fmla="*/ 24024 w 89367"/>
                  <a:gd name="csY6" fmla="*/ 83419 h 109240"/>
                  <a:gd name="csX7" fmla="*/ 15825 w 89367"/>
                  <a:gd name="csY7" fmla="*/ 58761 h 109240"/>
                  <a:gd name="csX8" fmla="*/ 15825 w 89367"/>
                  <a:gd name="csY8" fmla="*/ -1529 h 109240"/>
                  <a:gd name="csX9" fmla="*/ -1792 w 89367"/>
                  <a:gd name="csY9" fmla="*/ -1529 h 109240"/>
                  <a:gd name="csX10" fmla="*/ -1792 w 89367"/>
                  <a:gd name="csY10" fmla="*/ 105151 h 109240"/>
                  <a:gd name="csX11" fmla="*/ 15825 w 89367"/>
                  <a:gd name="csY11" fmla="*/ 105151 h 109240"/>
                  <a:gd name="csX12" fmla="*/ 15825 w 89367"/>
                  <a:gd name="csY12" fmla="*/ 88570 h 109240"/>
                  <a:gd name="csX13" fmla="*/ 30639 w 89367"/>
                  <a:gd name="csY13" fmla="*/ 102957 h 109240"/>
                  <a:gd name="csX14" fmla="*/ 50329 w 89367"/>
                  <a:gd name="csY14" fmla="*/ 107712 h 109240"/>
                  <a:gd name="csX15" fmla="*/ 78126 w 89367"/>
                  <a:gd name="csY15" fmla="*/ 96343 h 109240"/>
                  <a:gd name="csX16" fmla="*/ 87575 w 89367"/>
                  <a:gd name="csY16" fmla="*/ 62876 h 1092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89367" h="109240">
                    <a:moveTo>
                      <a:pt x="87575" y="62876"/>
                    </a:moveTo>
                    <a:lnTo>
                      <a:pt x="87575" y="-1529"/>
                    </a:lnTo>
                    <a:lnTo>
                      <a:pt x="70049" y="-1529"/>
                    </a:lnTo>
                    <a:lnTo>
                      <a:pt x="70049" y="62297"/>
                    </a:lnTo>
                    <a:cubicBezTo>
                      <a:pt x="70049" y="72396"/>
                      <a:pt x="68078" y="79944"/>
                      <a:pt x="64136" y="84943"/>
                    </a:cubicBezTo>
                    <a:cubicBezTo>
                      <a:pt x="60194" y="89962"/>
                      <a:pt x="54291" y="92472"/>
                      <a:pt x="46427" y="92472"/>
                    </a:cubicBezTo>
                    <a:cubicBezTo>
                      <a:pt x="36958" y="92472"/>
                      <a:pt x="29491" y="89454"/>
                      <a:pt x="24024" y="83419"/>
                    </a:cubicBezTo>
                    <a:cubicBezTo>
                      <a:pt x="18558" y="77404"/>
                      <a:pt x="15825" y="69185"/>
                      <a:pt x="15825" y="58761"/>
                    </a:cubicBezTo>
                    <a:lnTo>
                      <a:pt x="15825" y="-1529"/>
                    </a:lnTo>
                    <a:lnTo>
                      <a:pt x="-1792" y="-1529"/>
                    </a:lnTo>
                    <a:lnTo>
                      <a:pt x="-1792" y="105151"/>
                    </a:lnTo>
                    <a:lnTo>
                      <a:pt x="15825" y="105151"/>
                    </a:lnTo>
                    <a:lnTo>
                      <a:pt x="15825" y="88570"/>
                    </a:lnTo>
                    <a:cubicBezTo>
                      <a:pt x="20032" y="94991"/>
                      <a:pt x="24969" y="99787"/>
                      <a:pt x="30639" y="102957"/>
                    </a:cubicBezTo>
                    <a:cubicBezTo>
                      <a:pt x="36328" y="106127"/>
                      <a:pt x="42892" y="107712"/>
                      <a:pt x="50329" y="107712"/>
                    </a:cubicBezTo>
                    <a:cubicBezTo>
                      <a:pt x="62582" y="107712"/>
                      <a:pt x="71848" y="103922"/>
                      <a:pt x="78126" y="96343"/>
                    </a:cubicBezTo>
                    <a:cubicBezTo>
                      <a:pt x="84426" y="88763"/>
                      <a:pt x="87575" y="77608"/>
                      <a:pt x="87575" y="62876"/>
                    </a:cubicBezTo>
                    <a:close/>
                  </a:path>
                </a:pathLst>
              </a:custGeom>
              <a:solidFill>
                <a:srgbClr val="262626"/>
              </a:solidFill>
              <a:ln w="30" cap="flat">
                <a:noFill/>
                <a:prstDash val="solid"/>
                <a:round/>
              </a:ln>
            </p:spPr>
            <p:txBody>
              <a:bodyPr/>
              <a:lstStyle/>
              <a:p>
                <a:endParaRPr lang="en-US"/>
              </a:p>
            </p:txBody>
          </p:sp>
          <p:sp>
            <p:nvSpPr>
              <p:cNvPr id="4112" name="Freeform: Shape 4111">
                <a:extLst>
                  <a:ext uri="{FF2B5EF4-FFF2-40B4-BE49-F238E27FC236}">
                    <a16:creationId xmlns:a16="http://schemas.microsoft.com/office/drawing/2014/main" id="{5024844D-59EC-3D53-B0A8-2500097540E2}"/>
                  </a:ext>
                </a:extLst>
              </p:cNvPr>
              <p:cNvSpPr/>
              <p:nvPr/>
            </p:nvSpPr>
            <p:spPr>
              <a:xfrm flipV="1">
                <a:off x="5601333" y="4033616"/>
                <a:ext cx="89336" cy="112014"/>
              </a:xfrm>
              <a:custGeom>
                <a:avLst/>
                <a:gdLst>
                  <a:gd name="csX0" fmla="*/ -1745 w 89336"/>
                  <a:gd name="csY0" fmla="*/ 43384 h 112014"/>
                  <a:gd name="csX1" fmla="*/ -1745 w 89336"/>
                  <a:gd name="csY1" fmla="*/ 107971 h 112014"/>
                  <a:gd name="csX2" fmla="*/ 15781 w 89336"/>
                  <a:gd name="csY2" fmla="*/ 107971 h 112014"/>
                  <a:gd name="csX3" fmla="*/ 15781 w 89336"/>
                  <a:gd name="csY3" fmla="*/ 44054 h 112014"/>
                  <a:gd name="csX4" fmla="*/ 21664 w 89336"/>
                  <a:gd name="csY4" fmla="*/ 21316 h 112014"/>
                  <a:gd name="csX5" fmla="*/ 39403 w 89336"/>
                  <a:gd name="csY5" fmla="*/ 13757 h 112014"/>
                  <a:gd name="csX6" fmla="*/ 61806 w 89336"/>
                  <a:gd name="csY6" fmla="*/ 22810 h 112014"/>
                  <a:gd name="csX7" fmla="*/ 70066 w 89336"/>
                  <a:gd name="csY7" fmla="*/ 47498 h 112014"/>
                  <a:gd name="csX8" fmla="*/ 70066 w 89336"/>
                  <a:gd name="csY8" fmla="*/ 107971 h 112014"/>
                  <a:gd name="csX9" fmla="*/ 87592 w 89336"/>
                  <a:gd name="csY9" fmla="*/ 107971 h 112014"/>
                  <a:gd name="csX10" fmla="*/ 87592 w 89336"/>
                  <a:gd name="csY10" fmla="*/ 1291 h 112014"/>
                  <a:gd name="csX11" fmla="*/ 70066 w 89336"/>
                  <a:gd name="csY11" fmla="*/ 1291 h 112014"/>
                  <a:gd name="csX12" fmla="*/ 70066 w 89336"/>
                  <a:gd name="csY12" fmla="*/ 17689 h 112014"/>
                  <a:gd name="csX13" fmla="*/ 55253 w 89336"/>
                  <a:gd name="csY13" fmla="*/ 3241 h 112014"/>
                  <a:gd name="csX14" fmla="*/ 35685 w 89336"/>
                  <a:gd name="csY14" fmla="*/ -1483 h 112014"/>
                  <a:gd name="csX15" fmla="*/ 7765 w 89336"/>
                  <a:gd name="csY15" fmla="*/ 9947 h 112014"/>
                  <a:gd name="csX16" fmla="*/ -1745 w 89336"/>
                  <a:gd name="csY16" fmla="*/ 43384 h 112014"/>
                  <a:gd name="csX17" fmla="*/ 42360 w 89336"/>
                  <a:gd name="csY17" fmla="*/ 110531 h 112014"/>
                  <a:gd name="csX18" fmla="*/ 42360 w 89336"/>
                  <a:gd name="csY18" fmla="*/ 110531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89336" h="112014">
                    <a:moveTo>
                      <a:pt x="-1745" y="43384"/>
                    </a:moveTo>
                    <a:lnTo>
                      <a:pt x="-1745" y="107971"/>
                    </a:lnTo>
                    <a:lnTo>
                      <a:pt x="15781" y="107971"/>
                    </a:lnTo>
                    <a:lnTo>
                      <a:pt x="15781" y="44054"/>
                    </a:lnTo>
                    <a:cubicBezTo>
                      <a:pt x="15781" y="33955"/>
                      <a:pt x="17742" y="26376"/>
                      <a:pt x="21664" y="21316"/>
                    </a:cubicBezTo>
                    <a:cubicBezTo>
                      <a:pt x="25606" y="16277"/>
                      <a:pt x="31519" y="13757"/>
                      <a:pt x="39403" y="13757"/>
                    </a:cubicBezTo>
                    <a:cubicBezTo>
                      <a:pt x="48852" y="13757"/>
                      <a:pt x="56319" y="16775"/>
                      <a:pt x="61806" y="22810"/>
                    </a:cubicBezTo>
                    <a:cubicBezTo>
                      <a:pt x="67313" y="28845"/>
                      <a:pt x="70066" y="37074"/>
                      <a:pt x="70066" y="47498"/>
                    </a:cubicBezTo>
                    <a:lnTo>
                      <a:pt x="70066" y="107971"/>
                    </a:lnTo>
                    <a:lnTo>
                      <a:pt x="87592" y="107971"/>
                    </a:lnTo>
                    <a:lnTo>
                      <a:pt x="87592" y="1291"/>
                    </a:lnTo>
                    <a:lnTo>
                      <a:pt x="70066" y="1291"/>
                    </a:lnTo>
                    <a:lnTo>
                      <a:pt x="70066" y="17689"/>
                    </a:lnTo>
                    <a:cubicBezTo>
                      <a:pt x="65819" y="11207"/>
                      <a:pt x="60881" y="6391"/>
                      <a:pt x="55253" y="3241"/>
                    </a:cubicBezTo>
                    <a:cubicBezTo>
                      <a:pt x="49644" y="92"/>
                      <a:pt x="43122" y="-1483"/>
                      <a:pt x="35685" y="-1483"/>
                    </a:cubicBezTo>
                    <a:cubicBezTo>
                      <a:pt x="23432" y="-1483"/>
                      <a:pt x="14125" y="2327"/>
                      <a:pt x="7765" y="9947"/>
                    </a:cubicBezTo>
                    <a:cubicBezTo>
                      <a:pt x="1425" y="17567"/>
                      <a:pt x="-1745" y="28713"/>
                      <a:pt x="-1745" y="43384"/>
                    </a:cubicBezTo>
                    <a:close/>
                    <a:moveTo>
                      <a:pt x="42360" y="110531"/>
                    </a:moveTo>
                    <a:lnTo>
                      <a:pt x="42360" y="110531"/>
                    </a:lnTo>
                    <a:close/>
                  </a:path>
                </a:pathLst>
              </a:custGeom>
              <a:solidFill>
                <a:srgbClr val="262626"/>
              </a:solidFill>
              <a:ln w="30" cap="flat">
                <a:noFill/>
                <a:prstDash val="solid"/>
                <a:round/>
              </a:ln>
            </p:spPr>
            <p:txBody>
              <a:bodyPr/>
              <a:lstStyle/>
              <a:p>
                <a:endParaRPr lang="en-US"/>
              </a:p>
            </p:txBody>
          </p:sp>
          <p:sp>
            <p:nvSpPr>
              <p:cNvPr id="4113" name="Freeform: Shape 4112">
                <a:extLst>
                  <a:ext uri="{FF2B5EF4-FFF2-40B4-BE49-F238E27FC236}">
                    <a16:creationId xmlns:a16="http://schemas.microsoft.com/office/drawing/2014/main" id="{C9273343-CFC7-7A10-D754-B1E0638B5A83}"/>
                  </a:ext>
                </a:extLst>
              </p:cNvPr>
              <p:cNvSpPr/>
              <p:nvPr/>
            </p:nvSpPr>
            <p:spPr>
              <a:xfrm flipV="1">
                <a:off x="5713629" y="4005879"/>
                <a:ext cx="66568" cy="136977"/>
              </a:xfrm>
              <a:custGeom>
                <a:avLst/>
                <a:gdLst>
                  <a:gd name="csX0" fmla="*/ 29489 w 66568"/>
                  <a:gd name="csY0" fmla="*/ 134992 h 136977"/>
                  <a:gd name="csX1" fmla="*/ 29489 w 66568"/>
                  <a:gd name="csY1" fmla="*/ 104695 h 136977"/>
                  <a:gd name="csX2" fmla="*/ 65577 w 66568"/>
                  <a:gd name="csY2" fmla="*/ 104695 h 136977"/>
                  <a:gd name="csX3" fmla="*/ 65577 w 66568"/>
                  <a:gd name="csY3" fmla="*/ 91071 h 136977"/>
                  <a:gd name="csX4" fmla="*/ 29489 w 66568"/>
                  <a:gd name="csY4" fmla="*/ 91071 h 136977"/>
                  <a:gd name="csX5" fmla="*/ 29489 w 66568"/>
                  <a:gd name="csY5" fmla="*/ 33159 h 136977"/>
                  <a:gd name="csX6" fmla="*/ 33055 w 66568"/>
                  <a:gd name="csY6" fmla="*/ 16395 h 136977"/>
                  <a:gd name="csX7" fmla="*/ 47594 w 66568"/>
                  <a:gd name="csY7" fmla="*/ 12676 h 136977"/>
                  <a:gd name="csX8" fmla="*/ 65577 w 66568"/>
                  <a:gd name="csY8" fmla="*/ 12676 h 136977"/>
                  <a:gd name="csX9" fmla="*/ 65577 w 66568"/>
                  <a:gd name="csY9" fmla="*/ -1985 h 136977"/>
                  <a:gd name="csX10" fmla="*/ 47594 w 66568"/>
                  <a:gd name="csY10" fmla="*/ -1985 h 136977"/>
                  <a:gd name="csX11" fmla="*/ 19583 w 66568"/>
                  <a:gd name="csY11" fmla="*/ 5574 h 136977"/>
                  <a:gd name="csX12" fmla="*/ 11871 w 66568"/>
                  <a:gd name="csY12" fmla="*/ 33159 h 136977"/>
                  <a:gd name="csX13" fmla="*/ 11871 w 66568"/>
                  <a:gd name="csY13" fmla="*/ 91071 h 136977"/>
                  <a:gd name="csX14" fmla="*/ -991 w 66568"/>
                  <a:gd name="csY14" fmla="*/ 91071 h 136977"/>
                  <a:gd name="csX15" fmla="*/ -991 w 66568"/>
                  <a:gd name="csY15" fmla="*/ 104695 h 136977"/>
                  <a:gd name="csX16" fmla="*/ 11871 w 66568"/>
                  <a:gd name="csY16" fmla="*/ 104695 h 136977"/>
                  <a:gd name="csX17" fmla="*/ 11871 w 66568"/>
                  <a:gd name="csY17" fmla="*/ 134992 h 136977"/>
                  <a:gd name="csX18" fmla="*/ 29489 w 66568"/>
                  <a:gd name="csY18" fmla="*/ 134992 h 1369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6568" h="136977">
                    <a:moveTo>
                      <a:pt x="29489" y="134992"/>
                    </a:moveTo>
                    <a:lnTo>
                      <a:pt x="29489" y="104695"/>
                    </a:lnTo>
                    <a:lnTo>
                      <a:pt x="65577" y="104695"/>
                    </a:lnTo>
                    <a:lnTo>
                      <a:pt x="65577" y="91071"/>
                    </a:lnTo>
                    <a:lnTo>
                      <a:pt x="29489" y="91071"/>
                    </a:lnTo>
                    <a:lnTo>
                      <a:pt x="29489" y="33159"/>
                    </a:lnTo>
                    <a:cubicBezTo>
                      <a:pt x="29489" y="24462"/>
                      <a:pt x="30677" y="18874"/>
                      <a:pt x="33055" y="16395"/>
                    </a:cubicBezTo>
                    <a:cubicBezTo>
                      <a:pt x="35432" y="13916"/>
                      <a:pt x="40278" y="12676"/>
                      <a:pt x="47594" y="12676"/>
                    </a:cubicBezTo>
                    <a:lnTo>
                      <a:pt x="65577" y="12676"/>
                    </a:lnTo>
                    <a:lnTo>
                      <a:pt x="65577" y="-1985"/>
                    </a:lnTo>
                    <a:lnTo>
                      <a:pt x="47594" y="-1985"/>
                    </a:lnTo>
                    <a:cubicBezTo>
                      <a:pt x="34061" y="-1985"/>
                      <a:pt x="24723" y="535"/>
                      <a:pt x="19583" y="5574"/>
                    </a:cubicBezTo>
                    <a:cubicBezTo>
                      <a:pt x="14442" y="10634"/>
                      <a:pt x="11871" y="19829"/>
                      <a:pt x="11871" y="33159"/>
                    </a:cubicBezTo>
                    <a:lnTo>
                      <a:pt x="11871" y="91071"/>
                    </a:lnTo>
                    <a:lnTo>
                      <a:pt x="-991" y="91071"/>
                    </a:lnTo>
                    <a:lnTo>
                      <a:pt x="-991" y="104695"/>
                    </a:lnTo>
                    <a:lnTo>
                      <a:pt x="11871" y="104695"/>
                    </a:lnTo>
                    <a:lnTo>
                      <a:pt x="11871" y="134992"/>
                    </a:lnTo>
                    <a:lnTo>
                      <a:pt x="29489" y="134992"/>
                    </a:lnTo>
                    <a:close/>
                  </a:path>
                </a:pathLst>
              </a:custGeom>
              <a:solidFill>
                <a:srgbClr val="262626"/>
              </a:solidFill>
              <a:ln w="30" cap="flat">
                <a:noFill/>
                <a:prstDash val="solid"/>
                <a:round/>
              </a:ln>
            </p:spPr>
            <p:txBody>
              <a:bodyPr/>
              <a:lstStyle/>
              <a:p>
                <a:endParaRPr lang="en-US"/>
              </a:p>
            </p:txBody>
          </p:sp>
          <p:sp>
            <p:nvSpPr>
              <p:cNvPr id="4114" name="Freeform: Shape 4113">
                <a:extLst>
                  <a:ext uri="{FF2B5EF4-FFF2-40B4-BE49-F238E27FC236}">
                    <a16:creationId xmlns:a16="http://schemas.microsoft.com/office/drawing/2014/main" id="{A3CAABFB-EB67-AD9B-19A2-36D071B6DB69}"/>
                  </a:ext>
                </a:extLst>
              </p:cNvPr>
              <p:cNvSpPr/>
              <p:nvPr/>
            </p:nvSpPr>
            <p:spPr>
              <a:xfrm flipV="1">
                <a:off x="5795632" y="4033616"/>
                <a:ext cx="98877" cy="112014"/>
              </a:xfrm>
              <a:custGeom>
                <a:avLst/>
                <a:gdLst>
                  <a:gd name="csX0" fmla="*/ 97182 w 98877"/>
                  <a:gd name="csY0" fmla="*/ 59020 h 112014"/>
                  <a:gd name="csX1" fmla="*/ 97182 w 98877"/>
                  <a:gd name="csY1" fmla="*/ 50455 h 112014"/>
                  <a:gd name="csX2" fmla="*/ 16593 w 98877"/>
                  <a:gd name="csY2" fmla="*/ 50455 h 112014"/>
                  <a:gd name="csX3" fmla="*/ 27505 w 98877"/>
                  <a:gd name="csY3" fmla="*/ 22871 h 112014"/>
                  <a:gd name="csX4" fmla="*/ 54693 w 98877"/>
                  <a:gd name="csY4" fmla="*/ 13391 h 112014"/>
                  <a:gd name="csX5" fmla="*/ 74261 w 98877"/>
                  <a:gd name="csY5" fmla="*/ 15860 h 112014"/>
                  <a:gd name="csX6" fmla="*/ 93098 w 98877"/>
                  <a:gd name="csY6" fmla="*/ 23297 h 112014"/>
                  <a:gd name="csX7" fmla="*/ 93098 w 98877"/>
                  <a:gd name="csY7" fmla="*/ 6716 h 112014"/>
                  <a:gd name="csX8" fmla="*/ 73743 w 98877"/>
                  <a:gd name="csY8" fmla="*/ 620 h 112014"/>
                  <a:gd name="csX9" fmla="*/ 53657 w 98877"/>
                  <a:gd name="csY9" fmla="*/ -1483 h 112014"/>
                  <a:gd name="csX10" fmla="*/ 13210 w 98877"/>
                  <a:gd name="csY10" fmla="*/ 13361 h 112014"/>
                  <a:gd name="csX11" fmla="*/ -1695 w 98877"/>
                  <a:gd name="csY11" fmla="*/ 53594 h 112014"/>
                  <a:gd name="csX12" fmla="*/ 12448 w 98877"/>
                  <a:gd name="csY12" fmla="*/ 95139 h 112014"/>
                  <a:gd name="csX13" fmla="*/ 50609 w 98877"/>
                  <a:gd name="csY13" fmla="*/ 110531 h 112014"/>
                  <a:gd name="csX14" fmla="*/ 84655 w 98877"/>
                  <a:gd name="csY14" fmla="*/ 96663 h 112014"/>
                  <a:gd name="csX15" fmla="*/ 97182 w 98877"/>
                  <a:gd name="csY15" fmla="*/ 59020 h 112014"/>
                  <a:gd name="csX16" fmla="*/ 79656 w 98877"/>
                  <a:gd name="csY16" fmla="*/ 64171 h 112014"/>
                  <a:gd name="csX17" fmla="*/ 71610 w 98877"/>
                  <a:gd name="csY17" fmla="*/ 87092 h 112014"/>
                  <a:gd name="csX18" fmla="*/ 50792 w 98877"/>
                  <a:gd name="csY18" fmla="*/ 95687 h 112014"/>
                  <a:gd name="csX19" fmla="*/ 27322 w 98877"/>
                  <a:gd name="csY19" fmla="*/ 87397 h 112014"/>
                  <a:gd name="csX20" fmla="*/ 17172 w 98877"/>
                  <a:gd name="csY20" fmla="*/ 64049 h 112014"/>
                  <a:gd name="csX21" fmla="*/ 79656 w 98877"/>
                  <a:gd name="csY21" fmla="*/ 64171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98877" h="112014">
                    <a:moveTo>
                      <a:pt x="97182" y="59020"/>
                    </a:moveTo>
                    <a:lnTo>
                      <a:pt x="97182" y="50455"/>
                    </a:lnTo>
                    <a:lnTo>
                      <a:pt x="16593" y="50455"/>
                    </a:lnTo>
                    <a:cubicBezTo>
                      <a:pt x="17365" y="38385"/>
                      <a:pt x="21003" y="29190"/>
                      <a:pt x="27505" y="22871"/>
                    </a:cubicBezTo>
                    <a:cubicBezTo>
                      <a:pt x="34007" y="16551"/>
                      <a:pt x="43070" y="13391"/>
                      <a:pt x="54693" y="13391"/>
                    </a:cubicBezTo>
                    <a:cubicBezTo>
                      <a:pt x="61419" y="13391"/>
                      <a:pt x="67942" y="14214"/>
                      <a:pt x="74261" y="15860"/>
                    </a:cubicBezTo>
                    <a:cubicBezTo>
                      <a:pt x="80581" y="17506"/>
                      <a:pt x="86860" y="19985"/>
                      <a:pt x="93098" y="23297"/>
                    </a:cubicBezTo>
                    <a:lnTo>
                      <a:pt x="93098" y="6716"/>
                    </a:lnTo>
                    <a:cubicBezTo>
                      <a:pt x="86799" y="4054"/>
                      <a:pt x="80347" y="2022"/>
                      <a:pt x="73743" y="620"/>
                    </a:cubicBezTo>
                    <a:cubicBezTo>
                      <a:pt x="67139" y="-782"/>
                      <a:pt x="60444" y="-1483"/>
                      <a:pt x="53657" y="-1483"/>
                    </a:cubicBezTo>
                    <a:cubicBezTo>
                      <a:pt x="36629" y="-1483"/>
                      <a:pt x="23146" y="3465"/>
                      <a:pt x="13210" y="13361"/>
                    </a:cubicBezTo>
                    <a:cubicBezTo>
                      <a:pt x="3273" y="23277"/>
                      <a:pt x="-1695" y="36688"/>
                      <a:pt x="-1695" y="53594"/>
                    </a:cubicBezTo>
                    <a:cubicBezTo>
                      <a:pt x="-1695" y="71049"/>
                      <a:pt x="3019" y="84897"/>
                      <a:pt x="12448" y="95139"/>
                    </a:cubicBezTo>
                    <a:cubicBezTo>
                      <a:pt x="21876" y="105400"/>
                      <a:pt x="34597" y="110531"/>
                      <a:pt x="50609" y="110531"/>
                    </a:cubicBezTo>
                    <a:cubicBezTo>
                      <a:pt x="64955" y="110531"/>
                      <a:pt x="76304" y="105908"/>
                      <a:pt x="84655" y="96663"/>
                    </a:cubicBezTo>
                    <a:cubicBezTo>
                      <a:pt x="93007" y="87437"/>
                      <a:pt x="97182" y="74890"/>
                      <a:pt x="97182" y="59020"/>
                    </a:cubicBezTo>
                    <a:close/>
                    <a:moveTo>
                      <a:pt x="79656" y="64171"/>
                    </a:moveTo>
                    <a:cubicBezTo>
                      <a:pt x="79534" y="73742"/>
                      <a:pt x="76852" y="81382"/>
                      <a:pt x="71610" y="87092"/>
                    </a:cubicBezTo>
                    <a:cubicBezTo>
                      <a:pt x="66367" y="92822"/>
                      <a:pt x="59428" y="95687"/>
                      <a:pt x="50792" y="95687"/>
                    </a:cubicBezTo>
                    <a:cubicBezTo>
                      <a:pt x="41018" y="95687"/>
                      <a:pt x="33195" y="92924"/>
                      <a:pt x="27322" y="87397"/>
                    </a:cubicBezTo>
                    <a:cubicBezTo>
                      <a:pt x="21450" y="81870"/>
                      <a:pt x="18066" y="74087"/>
                      <a:pt x="17172" y="64049"/>
                    </a:cubicBezTo>
                    <a:lnTo>
                      <a:pt x="79656" y="64171"/>
                    </a:lnTo>
                    <a:close/>
                  </a:path>
                </a:pathLst>
              </a:custGeom>
              <a:solidFill>
                <a:srgbClr val="262626"/>
              </a:solidFill>
              <a:ln w="30" cap="flat">
                <a:noFill/>
                <a:prstDash val="solid"/>
                <a:round/>
              </a:ln>
            </p:spPr>
            <p:txBody>
              <a:bodyPr/>
              <a:lstStyle/>
              <a:p>
                <a:endParaRPr lang="en-US"/>
              </a:p>
            </p:txBody>
          </p:sp>
          <p:sp>
            <p:nvSpPr>
              <p:cNvPr id="4115" name="Freeform: Shape 4114">
                <a:extLst>
                  <a:ext uri="{FF2B5EF4-FFF2-40B4-BE49-F238E27FC236}">
                    <a16:creationId xmlns:a16="http://schemas.microsoft.com/office/drawing/2014/main" id="{4D3224DB-D39F-DB2D-CE0E-9A31F8FFA1C9}"/>
                  </a:ext>
                </a:extLst>
              </p:cNvPr>
              <p:cNvSpPr/>
              <p:nvPr/>
            </p:nvSpPr>
            <p:spPr>
              <a:xfrm flipV="1">
                <a:off x="5920524" y="3994845"/>
                <a:ext cx="43708" cy="173735"/>
              </a:xfrm>
              <a:custGeom>
                <a:avLst/>
                <a:gdLst>
                  <a:gd name="csX0" fmla="*/ -942 w 43708"/>
                  <a:gd name="csY0" fmla="*/ 171993 h 173735"/>
                  <a:gd name="csX1" fmla="*/ 14298 w 43708"/>
                  <a:gd name="csY1" fmla="*/ 171993 h 173735"/>
                  <a:gd name="csX2" fmla="*/ 35664 w 43708"/>
                  <a:gd name="csY2" fmla="*/ 127980 h 173735"/>
                  <a:gd name="csX3" fmla="*/ 42766 w 43708"/>
                  <a:gd name="csY3" fmla="*/ 85216 h 173735"/>
                  <a:gd name="csX4" fmla="*/ 35664 w 43708"/>
                  <a:gd name="csY4" fmla="*/ 42270 h 173735"/>
                  <a:gd name="csX5" fmla="*/ 14298 w 43708"/>
                  <a:gd name="csY5" fmla="*/ -1743 h 173735"/>
                  <a:gd name="csX6" fmla="*/ -942 w 43708"/>
                  <a:gd name="csY6" fmla="*/ -1743 h 173735"/>
                  <a:gd name="csX7" fmla="*/ 17956 w 43708"/>
                  <a:gd name="csY7" fmla="*/ 41660 h 173735"/>
                  <a:gd name="csX8" fmla="*/ 24204 w 43708"/>
                  <a:gd name="csY8" fmla="*/ 85216 h 173735"/>
                  <a:gd name="csX9" fmla="*/ 17956 w 43708"/>
                  <a:gd name="csY9" fmla="*/ 128650 h 173735"/>
                  <a:gd name="csX10" fmla="*/ -942 w 43708"/>
                  <a:gd name="csY10" fmla="*/ 171993 h 1737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708" h="173735">
                    <a:moveTo>
                      <a:pt x="-942" y="171993"/>
                    </a:moveTo>
                    <a:lnTo>
                      <a:pt x="14298" y="171993"/>
                    </a:lnTo>
                    <a:cubicBezTo>
                      <a:pt x="23808" y="157017"/>
                      <a:pt x="30930" y="142346"/>
                      <a:pt x="35664" y="127980"/>
                    </a:cubicBezTo>
                    <a:cubicBezTo>
                      <a:pt x="40399" y="113634"/>
                      <a:pt x="42766" y="99379"/>
                      <a:pt x="42766" y="85216"/>
                    </a:cubicBezTo>
                    <a:cubicBezTo>
                      <a:pt x="42766" y="70992"/>
                      <a:pt x="40399" y="56677"/>
                      <a:pt x="35664" y="42270"/>
                    </a:cubicBezTo>
                    <a:cubicBezTo>
                      <a:pt x="30930" y="27863"/>
                      <a:pt x="23808" y="13192"/>
                      <a:pt x="14298" y="-1743"/>
                    </a:cubicBezTo>
                    <a:lnTo>
                      <a:pt x="-942" y="-1743"/>
                    </a:lnTo>
                    <a:cubicBezTo>
                      <a:pt x="7491" y="12806"/>
                      <a:pt x="13790" y="27274"/>
                      <a:pt x="17956" y="41660"/>
                    </a:cubicBezTo>
                    <a:cubicBezTo>
                      <a:pt x="22121" y="56047"/>
                      <a:pt x="24204" y="70566"/>
                      <a:pt x="24204" y="85216"/>
                    </a:cubicBezTo>
                    <a:cubicBezTo>
                      <a:pt x="24204" y="99887"/>
                      <a:pt x="22121" y="114365"/>
                      <a:pt x="17956" y="128650"/>
                    </a:cubicBezTo>
                    <a:cubicBezTo>
                      <a:pt x="13790" y="142956"/>
                      <a:pt x="7491" y="157403"/>
                      <a:pt x="-942" y="171993"/>
                    </a:cubicBezTo>
                    <a:close/>
                  </a:path>
                </a:pathLst>
              </a:custGeom>
              <a:solidFill>
                <a:srgbClr val="262626"/>
              </a:solidFill>
              <a:ln w="30" cap="flat">
                <a:noFill/>
                <a:prstDash val="solid"/>
                <a:round/>
              </a:ln>
            </p:spPr>
            <p:txBody>
              <a:bodyPr/>
              <a:lstStyle/>
              <a:p>
                <a:endParaRPr lang="en-US"/>
              </a:p>
            </p:txBody>
          </p:sp>
        </p:grpSp>
      </p:grpSp>
      <p:grpSp>
        <p:nvGrpSpPr>
          <p:cNvPr id="27" name="Graphic 4">
            <a:extLst>
              <a:ext uri="{FF2B5EF4-FFF2-40B4-BE49-F238E27FC236}">
                <a16:creationId xmlns:a16="http://schemas.microsoft.com/office/drawing/2014/main" id="{4946A34F-6CBA-A54A-02DA-25F137CB95B9}"/>
              </a:ext>
            </a:extLst>
          </p:cNvPr>
          <p:cNvGrpSpPr/>
          <p:nvPr/>
        </p:nvGrpSpPr>
        <p:grpSpPr>
          <a:xfrm>
            <a:off x="269596" y="1817720"/>
            <a:ext cx="413265" cy="1401140"/>
            <a:chOff x="2499969" y="1339900"/>
            <a:chExt cx="686318" cy="2326903"/>
          </a:xfrm>
        </p:grpSpPr>
        <p:grpSp>
          <p:nvGrpSpPr>
            <p:cNvPr id="4048" name="Graphic 4">
              <a:extLst>
                <a:ext uri="{FF2B5EF4-FFF2-40B4-BE49-F238E27FC236}">
                  <a16:creationId xmlns:a16="http://schemas.microsoft.com/office/drawing/2014/main" id="{92A0756E-9E95-3211-CD05-8CDD00E6F2B1}"/>
                </a:ext>
              </a:extLst>
            </p:cNvPr>
            <p:cNvGrpSpPr/>
            <p:nvPr/>
          </p:nvGrpSpPr>
          <p:grpSpPr>
            <a:xfrm>
              <a:off x="2978896" y="3531546"/>
              <a:ext cx="207390" cy="135257"/>
              <a:chOff x="2978896" y="3531546"/>
              <a:chExt cx="207390" cy="135257"/>
            </a:xfrm>
          </p:grpSpPr>
          <p:sp>
            <p:nvSpPr>
              <p:cNvPr id="4087" name="Freeform: Shape 4086">
                <a:extLst>
                  <a:ext uri="{FF2B5EF4-FFF2-40B4-BE49-F238E27FC236}">
                    <a16:creationId xmlns:a16="http://schemas.microsoft.com/office/drawing/2014/main" id="{EA5373B3-C6BB-71A4-57E5-08A304519F7D}"/>
                  </a:ext>
                </a:extLst>
              </p:cNvPr>
              <p:cNvSpPr/>
              <p:nvPr/>
            </p:nvSpPr>
            <p:spPr>
              <a:xfrm>
                <a:off x="3125327" y="3596325"/>
                <a:ext cx="60960" cy="12700"/>
              </a:xfrm>
              <a:custGeom>
                <a:avLst/>
                <a:gdLst>
                  <a:gd name="csX0" fmla="*/ 61031 w 60960"/>
                  <a:gd name="csY0" fmla="*/ 225 h 12700"/>
                  <a:gd name="csX1" fmla="*/ 71 w 60960"/>
                  <a:gd name="csY1" fmla="*/ 225 h 12700"/>
                </a:gdLst>
                <a:ahLst/>
                <a:cxnLst>
                  <a:cxn ang="0">
                    <a:pos x="csX0" y="csY0"/>
                  </a:cxn>
                  <a:cxn ang="0">
                    <a:pos x="csX1" y="csY1"/>
                  </a:cxn>
                </a:cxnLst>
                <a:rect l="l" t="t" r="r" b="b"/>
                <a:pathLst>
                  <a:path w="60960" h="12700">
                    <a:moveTo>
                      <a:pt x="61031" y="225"/>
                    </a:moveTo>
                    <a:lnTo>
                      <a:pt x="71" y="225"/>
                    </a:lnTo>
                  </a:path>
                </a:pathLst>
              </a:custGeom>
              <a:solidFill>
                <a:srgbClr val="262626"/>
              </a:solidFill>
              <a:ln w="12700" cap="flat">
                <a:solidFill>
                  <a:srgbClr val="262626"/>
                </a:solidFill>
                <a:prstDash val="solid"/>
                <a:round/>
              </a:ln>
            </p:spPr>
            <p:txBody>
              <a:bodyPr/>
              <a:lstStyle/>
              <a:p>
                <a:endParaRPr lang="en-US"/>
              </a:p>
            </p:txBody>
          </p:sp>
          <p:sp>
            <p:nvSpPr>
              <p:cNvPr id="4088" name="Freeform: Shape 4087">
                <a:extLst>
                  <a:ext uri="{FF2B5EF4-FFF2-40B4-BE49-F238E27FC236}">
                    <a16:creationId xmlns:a16="http://schemas.microsoft.com/office/drawing/2014/main" id="{1125AD4C-4F3A-CEC5-FF67-A1962D7BA7EC}"/>
                  </a:ext>
                </a:extLst>
              </p:cNvPr>
              <p:cNvSpPr/>
              <p:nvPr/>
            </p:nvSpPr>
            <p:spPr>
              <a:xfrm flipV="1">
                <a:off x="2978896" y="3531546"/>
                <a:ext cx="90106" cy="135257"/>
              </a:xfrm>
              <a:custGeom>
                <a:avLst/>
                <a:gdLst>
                  <a:gd name="csX0" fmla="*/ 43063 w 90106"/>
                  <a:gd name="csY0" fmla="*/ 119183 h 135257"/>
                  <a:gd name="csX1" fmla="*/ 22583 w 90106"/>
                  <a:gd name="csY1" fmla="*/ 105772 h 135257"/>
                  <a:gd name="csX2" fmla="*/ 15738 w 90106"/>
                  <a:gd name="csY2" fmla="*/ 65482 h 135257"/>
                  <a:gd name="csX3" fmla="*/ 22583 w 90106"/>
                  <a:gd name="csY3" fmla="*/ 25277 h 135257"/>
                  <a:gd name="csX4" fmla="*/ 43063 w 90106"/>
                  <a:gd name="csY4" fmla="*/ 11865 h 135257"/>
                  <a:gd name="csX5" fmla="*/ 63627 w 90106"/>
                  <a:gd name="csY5" fmla="*/ 25277 h 135257"/>
                  <a:gd name="csX6" fmla="*/ 70500 w 90106"/>
                  <a:gd name="csY6" fmla="*/ 65482 h 135257"/>
                  <a:gd name="csX7" fmla="*/ 63627 w 90106"/>
                  <a:gd name="csY7" fmla="*/ 105772 h 135257"/>
                  <a:gd name="csX8" fmla="*/ 43063 w 90106"/>
                  <a:gd name="csY8" fmla="*/ 119183 h 135257"/>
                  <a:gd name="csX9" fmla="*/ 43063 w 90106"/>
                  <a:gd name="csY9" fmla="*/ 133153 h 135257"/>
                  <a:gd name="csX10" fmla="*/ 76563 w 90106"/>
                  <a:gd name="csY10" fmla="*/ 115802 h 135257"/>
                  <a:gd name="csX11" fmla="*/ 88130 w 90106"/>
                  <a:gd name="csY11" fmla="*/ 65482 h 135257"/>
                  <a:gd name="csX12" fmla="*/ 76563 w 90106"/>
                  <a:gd name="csY12" fmla="*/ 15218 h 135257"/>
                  <a:gd name="csX13" fmla="*/ 43063 w 90106"/>
                  <a:gd name="csY13" fmla="*/ -2105 h 135257"/>
                  <a:gd name="csX14" fmla="*/ 9591 w 90106"/>
                  <a:gd name="csY14" fmla="*/ 15218 h 135257"/>
                  <a:gd name="csX15" fmla="*/ -1976 w 90106"/>
                  <a:gd name="csY15" fmla="*/ 65482 h 135257"/>
                  <a:gd name="csX16" fmla="*/ 9591 w 90106"/>
                  <a:gd name="csY16" fmla="*/ 115802 h 135257"/>
                  <a:gd name="csX17" fmla="*/ 43063 w 90106"/>
                  <a:gd name="csY17" fmla="*/ 133153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0106" h="135257">
                    <a:moveTo>
                      <a:pt x="43063" y="119183"/>
                    </a:moveTo>
                    <a:cubicBezTo>
                      <a:pt x="33992" y="119183"/>
                      <a:pt x="27165" y="114713"/>
                      <a:pt x="22583" y="105772"/>
                    </a:cubicBezTo>
                    <a:cubicBezTo>
                      <a:pt x="18019" y="96850"/>
                      <a:pt x="15738" y="83420"/>
                      <a:pt x="15738" y="65482"/>
                    </a:cubicBezTo>
                    <a:cubicBezTo>
                      <a:pt x="15738" y="47619"/>
                      <a:pt x="18019" y="34217"/>
                      <a:pt x="22583" y="25277"/>
                    </a:cubicBezTo>
                    <a:cubicBezTo>
                      <a:pt x="27165" y="16336"/>
                      <a:pt x="33992" y="11865"/>
                      <a:pt x="43063" y="11865"/>
                    </a:cubicBezTo>
                    <a:cubicBezTo>
                      <a:pt x="52209" y="11865"/>
                      <a:pt x="59063" y="16336"/>
                      <a:pt x="63627" y="25277"/>
                    </a:cubicBezTo>
                    <a:cubicBezTo>
                      <a:pt x="68209" y="34217"/>
                      <a:pt x="70500" y="47619"/>
                      <a:pt x="70500" y="65482"/>
                    </a:cubicBezTo>
                    <a:cubicBezTo>
                      <a:pt x="70500" y="83420"/>
                      <a:pt x="68209" y="96850"/>
                      <a:pt x="63627" y="105772"/>
                    </a:cubicBezTo>
                    <a:cubicBezTo>
                      <a:pt x="59063" y="114713"/>
                      <a:pt x="52209" y="119183"/>
                      <a:pt x="43063" y="119183"/>
                    </a:cubicBezTo>
                    <a:close/>
                    <a:moveTo>
                      <a:pt x="43063" y="133153"/>
                    </a:moveTo>
                    <a:cubicBezTo>
                      <a:pt x="57685" y="133153"/>
                      <a:pt x="68852" y="127369"/>
                      <a:pt x="76563" y="115802"/>
                    </a:cubicBezTo>
                    <a:cubicBezTo>
                      <a:pt x="84274" y="104254"/>
                      <a:pt x="88130" y="87480"/>
                      <a:pt x="88130" y="65482"/>
                    </a:cubicBezTo>
                    <a:cubicBezTo>
                      <a:pt x="88130" y="43540"/>
                      <a:pt x="84274" y="26785"/>
                      <a:pt x="76563" y="15218"/>
                    </a:cubicBezTo>
                    <a:cubicBezTo>
                      <a:pt x="68852" y="3670"/>
                      <a:pt x="57685" y="-2105"/>
                      <a:pt x="43063" y="-2105"/>
                    </a:cubicBezTo>
                    <a:cubicBezTo>
                      <a:pt x="28460" y="-2105"/>
                      <a:pt x="17302" y="3670"/>
                      <a:pt x="9591" y="15218"/>
                    </a:cubicBezTo>
                    <a:cubicBezTo>
                      <a:pt x="1879" y="26785"/>
                      <a:pt x="-1976" y="43540"/>
                      <a:pt x="-1976" y="65482"/>
                    </a:cubicBezTo>
                    <a:cubicBezTo>
                      <a:pt x="-1976" y="87480"/>
                      <a:pt x="1879" y="104254"/>
                      <a:pt x="9591" y="115802"/>
                    </a:cubicBezTo>
                    <a:cubicBezTo>
                      <a:pt x="17302" y="127369"/>
                      <a:pt x="28460" y="133153"/>
                      <a:pt x="43063" y="133153"/>
                    </a:cubicBezTo>
                    <a:close/>
                  </a:path>
                </a:pathLst>
              </a:custGeom>
              <a:solidFill>
                <a:srgbClr val="262626"/>
              </a:solidFill>
              <a:ln w="28" cap="flat">
                <a:noFill/>
                <a:prstDash val="solid"/>
                <a:round/>
              </a:ln>
            </p:spPr>
            <p:txBody>
              <a:bodyPr/>
              <a:lstStyle/>
              <a:p>
                <a:endParaRPr lang="en-US"/>
              </a:p>
            </p:txBody>
          </p:sp>
        </p:grpSp>
        <p:grpSp>
          <p:nvGrpSpPr>
            <p:cNvPr id="4049" name="Graphic 4">
              <a:extLst>
                <a:ext uri="{FF2B5EF4-FFF2-40B4-BE49-F238E27FC236}">
                  <a16:creationId xmlns:a16="http://schemas.microsoft.com/office/drawing/2014/main" id="{57D0B6CB-A290-699B-143F-232DFFBDA394}"/>
                </a:ext>
              </a:extLst>
            </p:cNvPr>
            <p:cNvGrpSpPr/>
            <p:nvPr/>
          </p:nvGrpSpPr>
          <p:grpSpPr>
            <a:xfrm>
              <a:off x="2866438" y="3093217"/>
              <a:ext cx="319849" cy="135257"/>
              <a:chOff x="2866438" y="3093217"/>
              <a:chExt cx="319849" cy="135257"/>
            </a:xfrm>
          </p:grpSpPr>
          <p:sp>
            <p:nvSpPr>
              <p:cNvPr id="4083" name="Freeform: Shape 4082">
                <a:extLst>
                  <a:ext uri="{FF2B5EF4-FFF2-40B4-BE49-F238E27FC236}">
                    <a16:creationId xmlns:a16="http://schemas.microsoft.com/office/drawing/2014/main" id="{672E8641-8D75-65F3-14B9-13C9F1C22C1F}"/>
                  </a:ext>
                </a:extLst>
              </p:cNvPr>
              <p:cNvSpPr/>
              <p:nvPr/>
            </p:nvSpPr>
            <p:spPr>
              <a:xfrm>
                <a:off x="3125327" y="3157996"/>
                <a:ext cx="60960" cy="12700"/>
              </a:xfrm>
              <a:custGeom>
                <a:avLst/>
                <a:gdLst>
                  <a:gd name="csX0" fmla="*/ 61031 w 60960"/>
                  <a:gd name="csY0" fmla="*/ 190 h 12700"/>
                  <a:gd name="csX1" fmla="*/ 71 w 60960"/>
                  <a:gd name="csY1" fmla="*/ 190 h 12700"/>
                </a:gdLst>
                <a:ahLst/>
                <a:cxnLst>
                  <a:cxn ang="0">
                    <a:pos x="csX0" y="csY0"/>
                  </a:cxn>
                  <a:cxn ang="0">
                    <a:pos x="csX1" y="csY1"/>
                  </a:cxn>
                </a:cxnLst>
                <a:rect l="l" t="t" r="r" b="b"/>
                <a:pathLst>
                  <a:path w="60960" h="12700">
                    <a:moveTo>
                      <a:pt x="61031" y="190"/>
                    </a:moveTo>
                    <a:lnTo>
                      <a:pt x="71" y="190"/>
                    </a:lnTo>
                  </a:path>
                </a:pathLst>
              </a:custGeom>
              <a:solidFill>
                <a:srgbClr val="262626"/>
              </a:solidFill>
              <a:ln w="12700" cap="flat">
                <a:solidFill>
                  <a:srgbClr val="262626"/>
                </a:solidFill>
                <a:prstDash val="solid"/>
                <a:round/>
              </a:ln>
            </p:spPr>
            <p:txBody>
              <a:bodyPr/>
              <a:lstStyle/>
              <a:p>
                <a:endParaRPr lang="en-US"/>
              </a:p>
            </p:txBody>
          </p:sp>
          <p:grpSp>
            <p:nvGrpSpPr>
              <p:cNvPr id="4084" name="Graphic 4">
                <a:extLst>
                  <a:ext uri="{FF2B5EF4-FFF2-40B4-BE49-F238E27FC236}">
                    <a16:creationId xmlns:a16="http://schemas.microsoft.com/office/drawing/2014/main" id="{463BBA87-1830-D66E-E593-D760133690D2}"/>
                  </a:ext>
                </a:extLst>
              </p:cNvPr>
              <p:cNvGrpSpPr/>
              <p:nvPr/>
            </p:nvGrpSpPr>
            <p:grpSpPr>
              <a:xfrm>
                <a:off x="2866438" y="3093217"/>
                <a:ext cx="202561" cy="135257"/>
                <a:chOff x="2866438" y="3093217"/>
                <a:chExt cx="202561" cy="135257"/>
              </a:xfrm>
              <a:solidFill>
                <a:srgbClr val="262626"/>
              </a:solidFill>
            </p:grpSpPr>
            <p:sp>
              <p:nvSpPr>
                <p:cNvPr id="4085" name="Freeform: Shape 4084">
                  <a:extLst>
                    <a:ext uri="{FF2B5EF4-FFF2-40B4-BE49-F238E27FC236}">
                      <a16:creationId xmlns:a16="http://schemas.microsoft.com/office/drawing/2014/main" id="{404E4F8D-D8BE-907A-7904-BC0AC0A3F2A1}"/>
                    </a:ext>
                  </a:extLst>
                </p:cNvPr>
                <p:cNvSpPr/>
                <p:nvPr/>
              </p:nvSpPr>
              <p:spPr>
                <a:xfrm flipV="1">
                  <a:off x="2866438" y="3093217"/>
                  <a:ext cx="82758" cy="132714"/>
                </a:xfrm>
                <a:custGeom>
                  <a:avLst/>
                  <a:gdLst>
                    <a:gd name="csX0" fmla="*/ 19305 w 82758"/>
                    <a:gd name="csY0" fmla="*/ 12651 h 132714"/>
                    <a:gd name="csX1" fmla="*/ 80857 w 82758"/>
                    <a:gd name="csY1" fmla="*/ 12651 h 132714"/>
                    <a:gd name="csX2" fmla="*/ 80857 w 82758"/>
                    <a:gd name="csY2" fmla="*/ -2185 h 132714"/>
                    <a:gd name="csX3" fmla="*/ -1901 w 82758"/>
                    <a:gd name="csY3" fmla="*/ -2185 h 132714"/>
                    <a:gd name="csX4" fmla="*/ -1901 w 82758"/>
                    <a:gd name="csY4" fmla="*/ 12651 h 132714"/>
                    <a:gd name="csX5" fmla="*/ 25452 w 82758"/>
                    <a:gd name="csY5" fmla="*/ 40536 h 132714"/>
                    <a:gd name="csX6" fmla="*/ 47245 w 82758"/>
                    <a:gd name="csY6" fmla="*/ 63139 h 132714"/>
                    <a:gd name="csX7" fmla="*/ 59064 w 82758"/>
                    <a:gd name="csY7" fmla="*/ 79232 h 132714"/>
                    <a:gd name="csX8" fmla="*/ 62445 w 82758"/>
                    <a:gd name="csY8" fmla="*/ 92197 h 132714"/>
                    <a:gd name="csX9" fmla="*/ 55152 w 82758"/>
                    <a:gd name="csY9" fmla="*/ 109128 h 132714"/>
                    <a:gd name="csX10" fmla="*/ 36153 w 82758"/>
                    <a:gd name="csY10" fmla="*/ 115694 h 132714"/>
                    <a:gd name="csX11" fmla="*/ 18635 w 82758"/>
                    <a:gd name="csY11" fmla="*/ 112816 h 132714"/>
                    <a:gd name="csX12" fmla="*/ -1035 w 82758"/>
                    <a:gd name="csY12" fmla="*/ 104071 h 132714"/>
                    <a:gd name="csX13" fmla="*/ -1035 w 82758"/>
                    <a:gd name="csY13" fmla="*/ 121897 h 132714"/>
                    <a:gd name="csX14" fmla="*/ 18858 w 82758"/>
                    <a:gd name="csY14" fmla="*/ 128351 h 132714"/>
                    <a:gd name="csX15" fmla="*/ 35818 w 82758"/>
                    <a:gd name="csY15" fmla="*/ 130530 h 132714"/>
                    <a:gd name="csX16" fmla="*/ 68117 w 82758"/>
                    <a:gd name="csY16" fmla="*/ 120388 h 132714"/>
                    <a:gd name="csX17" fmla="*/ 80159 w 82758"/>
                    <a:gd name="csY17" fmla="*/ 93342 h 132714"/>
                    <a:gd name="csX18" fmla="*/ 77141 w 82758"/>
                    <a:gd name="csY18" fmla="*/ 78087 h 132714"/>
                    <a:gd name="csX19" fmla="*/ 66189 w 82758"/>
                    <a:gd name="csY19" fmla="*/ 61127 h 132714"/>
                    <a:gd name="csX20" fmla="*/ 52303 w 82758"/>
                    <a:gd name="csY20" fmla="*/ 46487 h 132714"/>
                    <a:gd name="csX21" fmla="*/ 19305 w 82758"/>
                    <a:gd name="csY21" fmla="*/ 12651 h 1327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2758" h="132714">
                      <a:moveTo>
                        <a:pt x="19305" y="12651"/>
                      </a:moveTo>
                      <a:lnTo>
                        <a:pt x="80857" y="12651"/>
                      </a:lnTo>
                      <a:lnTo>
                        <a:pt x="80857" y="-2185"/>
                      </a:lnTo>
                      <a:lnTo>
                        <a:pt x="-1901" y="-2185"/>
                      </a:lnTo>
                      <a:lnTo>
                        <a:pt x="-1901" y="12651"/>
                      </a:lnTo>
                      <a:cubicBezTo>
                        <a:pt x="4786" y="19581"/>
                        <a:pt x="13904" y="28875"/>
                        <a:pt x="25452" y="40536"/>
                      </a:cubicBezTo>
                      <a:cubicBezTo>
                        <a:pt x="37019" y="52214"/>
                        <a:pt x="44284" y="59749"/>
                        <a:pt x="47245" y="63139"/>
                      </a:cubicBezTo>
                      <a:cubicBezTo>
                        <a:pt x="52889" y="69472"/>
                        <a:pt x="56829" y="74837"/>
                        <a:pt x="59064" y="79232"/>
                      </a:cubicBezTo>
                      <a:cubicBezTo>
                        <a:pt x="61318" y="83628"/>
                        <a:pt x="62445" y="87950"/>
                        <a:pt x="62445" y="92197"/>
                      </a:cubicBezTo>
                      <a:cubicBezTo>
                        <a:pt x="62445" y="99126"/>
                        <a:pt x="60014" y="104770"/>
                        <a:pt x="55152" y="109128"/>
                      </a:cubicBezTo>
                      <a:cubicBezTo>
                        <a:pt x="50291" y="113506"/>
                        <a:pt x="43958" y="115694"/>
                        <a:pt x="36153" y="115694"/>
                      </a:cubicBezTo>
                      <a:cubicBezTo>
                        <a:pt x="30621" y="115694"/>
                        <a:pt x="24782" y="114735"/>
                        <a:pt x="18635" y="112816"/>
                      </a:cubicBezTo>
                      <a:cubicBezTo>
                        <a:pt x="12507" y="110898"/>
                        <a:pt x="5950" y="107983"/>
                        <a:pt x="-1035" y="104071"/>
                      </a:cubicBezTo>
                      <a:lnTo>
                        <a:pt x="-1035" y="121897"/>
                      </a:lnTo>
                      <a:cubicBezTo>
                        <a:pt x="6062" y="124747"/>
                        <a:pt x="12693" y="126898"/>
                        <a:pt x="18858" y="128351"/>
                      </a:cubicBezTo>
                      <a:cubicBezTo>
                        <a:pt x="25042" y="129804"/>
                        <a:pt x="30696" y="130530"/>
                        <a:pt x="35818" y="130530"/>
                      </a:cubicBezTo>
                      <a:cubicBezTo>
                        <a:pt x="49322" y="130530"/>
                        <a:pt x="60089" y="127150"/>
                        <a:pt x="68117" y="120388"/>
                      </a:cubicBezTo>
                      <a:cubicBezTo>
                        <a:pt x="76145" y="113645"/>
                        <a:pt x="80159" y="104630"/>
                        <a:pt x="80159" y="93342"/>
                      </a:cubicBezTo>
                      <a:cubicBezTo>
                        <a:pt x="80159" y="87978"/>
                        <a:pt x="79153" y="82893"/>
                        <a:pt x="77141" y="78087"/>
                      </a:cubicBezTo>
                      <a:cubicBezTo>
                        <a:pt x="75148" y="73300"/>
                        <a:pt x="71497" y="67647"/>
                        <a:pt x="66189" y="61127"/>
                      </a:cubicBezTo>
                      <a:cubicBezTo>
                        <a:pt x="64736" y="59432"/>
                        <a:pt x="60107" y="54552"/>
                        <a:pt x="52303" y="46487"/>
                      </a:cubicBezTo>
                      <a:cubicBezTo>
                        <a:pt x="44517" y="38421"/>
                        <a:pt x="33518" y="27143"/>
                        <a:pt x="19305" y="12651"/>
                      </a:cubicBezTo>
                      <a:close/>
                    </a:path>
                  </a:pathLst>
                </a:custGeom>
                <a:solidFill>
                  <a:srgbClr val="262626"/>
                </a:solidFill>
                <a:ln w="28" cap="flat">
                  <a:noFill/>
                  <a:prstDash val="solid"/>
                  <a:round/>
                </a:ln>
              </p:spPr>
              <p:txBody>
                <a:bodyPr/>
                <a:lstStyle/>
                <a:p>
                  <a:endParaRPr lang="en-US"/>
                </a:p>
              </p:txBody>
            </p:sp>
            <p:sp>
              <p:nvSpPr>
                <p:cNvPr id="4086" name="Freeform: Shape 4085">
                  <a:extLst>
                    <a:ext uri="{FF2B5EF4-FFF2-40B4-BE49-F238E27FC236}">
                      <a16:creationId xmlns:a16="http://schemas.microsoft.com/office/drawing/2014/main" id="{B37CA798-47AC-C09D-D65B-69A577468FD2}"/>
                    </a:ext>
                  </a:extLst>
                </p:cNvPr>
                <p:cNvSpPr/>
                <p:nvPr/>
              </p:nvSpPr>
              <p:spPr>
                <a:xfrm flipV="1">
                  <a:off x="2978893" y="3093217"/>
                  <a:ext cx="90106" cy="135257"/>
                </a:xfrm>
                <a:custGeom>
                  <a:avLst/>
                  <a:gdLst>
                    <a:gd name="csX0" fmla="*/ 43063 w 90106"/>
                    <a:gd name="csY0" fmla="*/ 119148 h 135257"/>
                    <a:gd name="csX1" fmla="*/ 22583 w 90106"/>
                    <a:gd name="csY1" fmla="*/ 105737 h 135257"/>
                    <a:gd name="csX2" fmla="*/ 15738 w 90106"/>
                    <a:gd name="csY2" fmla="*/ 65448 h 135257"/>
                    <a:gd name="csX3" fmla="*/ 22583 w 90106"/>
                    <a:gd name="csY3" fmla="*/ 25242 h 135257"/>
                    <a:gd name="csX4" fmla="*/ 43063 w 90106"/>
                    <a:gd name="csY4" fmla="*/ 11831 h 135257"/>
                    <a:gd name="csX5" fmla="*/ 63627 w 90106"/>
                    <a:gd name="csY5" fmla="*/ 25242 h 135257"/>
                    <a:gd name="csX6" fmla="*/ 70500 w 90106"/>
                    <a:gd name="csY6" fmla="*/ 65448 h 135257"/>
                    <a:gd name="csX7" fmla="*/ 63627 w 90106"/>
                    <a:gd name="csY7" fmla="*/ 105737 h 135257"/>
                    <a:gd name="csX8" fmla="*/ 43063 w 90106"/>
                    <a:gd name="csY8" fmla="*/ 119148 h 135257"/>
                    <a:gd name="csX9" fmla="*/ 43063 w 90106"/>
                    <a:gd name="csY9" fmla="*/ 133118 h 135257"/>
                    <a:gd name="csX10" fmla="*/ 76563 w 90106"/>
                    <a:gd name="csY10" fmla="*/ 115768 h 135257"/>
                    <a:gd name="csX11" fmla="*/ 88130 w 90106"/>
                    <a:gd name="csY11" fmla="*/ 65448 h 135257"/>
                    <a:gd name="csX12" fmla="*/ 76563 w 90106"/>
                    <a:gd name="csY12" fmla="*/ 15184 h 135257"/>
                    <a:gd name="csX13" fmla="*/ 43063 w 90106"/>
                    <a:gd name="csY13" fmla="*/ -2139 h 135257"/>
                    <a:gd name="csX14" fmla="*/ 9591 w 90106"/>
                    <a:gd name="csY14" fmla="*/ 15184 h 135257"/>
                    <a:gd name="csX15" fmla="*/ -1976 w 90106"/>
                    <a:gd name="csY15" fmla="*/ 65448 h 135257"/>
                    <a:gd name="csX16" fmla="*/ 9591 w 90106"/>
                    <a:gd name="csY16" fmla="*/ 115768 h 135257"/>
                    <a:gd name="csX17" fmla="*/ 43063 w 90106"/>
                    <a:gd name="csY17" fmla="*/ 133118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0106" h="135257">
                      <a:moveTo>
                        <a:pt x="43063" y="119148"/>
                      </a:moveTo>
                      <a:cubicBezTo>
                        <a:pt x="33992" y="119148"/>
                        <a:pt x="27165" y="114678"/>
                        <a:pt x="22583" y="105737"/>
                      </a:cubicBezTo>
                      <a:cubicBezTo>
                        <a:pt x="18019" y="96815"/>
                        <a:pt x="15738" y="83385"/>
                        <a:pt x="15738" y="65448"/>
                      </a:cubicBezTo>
                      <a:cubicBezTo>
                        <a:pt x="15738" y="47585"/>
                        <a:pt x="18019" y="34183"/>
                        <a:pt x="22583" y="25242"/>
                      </a:cubicBezTo>
                      <a:cubicBezTo>
                        <a:pt x="27165" y="16301"/>
                        <a:pt x="33992" y="11831"/>
                        <a:pt x="43063" y="11831"/>
                      </a:cubicBezTo>
                      <a:cubicBezTo>
                        <a:pt x="52209" y="11831"/>
                        <a:pt x="59063" y="16301"/>
                        <a:pt x="63627" y="25242"/>
                      </a:cubicBezTo>
                      <a:cubicBezTo>
                        <a:pt x="68209" y="34183"/>
                        <a:pt x="70500" y="47585"/>
                        <a:pt x="70500" y="65448"/>
                      </a:cubicBezTo>
                      <a:cubicBezTo>
                        <a:pt x="70500" y="83385"/>
                        <a:pt x="68209" y="96815"/>
                        <a:pt x="63627" y="105737"/>
                      </a:cubicBezTo>
                      <a:cubicBezTo>
                        <a:pt x="59063" y="114678"/>
                        <a:pt x="52209" y="119148"/>
                        <a:pt x="43063" y="119148"/>
                      </a:cubicBezTo>
                      <a:close/>
                      <a:moveTo>
                        <a:pt x="43063" y="133118"/>
                      </a:moveTo>
                      <a:cubicBezTo>
                        <a:pt x="57685" y="133118"/>
                        <a:pt x="68852" y="127335"/>
                        <a:pt x="76563" y="115768"/>
                      </a:cubicBezTo>
                      <a:cubicBezTo>
                        <a:pt x="84274" y="104219"/>
                        <a:pt x="88130" y="87446"/>
                        <a:pt x="88130" y="65448"/>
                      </a:cubicBezTo>
                      <a:cubicBezTo>
                        <a:pt x="88130" y="43506"/>
                        <a:pt x="84274" y="26751"/>
                        <a:pt x="76563" y="15184"/>
                      </a:cubicBezTo>
                      <a:cubicBezTo>
                        <a:pt x="68852" y="3635"/>
                        <a:pt x="57685" y="-2139"/>
                        <a:pt x="43063" y="-2139"/>
                      </a:cubicBezTo>
                      <a:cubicBezTo>
                        <a:pt x="28460" y="-2139"/>
                        <a:pt x="17302" y="3635"/>
                        <a:pt x="9591" y="15184"/>
                      </a:cubicBezTo>
                      <a:cubicBezTo>
                        <a:pt x="1879" y="26751"/>
                        <a:pt x="-1976" y="43506"/>
                        <a:pt x="-1976" y="65448"/>
                      </a:cubicBezTo>
                      <a:cubicBezTo>
                        <a:pt x="-1976" y="87446"/>
                        <a:pt x="1879" y="104219"/>
                        <a:pt x="9591" y="115768"/>
                      </a:cubicBezTo>
                      <a:cubicBezTo>
                        <a:pt x="17302" y="127335"/>
                        <a:pt x="28460" y="133118"/>
                        <a:pt x="43063" y="133118"/>
                      </a:cubicBezTo>
                      <a:close/>
                    </a:path>
                  </a:pathLst>
                </a:custGeom>
                <a:solidFill>
                  <a:srgbClr val="262626"/>
                </a:solidFill>
                <a:ln w="28" cap="flat">
                  <a:noFill/>
                  <a:prstDash val="solid"/>
                  <a:round/>
                </a:ln>
              </p:spPr>
              <p:txBody>
                <a:bodyPr/>
                <a:lstStyle/>
                <a:p>
                  <a:endParaRPr lang="en-US"/>
                </a:p>
              </p:txBody>
            </p:sp>
          </p:grpSp>
        </p:grpSp>
        <p:grpSp>
          <p:nvGrpSpPr>
            <p:cNvPr id="4050" name="Graphic 4">
              <a:extLst>
                <a:ext uri="{FF2B5EF4-FFF2-40B4-BE49-F238E27FC236}">
                  <a16:creationId xmlns:a16="http://schemas.microsoft.com/office/drawing/2014/main" id="{5E86A7AA-EAF8-6473-4A65-0EE106D2A025}"/>
                </a:ext>
              </a:extLst>
            </p:cNvPr>
            <p:cNvGrpSpPr/>
            <p:nvPr/>
          </p:nvGrpSpPr>
          <p:grpSpPr>
            <a:xfrm>
              <a:off x="2862079" y="2654888"/>
              <a:ext cx="324208" cy="135257"/>
              <a:chOff x="2862079" y="2654888"/>
              <a:chExt cx="324208" cy="135257"/>
            </a:xfrm>
          </p:grpSpPr>
          <p:sp>
            <p:nvSpPr>
              <p:cNvPr id="4079" name="Freeform: Shape 4078">
                <a:extLst>
                  <a:ext uri="{FF2B5EF4-FFF2-40B4-BE49-F238E27FC236}">
                    <a16:creationId xmlns:a16="http://schemas.microsoft.com/office/drawing/2014/main" id="{B8F7A1C8-4CBE-1B1E-F4F8-0CDBD2B9ADDC}"/>
                  </a:ext>
                </a:extLst>
              </p:cNvPr>
              <p:cNvSpPr/>
              <p:nvPr/>
            </p:nvSpPr>
            <p:spPr>
              <a:xfrm>
                <a:off x="3125327" y="2719667"/>
                <a:ext cx="60960" cy="12700"/>
              </a:xfrm>
              <a:custGeom>
                <a:avLst/>
                <a:gdLst>
                  <a:gd name="csX0" fmla="*/ 61031 w 60960"/>
                  <a:gd name="csY0" fmla="*/ 156 h 12700"/>
                  <a:gd name="csX1" fmla="*/ 71 w 60960"/>
                  <a:gd name="csY1" fmla="*/ 156 h 12700"/>
                </a:gdLst>
                <a:ahLst/>
                <a:cxnLst>
                  <a:cxn ang="0">
                    <a:pos x="csX0" y="csY0"/>
                  </a:cxn>
                  <a:cxn ang="0">
                    <a:pos x="csX1" y="csY1"/>
                  </a:cxn>
                </a:cxnLst>
                <a:rect l="l" t="t" r="r" b="b"/>
                <a:pathLst>
                  <a:path w="60960" h="12700">
                    <a:moveTo>
                      <a:pt x="61031" y="156"/>
                    </a:moveTo>
                    <a:lnTo>
                      <a:pt x="71" y="156"/>
                    </a:lnTo>
                  </a:path>
                </a:pathLst>
              </a:custGeom>
              <a:solidFill>
                <a:srgbClr val="262626"/>
              </a:solidFill>
              <a:ln w="12700" cap="flat">
                <a:solidFill>
                  <a:srgbClr val="262626"/>
                </a:solidFill>
                <a:prstDash val="solid"/>
                <a:round/>
              </a:ln>
            </p:spPr>
            <p:txBody>
              <a:bodyPr/>
              <a:lstStyle/>
              <a:p>
                <a:endParaRPr lang="en-US"/>
              </a:p>
            </p:txBody>
          </p:sp>
          <p:grpSp>
            <p:nvGrpSpPr>
              <p:cNvPr id="4080" name="Graphic 4">
                <a:extLst>
                  <a:ext uri="{FF2B5EF4-FFF2-40B4-BE49-F238E27FC236}">
                    <a16:creationId xmlns:a16="http://schemas.microsoft.com/office/drawing/2014/main" id="{D01A8E0E-3DF3-79CA-4A6A-AB7C5E11A14F}"/>
                  </a:ext>
                </a:extLst>
              </p:cNvPr>
              <p:cNvGrpSpPr/>
              <p:nvPr/>
            </p:nvGrpSpPr>
            <p:grpSpPr>
              <a:xfrm>
                <a:off x="2862079" y="2654888"/>
                <a:ext cx="206920" cy="135257"/>
                <a:chOff x="2862079" y="2654888"/>
                <a:chExt cx="206920" cy="135257"/>
              </a:xfrm>
              <a:solidFill>
                <a:srgbClr val="262626"/>
              </a:solidFill>
            </p:grpSpPr>
            <p:sp>
              <p:nvSpPr>
                <p:cNvPr id="4081" name="Freeform: Shape 4080">
                  <a:extLst>
                    <a:ext uri="{FF2B5EF4-FFF2-40B4-BE49-F238E27FC236}">
                      <a16:creationId xmlns:a16="http://schemas.microsoft.com/office/drawing/2014/main" id="{87B46FBF-2BD3-66E1-8B8B-6806217445BD}"/>
                    </a:ext>
                  </a:extLst>
                </p:cNvPr>
                <p:cNvSpPr/>
                <p:nvPr/>
              </p:nvSpPr>
              <p:spPr>
                <a:xfrm flipV="1">
                  <a:off x="2862079" y="2657235"/>
                  <a:ext cx="94996" cy="130368"/>
                </a:xfrm>
                <a:custGeom>
                  <a:avLst/>
                  <a:gdLst>
                    <a:gd name="csX0" fmla="*/ 56878 w 94996"/>
                    <a:gd name="csY0" fmla="*/ 112824 h 130368"/>
                    <a:gd name="csX1" fmla="*/ 12341 w 94996"/>
                    <a:gd name="csY1" fmla="*/ 43225 h 130368"/>
                    <a:gd name="csX2" fmla="*/ 56878 w 94996"/>
                    <a:gd name="csY2" fmla="*/ 43225 h 130368"/>
                    <a:gd name="csX3" fmla="*/ 56878 w 94996"/>
                    <a:gd name="csY3" fmla="*/ 112824 h 130368"/>
                    <a:gd name="csX4" fmla="*/ 52240 w 94996"/>
                    <a:gd name="csY4" fmla="*/ 128191 h 130368"/>
                    <a:gd name="csX5" fmla="*/ 74424 w 94996"/>
                    <a:gd name="csY5" fmla="*/ 128191 h 130368"/>
                    <a:gd name="csX6" fmla="*/ 74424 w 94996"/>
                    <a:gd name="csY6" fmla="*/ 43225 h 130368"/>
                    <a:gd name="csX7" fmla="*/ 93032 w 94996"/>
                    <a:gd name="csY7" fmla="*/ 43225 h 130368"/>
                    <a:gd name="csX8" fmla="*/ 93032 w 94996"/>
                    <a:gd name="csY8" fmla="*/ 28557 h 130368"/>
                    <a:gd name="csX9" fmla="*/ 74424 w 94996"/>
                    <a:gd name="csY9" fmla="*/ 28557 h 130368"/>
                    <a:gd name="csX10" fmla="*/ 74424 w 94996"/>
                    <a:gd name="csY10" fmla="*/ -2177 h 130368"/>
                    <a:gd name="csX11" fmla="*/ 56878 w 94996"/>
                    <a:gd name="csY11" fmla="*/ -2177 h 130368"/>
                    <a:gd name="csX12" fmla="*/ 56878 w 94996"/>
                    <a:gd name="csY12" fmla="*/ 28557 h 130368"/>
                    <a:gd name="csX13" fmla="*/ -1964 w 94996"/>
                    <a:gd name="csY13" fmla="*/ 28557 h 130368"/>
                    <a:gd name="csX14" fmla="*/ -1964 w 94996"/>
                    <a:gd name="csY14" fmla="*/ 45572 h 130368"/>
                    <a:gd name="csX15" fmla="*/ 52240 w 94996"/>
                    <a:gd name="csY15" fmla="*/ 128191 h 1303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94996" h="130368">
                      <a:moveTo>
                        <a:pt x="56878" y="112824"/>
                      </a:moveTo>
                      <a:lnTo>
                        <a:pt x="12341" y="43225"/>
                      </a:lnTo>
                      <a:lnTo>
                        <a:pt x="56878" y="43225"/>
                      </a:lnTo>
                      <a:lnTo>
                        <a:pt x="56878" y="112824"/>
                      </a:lnTo>
                      <a:close/>
                      <a:moveTo>
                        <a:pt x="52240" y="128191"/>
                      </a:moveTo>
                      <a:lnTo>
                        <a:pt x="74424" y="128191"/>
                      </a:lnTo>
                      <a:lnTo>
                        <a:pt x="74424" y="43225"/>
                      </a:lnTo>
                      <a:lnTo>
                        <a:pt x="93032" y="43225"/>
                      </a:lnTo>
                      <a:lnTo>
                        <a:pt x="93032" y="28557"/>
                      </a:lnTo>
                      <a:lnTo>
                        <a:pt x="74424" y="28557"/>
                      </a:lnTo>
                      <a:lnTo>
                        <a:pt x="74424" y="-2177"/>
                      </a:lnTo>
                      <a:lnTo>
                        <a:pt x="56878" y="-2177"/>
                      </a:lnTo>
                      <a:lnTo>
                        <a:pt x="56878" y="28557"/>
                      </a:lnTo>
                      <a:lnTo>
                        <a:pt x="-1964" y="28557"/>
                      </a:lnTo>
                      <a:lnTo>
                        <a:pt x="-1964" y="45572"/>
                      </a:lnTo>
                      <a:lnTo>
                        <a:pt x="52240" y="128191"/>
                      </a:lnTo>
                      <a:close/>
                    </a:path>
                  </a:pathLst>
                </a:custGeom>
                <a:solidFill>
                  <a:srgbClr val="262626"/>
                </a:solidFill>
                <a:ln w="28" cap="flat">
                  <a:noFill/>
                  <a:prstDash val="solid"/>
                  <a:round/>
                </a:ln>
              </p:spPr>
              <p:txBody>
                <a:bodyPr/>
                <a:lstStyle/>
                <a:p>
                  <a:endParaRPr lang="en-US"/>
                </a:p>
              </p:txBody>
            </p:sp>
            <p:sp>
              <p:nvSpPr>
                <p:cNvPr id="4082" name="Freeform: Shape 4081">
                  <a:extLst>
                    <a:ext uri="{FF2B5EF4-FFF2-40B4-BE49-F238E27FC236}">
                      <a16:creationId xmlns:a16="http://schemas.microsoft.com/office/drawing/2014/main" id="{28D036BC-526B-DF11-B96D-237068B4C8DD}"/>
                    </a:ext>
                  </a:extLst>
                </p:cNvPr>
                <p:cNvSpPr/>
                <p:nvPr/>
              </p:nvSpPr>
              <p:spPr>
                <a:xfrm flipV="1">
                  <a:off x="2978893" y="2654888"/>
                  <a:ext cx="90106" cy="135257"/>
                </a:xfrm>
                <a:custGeom>
                  <a:avLst/>
                  <a:gdLst>
                    <a:gd name="csX0" fmla="*/ 43063 w 90106"/>
                    <a:gd name="csY0" fmla="*/ 119114 h 135257"/>
                    <a:gd name="csX1" fmla="*/ 22583 w 90106"/>
                    <a:gd name="csY1" fmla="*/ 105703 h 135257"/>
                    <a:gd name="csX2" fmla="*/ 15738 w 90106"/>
                    <a:gd name="csY2" fmla="*/ 65413 h 135257"/>
                    <a:gd name="csX3" fmla="*/ 22583 w 90106"/>
                    <a:gd name="csY3" fmla="*/ 25208 h 135257"/>
                    <a:gd name="csX4" fmla="*/ 43063 w 90106"/>
                    <a:gd name="csY4" fmla="*/ 11796 h 135257"/>
                    <a:gd name="csX5" fmla="*/ 63627 w 90106"/>
                    <a:gd name="csY5" fmla="*/ 25208 h 135257"/>
                    <a:gd name="csX6" fmla="*/ 70500 w 90106"/>
                    <a:gd name="csY6" fmla="*/ 65413 h 135257"/>
                    <a:gd name="csX7" fmla="*/ 63627 w 90106"/>
                    <a:gd name="csY7" fmla="*/ 105703 h 135257"/>
                    <a:gd name="csX8" fmla="*/ 43063 w 90106"/>
                    <a:gd name="csY8" fmla="*/ 119114 h 135257"/>
                    <a:gd name="csX9" fmla="*/ 43063 w 90106"/>
                    <a:gd name="csY9" fmla="*/ 133084 h 135257"/>
                    <a:gd name="csX10" fmla="*/ 76563 w 90106"/>
                    <a:gd name="csY10" fmla="*/ 115733 h 135257"/>
                    <a:gd name="csX11" fmla="*/ 88130 w 90106"/>
                    <a:gd name="csY11" fmla="*/ 65413 h 135257"/>
                    <a:gd name="csX12" fmla="*/ 76563 w 90106"/>
                    <a:gd name="csY12" fmla="*/ 15149 h 135257"/>
                    <a:gd name="csX13" fmla="*/ 43063 w 90106"/>
                    <a:gd name="csY13" fmla="*/ -2174 h 135257"/>
                    <a:gd name="csX14" fmla="*/ 9591 w 90106"/>
                    <a:gd name="csY14" fmla="*/ 15149 h 135257"/>
                    <a:gd name="csX15" fmla="*/ -1976 w 90106"/>
                    <a:gd name="csY15" fmla="*/ 65413 h 135257"/>
                    <a:gd name="csX16" fmla="*/ 9591 w 90106"/>
                    <a:gd name="csY16" fmla="*/ 115733 h 135257"/>
                    <a:gd name="csX17" fmla="*/ 43063 w 90106"/>
                    <a:gd name="csY17" fmla="*/ 133084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0106" h="135257">
                      <a:moveTo>
                        <a:pt x="43063" y="119114"/>
                      </a:moveTo>
                      <a:cubicBezTo>
                        <a:pt x="33992" y="119114"/>
                        <a:pt x="27165" y="114644"/>
                        <a:pt x="22583" y="105703"/>
                      </a:cubicBezTo>
                      <a:cubicBezTo>
                        <a:pt x="18019" y="96781"/>
                        <a:pt x="15738" y="83351"/>
                        <a:pt x="15738" y="65413"/>
                      </a:cubicBezTo>
                      <a:cubicBezTo>
                        <a:pt x="15738" y="47550"/>
                        <a:pt x="18019" y="34148"/>
                        <a:pt x="22583" y="25208"/>
                      </a:cubicBezTo>
                      <a:cubicBezTo>
                        <a:pt x="27165" y="16267"/>
                        <a:pt x="33992" y="11796"/>
                        <a:pt x="43063" y="11796"/>
                      </a:cubicBezTo>
                      <a:cubicBezTo>
                        <a:pt x="52209" y="11796"/>
                        <a:pt x="59063" y="16267"/>
                        <a:pt x="63627" y="25208"/>
                      </a:cubicBezTo>
                      <a:cubicBezTo>
                        <a:pt x="68209" y="34148"/>
                        <a:pt x="70500" y="47550"/>
                        <a:pt x="70500" y="65413"/>
                      </a:cubicBezTo>
                      <a:cubicBezTo>
                        <a:pt x="70500" y="83351"/>
                        <a:pt x="68209" y="96781"/>
                        <a:pt x="63627" y="105703"/>
                      </a:cubicBezTo>
                      <a:cubicBezTo>
                        <a:pt x="59063" y="114644"/>
                        <a:pt x="52209" y="119114"/>
                        <a:pt x="43063" y="119114"/>
                      </a:cubicBezTo>
                      <a:close/>
                      <a:moveTo>
                        <a:pt x="43063" y="133084"/>
                      </a:moveTo>
                      <a:cubicBezTo>
                        <a:pt x="57685" y="133084"/>
                        <a:pt x="68852" y="127300"/>
                        <a:pt x="76563" y="115733"/>
                      </a:cubicBezTo>
                      <a:cubicBezTo>
                        <a:pt x="84274" y="104185"/>
                        <a:pt x="88130" y="87411"/>
                        <a:pt x="88130" y="65413"/>
                      </a:cubicBezTo>
                      <a:cubicBezTo>
                        <a:pt x="88130" y="43471"/>
                        <a:pt x="84274" y="26716"/>
                        <a:pt x="76563" y="15149"/>
                      </a:cubicBezTo>
                      <a:cubicBezTo>
                        <a:pt x="68852" y="3601"/>
                        <a:pt x="57685" y="-2174"/>
                        <a:pt x="43063" y="-2174"/>
                      </a:cubicBezTo>
                      <a:cubicBezTo>
                        <a:pt x="28460" y="-2174"/>
                        <a:pt x="17302" y="3601"/>
                        <a:pt x="9591" y="15149"/>
                      </a:cubicBezTo>
                      <a:cubicBezTo>
                        <a:pt x="1879" y="26716"/>
                        <a:pt x="-1976" y="43471"/>
                        <a:pt x="-1976" y="65413"/>
                      </a:cubicBezTo>
                      <a:cubicBezTo>
                        <a:pt x="-1976" y="87411"/>
                        <a:pt x="1879" y="104185"/>
                        <a:pt x="9591" y="115733"/>
                      </a:cubicBezTo>
                      <a:cubicBezTo>
                        <a:pt x="17302" y="127300"/>
                        <a:pt x="28460" y="133084"/>
                        <a:pt x="43063" y="133084"/>
                      </a:cubicBezTo>
                      <a:close/>
                    </a:path>
                  </a:pathLst>
                </a:custGeom>
                <a:solidFill>
                  <a:srgbClr val="262626"/>
                </a:solidFill>
                <a:ln w="28" cap="flat">
                  <a:noFill/>
                  <a:prstDash val="solid"/>
                  <a:round/>
                </a:ln>
              </p:spPr>
              <p:txBody>
                <a:bodyPr/>
                <a:lstStyle/>
                <a:p>
                  <a:endParaRPr lang="en-US"/>
                </a:p>
              </p:txBody>
            </p:sp>
          </p:grpSp>
        </p:grpSp>
        <p:grpSp>
          <p:nvGrpSpPr>
            <p:cNvPr id="4051" name="Graphic 4">
              <a:extLst>
                <a:ext uri="{FF2B5EF4-FFF2-40B4-BE49-F238E27FC236}">
                  <a16:creationId xmlns:a16="http://schemas.microsoft.com/office/drawing/2014/main" id="{EEBF17EE-A030-C9BE-BCC3-EEBE41BC8D61}"/>
                </a:ext>
              </a:extLst>
            </p:cNvPr>
            <p:cNvGrpSpPr/>
            <p:nvPr/>
          </p:nvGrpSpPr>
          <p:grpSpPr>
            <a:xfrm>
              <a:off x="2865823" y="2216559"/>
              <a:ext cx="320464" cy="135257"/>
              <a:chOff x="2865823" y="2216559"/>
              <a:chExt cx="320464" cy="135257"/>
            </a:xfrm>
          </p:grpSpPr>
          <p:sp>
            <p:nvSpPr>
              <p:cNvPr id="4075" name="Freeform: Shape 4074">
                <a:extLst>
                  <a:ext uri="{FF2B5EF4-FFF2-40B4-BE49-F238E27FC236}">
                    <a16:creationId xmlns:a16="http://schemas.microsoft.com/office/drawing/2014/main" id="{395E5F66-FA76-93B0-FDD4-57A2AA5A66D7}"/>
                  </a:ext>
                </a:extLst>
              </p:cNvPr>
              <p:cNvSpPr/>
              <p:nvPr/>
            </p:nvSpPr>
            <p:spPr>
              <a:xfrm>
                <a:off x="3125327" y="2281338"/>
                <a:ext cx="60960" cy="12700"/>
              </a:xfrm>
              <a:custGeom>
                <a:avLst/>
                <a:gdLst>
                  <a:gd name="csX0" fmla="*/ 61031 w 60960"/>
                  <a:gd name="csY0" fmla="*/ 121 h 12700"/>
                  <a:gd name="csX1" fmla="*/ 71 w 60960"/>
                  <a:gd name="csY1" fmla="*/ 121 h 12700"/>
                </a:gdLst>
                <a:ahLst/>
                <a:cxnLst>
                  <a:cxn ang="0">
                    <a:pos x="csX0" y="csY0"/>
                  </a:cxn>
                  <a:cxn ang="0">
                    <a:pos x="csX1" y="csY1"/>
                  </a:cxn>
                </a:cxnLst>
                <a:rect l="l" t="t" r="r" b="b"/>
                <a:pathLst>
                  <a:path w="60960" h="12700">
                    <a:moveTo>
                      <a:pt x="61031" y="121"/>
                    </a:moveTo>
                    <a:lnTo>
                      <a:pt x="71" y="121"/>
                    </a:lnTo>
                  </a:path>
                </a:pathLst>
              </a:custGeom>
              <a:solidFill>
                <a:srgbClr val="262626"/>
              </a:solidFill>
              <a:ln w="12700" cap="flat">
                <a:solidFill>
                  <a:srgbClr val="262626"/>
                </a:solidFill>
                <a:prstDash val="solid"/>
                <a:round/>
              </a:ln>
            </p:spPr>
            <p:txBody>
              <a:bodyPr/>
              <a:lstStyle/>
              <a:p>
                <a:endParaRPr lang="en-US"/>
              </a:p>
            </p:txBody>
          </p:sp>
          <p:grpSp>
            <p:nvGrpSpPr>
              <p:cNvPr id="4076" name="Graphic 4">
                <a:extLst>
                  <a:ext uri="{FF2B5EF4-FFF2-40B4-BE49-F238E27FC236}">
                    <a16:creationId xmlns:a16="http://schemas.microsoft.com/office/drawing/2014/main" id="{E6CE2712-3B4B-A177-74FD-D510DA0A945D}"/>
                  </a:ext>
                </a:extLst>
              </p:cNvPr>
              <p:cNvGrpSpPr/>
              <p:nvPr/>
            </p:nvGrpSpPr>
            <p:grpSpPr>
              <a:xfrm>
                <a:off x="2865823" y="2216559"/>
                <a:ext cx="203176" cy="135257"/>
                <a:chOff x="2865823" y="2216559"/>
                <a:chExt cx="203176" cy="135257"/>
              </a:xfrm>
              <a:solidFill>
                <a:srgbClr val="262626"/>
              </a:solidFill>
            </p:grpSpPr>
            <p:sp>
              <p:nvSpPr>
                <p:cNvPr id="4077" name="Freeform: Shape 4076">
                  <a:extLst>
                    <a:ext uri="{FF2B5EF4-FFF2-40B4-BE49-F238E27FC236}">
                      <a16:creationId xmlns:a16="http://schemas.microsoft.com/office/drawing/2014/main" id="{F75E17BF-BCC0-AF17-F9DF-FF904D68AF9D}"/>
                    </a:ext>
                  </a:extLst>
                </p:cNvPr>
                <p:cNvSpPr/>
                <p:nvPr/>
              </p:nvSpPr>
              <p:spPr>
                <a:xfrm flipV="1">
                  <a:off x="2865823" y="2216559"/>
                  <a:ext cx="90022" cy="135257"/>
                </a:xfrm>
                <a:custGeom>
                  <a:avLst/>
                  <a:gdLst>
                    <a:gd name="csX0" fmla="*/ 44539 w 90022"/>
                    <a:gd name="csY0" fmla="*/ 72531 h 135257"/>
                    <a:gd name="csX1" fmla="*/ 25708 w 90022"/>
                    <a:gd name="csY1" fmla="*/ 64401 h 135257"/>
                    <a:gd name="csX2" fmla="*/ 18779 w 90022"/>
                    <a:gd name="csY2" fmla="*/ 42161 h 135257"/>
                    <a:gd name="csX3" fmla="*/ 25708 w 90022"/>
                    <a:gd name="csY3" fmla="*/ 19920 h 135257"/>
                    <a:gd name="csX4" fmla="*/ 44539 w 90022"/>
                    <a:gd name="csY4" fmla="*/ 11762 h 135257"/>
                    <a:gd name="csX5" fmla="*/ 63343 w 90022"/>
                    <a:gd name="csY5" fmla="*/ 19920 h 135257"/>
                    <a:gd name="csX6" fmla="*/ 70272 w 90022"/>
                    <a:gd name="csY6" fmla="*/ 42161 h 135257"/>
                    <a:gd name="csX7" fmla="*/ 63343 w 90022"/>
                    <a:gd name="csY7" fmla="*/ 64401 h 135257"/>
                    <a:gd name="csX8" fmla="*/ 44539 w 90022"/>
                    <a:gd name="csY8" fmla="*/ 72531 h 135257"/>
                    <a:gd name="csX9" fmla="*/ 79548 w 90022"/>
                    <a:gd name="csY9" fmla="*/ 127825 h 135257"/>
                    <a:gd name="csX10" fmla="*/ 79548 w 90022"/>
                    <a:gd name="csY10" fmla="*/ 111759 h 135257"/>
                    <a:gd name="csX11" fmla="*/ 66137 w 90022"/>
                    <a:gd name="csY11" fmla="*/ 116537 h 135257"/>
                    <a:gd name="csX12" fmla="*/ 52726 w 90022"/>
                    <a:gd name="csY12" fmla="*/ 118213 h 135257"/>
                    <a:gd name="csX13" fmla="*/ 26043 w 90022"/>
                    <a:gd name="csY13" fmla="*/ 106423 h 135257"/>
                    <a:gd name="csX14" fmla="*/ 15538 w 90022"/>
                    <a:gd name="csY14" fmla="*/ 70799 h 135257"/>
                    <a:gd name="csX15" fmla="*/ 28446 w 90022"/>
                    <a:gd name="csY15" fmla="*/ 82450 h 135257"/>
                    <a:gd name="csX16" fmla="*/ 45573 w 90022"/>
                    <a:gd name="csY16" fmla="*/ 86501 h 135257"/>
                    <a:gd name="csX17" fmla="*/ 76614 w 90022"/>
                    <a:gd name="csY17" fmla="*/ 74571 h 135257"/>
                    <a:gd name="csX18" fmla="*/ 88014 w 90022"/>
                    <a:gd name="csY18" fmla="*/ 42161 h 135257"/>
                    <a:gd name="csX19" fmla="*/ 76139 w 90022"/>
                    <a:gd name="csY19" fmla="*/ 9918 h 135257"/>
                    <a:gd name="csX20" fmla="*/ 44539 w 90022"/>
                    <a:gd name="csY20" fmla="*/ -2208 h 135257"/>
                    <a:gd name="csX21" fmla="*/ 9950 w 90022"/>
                    <a:gd name="csY21" fmla="*/ 15115 h 135257"/>
                    <a:gd name="csX22" fmla="*/ -2009 w 90022"/>
                    <a:gd name="csY22" fmla="*/ 65379 h 135257"/>
                    <a:gd name="csX23" fmla="*/ 12660 w 90022"/>
                    <a:gd name="csY23" fmla="*/ 114665 h 135257"/>
                    <a:gd name="csX24" fmla="*/ 52027 w 90022"/>
                    <a:gd name="csY24" fmla="*/ 133049 h 135257"/>
                    <a:gd name="csX25" fmla="*/ 65438 w 90022"/>
                    <a:gd name="csY25" fmla="*/ 131736 h 135257"/>
                    <a:gd name="csX26" fmla="*/ 79548 w 90022"/>
                    <a:gd name="csY26" fmla="*/ 127825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90022" h="135257">
                      <a:moveTo>
                        <a:pt x="44539" y="72531"/>
                      </a:moveTo>
                      <a:cubicBezTo>
                        <a:pt x="36623" y="72531"/>
                        <a:pt x="30346" y="69821"/>
                        <a:pt x="25708" y="64401"/>
                      </a:cubicBezTo>
                      <a:cubicBezTo>
                        <a:pt x="21088" y="58999"/>
                        <a:pt x="18779" y="51586"/>
                        <a:pt x="18779" y="42161"/>
                      </a:cubicBezTo>
                      <a:cubicBezTo>
                        <a:pt x="18779" y="32791"/>
                        <a:pt x="21088" y="25378"/>
                        <a:pt x="25708" y="19920"/>
                      </a:cubicBezTo>
                      <a:cubicBezTo>
                        <a:pt x="30346" y="14481"/>
                        <a:pt x="36623" y="11762"/>
                        <a:pt x="44539" y="11762"/>
                      </a:cubicBezTo>
                      <a:cubicBezTo>
                        <a:pt x="52456" y="11762"/>
                        <a:pt x="58723" y="14481"/>
                        <a:pt x="63343" y="19920"/>
                      </a:cubicBezTo>
                      <a:cubicBezTo>
                        <a:pt x="67962" y="25378"/>
                        <a:pt x="70272" y="32791"/>
                        <a:pt x="70272" y="42161"/>
                      </a:cubicBezTo>
                      <a:cubicBezTo>
                        <a:pt x="70272" y="51586"/>
                        <a:pt x="67962" y="58999"/>
                        <a:pt x="63343" y="64401"/>
                      </a:cubicBezTo>
                      <a:cubicBezTo>
                        <a:pt x="58723" y="69821"/>
                        <a:pt x="52456" y="72531"/>
                        <a:pt x="44539" y="72531"/>
                      </a:cubicBezTo>
                      <a:close/>
                      <a:moveTo>
                        <a:pt x="79548" y="127825"/>
                      </a:moveTo>
                      <a:lnTo>
                        <a:pt x="79548" y="111759"/>
                      </a:lnTo>
                      <a:cubicBezTo>
                        <a:pt x="75115" y="113845"/>
                        <a:pt x="70645" y="115438"/>
                        <a:pt x="66137" y="116537"/>
                      </a:cubicBezTo>
                      <a:cubicBezTo>
                        <a:pt x="61629" y="117654"/>
                        <a:pt x="57159" y="118213"/>
                        <a:pt x="52726" y="118213"/>
                      </a:cubicBezTo>
                      <a:cubicBezTo>
                        <a:pt x="41084" y="118213"/>
                        <a:pt x="32190" y="114283"/>
                        <a:pt x="26043" y="106423"/>
                      </a:cubicBezTo>
                      <a:cubicBezTo>
                        <a:pt x="19915" y="98562"/>
                        <a:pt x="16413" y="86688"/>
                        <a:pt x="15538" y="70799"/>
                      </a:cubicBezTo>
                      <a:cubicBezTo>
                        <a:pt x="18965" y="75866"/>
                        <a:pt x="23268" y="79749"/>
                        <a:pt x="28446" y="82450"/>
                      </a:cubicBezTo>
                      <a:cubicBezTo>
                        <a:pt x="33643" y="85151"/>
                        <a:pt x="39352" y="86501"/>
                        <a:pt x="45573" y="86501"/>
                      </a:cubicBezTo>
                      <a:cubicBezTo>
                        <a:pt x="58668" y="86501"/>
                        <a:pt x="69015" y="82525"/>
                        <a:pt x="76614" y="74571"/>
                      </a:cubicBezTo>
                      <a:cubicBezTo>
                        <a:pt x="84214" y="66636"/>
                        <a:pt x="88014" y="55833"/>
                        <a:pt x="88014" y="42161"/>
                      </a:cubicBezTo>
                      <a:cubicBezTo>
                        <a:pt x="88014" y="28768"/>
                        <a:pt x="84056" y="18020"/>
                        <a:pt x="76139" y="9918"/>
                      </a:cubicBezTo>
                      <a:cubicBezTo>
                        <a:pt x="68223" y="1834"/>
                        <a:pt x="57690" y="-2208"/>
                        <a:pt x="44539" y="-2208"/>
                      </a:cubicBezTo>
                      <a:cubicBezTo>
                        <a:pt x="29452" y="-2208"/>
                        <a:pt x="17922" y="3566"/>
                        <a:pt x="9950" y="15115"/>
                      </a:cubicBezTo>
                      <a:cubicBezTo>
                        <a:pt x="1977" y="26682"/>
                        <a:pt x="-2009" y="43437"/>
                        <a:pt x="-2009" y="65379"/>
                      </a:cubicBezTo>
                      <a:cubicBezTo>
                        <a:pt x="-2009" y="85980"/>
                        <a:pt x="2881" y="102409"/>
                        <a:pt x="12660" y="114665"/>
                      </a:cubicBezTo>
                      <a:cubicBezTo>
                        <a:pt x="22439" y="126921"/>
                        <a:pt x="35561" y="133049"/>
                        <a:pt x="52027" y="133049"/>
                      </a:cubicBezTo>
                      <a:cubicBezTo>
                        <a:pt x="56460" y="133049"/>
                        <a:pt x="60931" y="132612"/>
                        <a:pt x="65438" y="131736"/>
                      </a:cubicBezTo>
                      <a:cubicBezTo>
                        <a:pt x="69946" y="130861"/>
                        <a:pt x="74649" y="129557"/>
                        <a:pt x="79548" y="127825"/>
                      </a:cubicBezTo>
                      <a:close/>
                    </a:path>
                  </a:pathLst>
                </a:custGeom>
                <a:solidFill>
                  <a:srgbClr val="262626"/>
                </a:solidFill>
                <a:ln w="28" cap="flat">
                  <a:noFill/>
                  <a:prstDash val="solid"/>
                  <a:round/>
                </a:ln>
              </p:spPr>
              <p:txBody>
                <a:bodyPr/>
                <a:lstStyle/>
                <a:p>
                  <a:endParaRPr lang="en-US"/>
                </a:p>
              </p:txBody>
            </p:sp>
            <p:sp>
              <p:nvSpPr>
                <p:cNvPr id="4078" name="Freeform: Shape 4077">
                  <a:extLst>
                    <a:ext uri="{FF2B5EF4-FFF2-40B4-BE49-F238E27FC236}">
                      <a16:creationId xmlns:a16="http://schemas.microsoft.com/office/drawing/2014/main" id="{1DEABB3B-072E-DA51-36ED-B9E738EA5B4A}"/>
                    </a:ext>
                  </a:extLst>
                </p:cNvPr>
                <p:cNvSpPr/>
                <p:nvPr/>
              </p:nvSpPr>
              <p:spPr>
                <a:xfrm flipV="1">
                  <a:off x="2978893" y="2216559"/>
                  <a:ext cx="90106" cy="135257"/>
                </a:xfrm>
                <a:custGeom>
                  <a:avLst/>
                  <a:gdLst>
                    <a:gd name="csX0" fmla="*/ 43063 w 90106"/>
                    <a:gd name="csY0" fmla="*/ 119079 h 135257"/>
                    <a:gd name="csX1" fmla="*/ 22583 w 90106"/>
                    <a:gd name="csY1" fmla="*/ 105668 h 135257"/>
                    <a:gd name="csX2" fmla="*/ 15738 w 90106"/>
                    <a:gd name="csY2" fmla="*/ 65379 h 135257"/>
                    <a:gd name="csX3" fmla="*/ 22583 w 90106"/>
                    <a:gd name="csY3" fmla="*/ 25173 h 135257"/>
                    <a:gd name="csX4" fmla="*/ 43063 w 90106"/>
                    <a:gd name="csY4" fmla="*/ 11762 h 135257"/>
                    <a:gd name="csX5" fmla="*/ 63627 w 90106"/>
                    <a:gd name="csY5" fmla="*/ 25173 h 135257"/>
                    <a:gd name="csX6" fmla="*/ 70500 w 90106"/>
                    <a:gd name="csY6" fmla="*/ 65379 h 135257"/>
                    <a:gd name="csX7" fmla="*/ 63627 w 90106"/>
                    <a:gd name="csY7" fmla="*/ 105668 h 135257"/>
                    <a:gd name="csX8" fmla="*/ 43063 w 90106"/>
                    <a:gd name="csY8" fmla="*/ 119079 h 135257"/>
                    <a:gd name="csX9" fmla="*/ 43063 w 90106"/>
                    <a:gd name="csY9" fmla="*/ 133049 h 135257"/>
                    <a:gd name="csX10" fmla="*/ 76563 w 90106"/>
                    <a:gd name="csY10" fmla="*/ 115699 h 135257"/>
                    <a:gd name="csX11" fmla="*/ 88130 w 90106"/>
                    <a:gd name="csY11" fmla="*/ 65379 h 135257"/>
                    <a:gd name="csX12" fmla="*/ 76563 w 90106"/>
                    <a:gd name="csY12" fmla="*/ 15115 h 135257"/>
                    <a:gd name="csX13" fmla="*/ 43063 w 90106"/>
                    <a:gd name="csY13" fmla="*/ -2208 h 135257"/>
                    <a:gd name="csX14" fmla="*/ 9591 w 90106"/>
                    <a:gd name="csY14" fmla="*/ 15115 h 135257"/>
                    <a:gd name="csX15" fmla="*/ -1976 w 90106"/>
                    <a:gd name="csY15" fmla="*/ 65379 h 135257"/>
                    <a:gd name="csX16" fmla="*/ 9591 w 90106"/>
                    <a:gd name="csY16" fmla="*/ 115699 h 135257"/>
                    <a:gd name="csX17" fmla="*/ 43063 w 90106"/>
                    <a:gd name="csY17" fmla="*/ 133049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0106" h="135257">
                      <a:moveTo>
                        <a:pt x="43063" y="119079"/>
                      </a:moveTo>
                      <a:cubicBezTo>
                        <a:pt x="33992" y="119079"/>
                        <a:pt x="27165" y="114609"/>
                        <a:pt x="22583" y="105668"/>
                      </a:cubicBezTo>
                      <a:cubicBezTo>
                        <a:pt x="18019" y="96746"/>
                        <a:pt x="15738" y="83316"/>
                        <a:pt x="15738" y="65379"/>
                      </a:cubicBezTo>
                      <a:cubicBezTo>
                        <a:pt x="15738" y="47516"/>
                        <a:pt x="18019" y="34114"/>
                        <a:pt x="22583" y="25173"/>
                      </a:cubicBezTo>
                      <a:cubicBezTo>
                        <a:pt x="27165" y="16232"/>
                        <a:pt x="33992" y="11762"/>
                        <a:pt x="43063" y="11762"/>
                      </a:cubicBezTo>
                      <a:cubicBezTo>
                        <a:pt x="52209" y="11762"/>
                        <a:pt x="59063" y="16232"/>
                        <a:pt x="63627" y="25173"/>
                      </a:cubicBezTo>
                      <a:cubicBezTo>
                        <a:pt x="68209" y="34114"/>
                        <a:pt x="70500" y="47516"/>
                        <a:pt x="70500" y="65379"/>
                      </a:cubicBezTo>
                      <a:cubicBezTo>
                        <a:pt x="70500" y="83316"/>
                        <a:pt x="68209" y="96746"/>
                        <a:pt x="63627" y="105668"/>
                      </a:cubicBezTo>
                      <a:cubicBezTo>
                        <a:pt x="59063" y="114609"/>
                        <a:pt x="52209" y="119079"/>
                        <a:pt x="43063" y="119079"/>
                      </a:cubicBezTo>
                      <a:close/>
                      <a:moveTo>
                        <a:pt x="43063" y="133049"/>
                      </a:moveTo>
                      <a:cubicBezTo>
                        <a:pt x="57685" y="133049"/>
                        <a:pt x="68852" y="127266"/>
                        <a:pt x="76563" y="115699"/>
                      </a:cubicBezTo>
                      <a:cubicBezTo>
                        <a:pt x="84274" y="104150"/>
                        <a:pt x="88130" y="87377"/>
                        <a:pt x="88130" y="65379"/>
                      </a:cubicBezTo>
                      <a:cubicBezTo>
                        <a:pt x="88130" y="43437"/>
                        <a:pt x="84274" y="26682"/>
                        <a:pt x="76563" y="15115"/>
                      </a:cubicBezTo>
                      <a:cubicBezTo>
                        <a:pt x="68852" y="3566"/>
                        <a:pt x="57685" y="-2208"/>
                        <a:pt x="43063" y="-2208"/>
                      </a:cubicBezTo>
                      <a:cubicBezTo>
                        <a:pt x="28460" y="-2208"/>
                        <a:pt x="17302" y="3566"/>
                        <a:pt x="9591" y="15115"/>
                      </a:cubicBezTo>
                      <a:cubicBezTo>
                        <a:pt x="1879" y="26682"/>
                        <a:pt x="-1976" y="43437"/>
                        <a:pt x="-1976" y="65379"/>
                      </a:cubicBezTo>
                      <a:cubicBezTo>
                        <a:pt x="-1976" y="87377"/>
                        <a:pt x="1879" y="104150"/>
                        <a:pt x="9591" y="115699"/>
                      </a:cubicBezTo>
                      <a:cubicBezTo>
                        <a:pt x="17302" y="127266"/>
                        <a:pt x="28460" y="133049"/>
                        <a:pt x="43063" y="133049"/>
                      </a:cubicBezTo>
                      <a:close/>
                    </a:path>
                  </a:pathLst>
                </a:custGeom>
                <a:solidFill>
                  <a:srgbClr val="262626"/>
                </a:solidFill>
                <a:ln w="28" cap="flat">
                  <a:noFill/>
                  <a:prstDash val="solid"/>
                  <a:round/>
                </a:ln>
              </p:spPr>
              <p:txBody>
                <a:bodyPr/>
                <a:lstStyle/>
                <a:p>
                  <a:endParaRPr lang="en-US"/>
                </a:p>
              </p:txBody>
            </p:sp>
          </p:grpSp>
        </p:grpSp>
        <p:grpSp>
          <p:nvGrpSpPr>
            <p:cNvPr id="4052" name="Graphic 4">
              <a:extLst>
                <a:ext uri="{FF2B5EF4-FFF2-40B4-BE49-F238E27FC236}">
                  <a16:creationId xmlns:a16="http://schemas.microsoft.com/office/drawing/2014/main" id="{FE849053-4592-E28B-E23C-041BB8C3F930}"/>
                </a:ext>
              </a:extLst>
            </p:cNvPr>
            <p:cNvGrpSpPr/>
            <p:nvPr/>
          </p:nvGrpSpPr>
          <p:grpSpPr>
            <a:xfrm>
              <a:off x="2865460" y="1778230"/>
              <a:ext cx="320827" cy="135257"/>
              <a:chOff x="2865460" y="1778230"/>
              <a:chExt cx="320827" cy="135257"/>
            </a:xfrm>
          </p:grpSpPr>
          <p:sp>
            <p:nvSpPr>
              <p:cNvPr id="4071" name="Freeform: Shape 4070">
                <a:extLst>
                  <a:ext uri="{FF2B5EF4-FFF2-40B4-BE49-F238E27FC236}">
                    <a16:creationId xmlns:a16="http://schemas.microsoft.com/office/drawing/2014/main" id="{A038E1A3-A8E0-418C-0BAE-C7727FCA29C2}"/>
                  </a:ext>
                </a:extLst>
              </p:cNvPr>
              <p:cNvSpPr/>
              <p:nvPr/>
            </p:nvSpPr>
            <p:spPr>
              <a:xfrm>
                <a:off x="3125327" y="1843008"/>
                <a:ext cx="60960" cy="12700"/>
              </a:xfrm>
              <a:custGeom>
                <a:avLst/>
                <a:gdLst>
                  <a:gd name="csX0" fmla="*/ 61031 w 60960"/>
                  <a:gd name="csY0" fmla="*/ 87 h 12700"/>
                  <a:gd name="csX1" fmla="*/ 71 w 60960"/>
                  <a:gd name="csY1" fmla="*/ 87 h 12700"/>
                </a:gdLst>
                <a:ahLst/>
                <a:cxnLst>
                  <a:cxn ang="0">
                    <a:pos x="csX0" y="csY0"/>
                  </a:cxn>
                  <a:cxn ang="0">
                    <a:pos x="csX1" y="csY1"/>
                  </a:cxn>
                </a:cxnLst>
                <a:rect l="l" t="t" r="r" b="b"/>
                <a:pathLst>
                  <a:path w="60960" h="12700">
                    <a:moveTo>
                      <a:pt x="61031" y="87"/>
                    </a:moveTo>
                    <a:lnTo>
                      <a:pt x="71" y="87"/>
                    </a:lnTo>
                  </a:path>
                </a:pathLst>
              </a:custGeom>
              <a:solidFill>
                <a:srgbClr val="262626"/>
              </a:solidFill>
              <a:ln w="12700" cap="flat">
                <a:solidFill>
                  <a:srgbClr val="262626"/>
                </a:solidFill>
                <a:prstDash val="solid"/>
                <a:round/>
              </a:ln>
            </p:spPr>
            <p:txBody>
              <a:bodyPr/>
              <a:lstStyle/>
              <a:p>
                <a:endParaRPr lang="en-US"/>
              </a:p>
            </p:txBody>
          </p:sp>
          <p:grpSp>
            <p:nvGrpSpPr>
              <p:cNvPr id="4072" name="Graphic 4">
                <a:extLst>
                  <a:ext uri="{FF2B5EF4-FFF2-40B4-BE49-F238E27FC236}">
                    <a16:creationId xmlns:a16="http://schemas.microsoft.com/office/drawing/2014/main" id="{F4CBD2C7-0F5C-0984-BC4E-12CFBC58D9D0}"/>
                  </a:ext>
                </a:extLst>
              </p:cNvPr>
              <p:cNvGrpSpPr/>
              <p:nvPr/>
            </p:nvGrpSpPr>
            <p:grpSpPr>
              <a:xfrm>
                <a:off x="2865460" y="1778230"/>
                <a:ext cx="203539" cy="135257"/>
                <a:chOff x="2865460" y="1778230"/>
                <a:chExt cx="203539" cy="135257"/>
              </a:xfrm>
              <a:solidFill>
                <a:srgbClr val="262626"/>
              </a:solidFill>
            </p:grpSpPr>
            <p:sp>
              <p:nvSpPr>
                <p:cNvPr id="4073" name="Freeform: Shape 4072">
                  <a:extLst>
                    <a:ext uri="{FF2B5EF4-FFF2-40B4-BE49-F238E27FC236}">
                      <a16:creationId xmlns:a16="http://schemas.microsoft.com/office/drawing/2014/main" id="{AFBE85A1-A84B-AA2F-9229-6B15BDE3B3DA}"/>
                    </a:ext>
                  </a:extLst>
                </p:cNvPr>
                <p:cNvSpPr/>
                <p:nvPr/>
              </p:nvSpPr>
              <p:spPr>
                <a:xfrm flipV="1">
                  <a:off x="2865460" y="1778230"/>
                  <a:ext cx="89407" cy="135257"/>
                </a:xfrm>
                <a:custGeom>
                  <a:avLst/>
                  <a:gdLst>
                    <a:gd name="csX0" fmla="*/ 42719 w 89407"/>
                    <a:gd name="csY0" fmla="*/ 62215 h 135257"/>
                    <a:gd name="csX1" fmla="*/ 22938 w 89407"/>
                    <a:gd name="csY1" fmla="*/ 55481 h 135257"/>
                    <a:gd name="csX2" fmla="*/ 15757 w 89407"/>
                    <a:gd name="csY2" fmla="*/ 36985 h 135257"/>
                    <a:gd name="csX3" fmla="*/ 22938 w 89407"/>
                    <a:gd name="csY3" fmla="*/ 18461 h 135257"/>
                    <a:gd name="csX4" fmla="*/ 42719 w 89407"/>
                    <a:gd name="csY4" fmla="*/ 11727 h 135257"/>
                    <a:gd name="csX5" fmla="*/ 62529 w 89407"/>
                    <a:gd name="csY5" fmla="*/ 18489 h 135257"/>
                    <a:gd name="csX6" fmla="*/ 69793 w 89407"/>
                    <a:gd name="csY6" fmla="*/ 36985 h 135257"/>
                    <a:gd name="csX7" fmla="*/ 62584 w 89407"/>
                    <a:gd name="csY7" fmla="*/ 55481 h 135257"/>
                    <a:gd name="csX8" fmla="*/ 42719 w 89407"/>
                    <a:gd name="csY8" fmla="*/ 62215 h 135257"/>
                    <a:gd name="csX9" fmla="*/ 25089 w 89407"/>
                    <a:gd name="csY9" fmla="*/ 69703 h 135257"/>
                    <a:gd name="csX10" fmla="*/ 7403 w 89407"/>
                    <a:gd name="csY10" fmla="*/ 80264 h 135257"/>
                    <a:gd name="csX11" fmla="*/ 1089 w 89407"/>
                    <a:gd name="csY11" fmla="*/ 99235 h 135257"/>
                    <a:gd name="csX12" fmla="*/ 12209 w 89407"/>
                    <a:gd name="csY12" fmla="*/ 123934 h 135257"/>
                    <a:gd name="csX13" fmla="*/ 42719 w 89407"/>
                    <a:gd name="csY13" fmla="*/ 133015 h 135257"/>
                    <a:gd name="csX14" fmla="*/ 73286 w 89407"/>
                    <a:gd name="csY14" fmla="*/ 123934 h 135257"/>
                    <a:gd name="csX15" fmla="*/ 84378 w 89407"/>
                    <a:gd name="csY15" fmla="*/ 99235 h 135257"/>
                    <a:gd name="csX16" fmla="*/ 78035 w 89407"/>
                    <a:gd name="csY16" fmla="*/ 80264 h 135257"/>
                    <a:gd name="csX17" fmla="*/ 60461 w 89407"/>
                    <a:gd name="csY17" fmla="*/ 69703 h 135257"/>
                    <a:gd name="csX18" fmla="*/ 80298 w 89407"/>
                    <a:gd name="csY18" fmla="*/ 58080 h 135257"/>
                    <a:gd name="csX19" fmla="*/ 87423 w 89407"/>
                    <a:gd name="csY19" fmla="*/ 36985 h 135257"/>
                    <a:gd name="csX20" fmla="*/ 75856 w 89407"/>
                    <a:gd name="csY20" fmla="*/ 7872 h 135257"/>
                    <a:gd name="csX21" fmla="*/ 42719 w 89407"/>
                    <a:gd name="csY21" fmla="*/ -2243 h 135257"/>
                    <a:gd name="csX22" fmla="*/ 9582 w 89407"/>
                    <a:gd name="csY22" fmla="*/ 7872 h 135257"/>
                    <a:gd name="csX23" fmla="*/ -1985 w 89407"/>
                    <a:gd name="csY23" fmla="*/ 36985 h 135257"/>
                    <a:gd name="csX24" fmla="*/ 5168 w 89407"/>
                    <a:gd name="csY24" fmla="*/ 58080 h 135257"/>
                    <a:gd name="csX25" fmla="*/ 25089 w 89407"/>
                    <a:gd name="csY25" fmla="*/ 69703 h 135257"/>
                    <a:gd name="csX26" fmla="*/ 18635 w 89407"/>
                    <a:gd name="csY26" fmla="*/ 97559 h 135257"/>
                    <a:gd name="csX27" fmla="*/ 24949 w 89407"/>
                    <a:gd name="csY27" fmla="*/ 81773 h 135257"/>
                    <a:gd name="csX28" fmla="*/ 42719 w 89407"/>
                    <a:gd name="csY28" fmla="*/ 76101 h 135257"/>
                    <a:gd name="csX29" fmla="*/ 60489 w 89407"/>
                    <a:gd name="csY29" fmla="*/ 81773 h 135257"/>
                    <a:gd name="csX30" fmla="*/ 66915 w 89407"/>
                    <a:gd name="csY30" fmla="*/ 97559 h 135257"/>
                    <a:gd name="csX31" fmla="*/ 60489 w 89407"/>
                    <a:gd name="csY31" fmla="*/ 113373 h 135257"/>
                    <a:gd name="csX32" fmla="*/ 42719 w 89407"/>
                    <a:gd name="csY32" fmla="*/ 119045 h 135257"/>
                    <a:gd name="csX33" fmla="*/ 24949 w 89407"/>
                    <a:gd name="csY33" fmla="*/ 113373 h 135257"/>
                    <a:gd name="csX34" fmla="*/ 18635 w 89407"/>
                    <a:gd name="csY34" fmla="*/ 97559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89407" h="135257">
                      <a:moveTo>
                        <a:pt x="42719" y="62215"/>
                      </a:moveTo>
                      <a:cubicBezTo>
                        <a:pt x="34337" y="62215"/>
                        <a:pt x="27743" y="59970"/>
                        <a:pt x="22938" y="55481"/>
                      </a:cubicBezTo>
                      <a:cubicBezTo>
                        <a:pt x="18151" y="50992"/>
                        <a:pt x="15757" y="44827"/>
                        <a:pt x="15757" y="36985"/>
                      </a:cubicBezTo>
                      <a:cubicBezTo>
                        <a:pt x="15757" y="29125"/>
                        <a:pt x="18151" y="22950"/>
                        <a:pt x="22938" y="18461"/>
                      </a:cubicBezTo>
                      <a:cubicBezTo>
                        <a:pt x="27743" y="13972"/>
                        <a:pt x="34337" y="11727"/>
                        <a:pt x="42719" y="11727"/>
                      </a:cubicBezTo>
                      <a:cubicBezTo>
                        <a:pt x="51101" y="11727"/>
                        <a:pt x="57704" y="13981"/>
                        <a:pt x="62529" y="18489"/>
                      </a:cubicBezTo>
                      <a:cubicBezTo>
                        <a:pt x="67372" y="23015"/>
                        <a:pt x="69793" y="29181"/>
                        <a:pt x="69793" y="36985"/>
                      </a:cubicBezTo>
                      <a:cubicBezTo>
                        <a:pt x="69793" y="44827"/>
                        <a:pt x="67390" y="50992"/>
                        <a:pt x="62584" y="55481"/>
                      </a:cubicBezTo>
                      <a:cubicBezTo>
                        <a:pt x="57797" y="59970"/>
                        <a:pt x="51176" y="62215"/>
                        <a:pt x="42719" y="62215"/>
                      </a:cubicBezTo>
                      <a:close/>
                      <a:moveTo>
                        <a:pt x="25089" y="69703"/>
                      </a:moveTo>
                      <a:cubicBezTo>
                        <a:pt x="17527" y="71566"/>
                        <a:pt x="11631" y="75086"/>
                        <a:pt x="7403" y="80264"/>
                      </a:cubicBezTo>
                      <a:cubicBezTo>
                        <a:pt x="3193" y="85461"/>
                        <a:pt x="1089" y="91785"/>
                        <a:pt x="1089" y="99235"/>
                      </a:cubicBezTo>
                      <a:cubicBezTo>
                        <a:pt x="1089" y="109648"/>
                        <a:pt x="4795" y="117881"/>
                        <a:pt x="12209" y="123934"/>
                      </a:cubicBezTo>
                      <a:cubicBezTo>
                        <a:pt x="19641" y="129988"/>
                        <a:pt x="29811" y="133015"/>
                        <a:pt x="42719" y="133015"/>
                      </a:cubicBezTo>
                      <a:cubicBezTo>
                        <a:pt x="55702" y="133015"/>
                        <a:pt x="65891" y="129988"/>
                        <a:pt x="73286" y="123934"/>
                      </a:cubicBezTo>
                      <a:cubicBezTo>
                        <a:pt x="80680" y="117881"/>
                        <a:pt x="84378" y="109648"/>
                        <a:pt x="84378" y="99235"/>
                      </a:cubicBezTo>
                      <a:cubicBezTo>
                        <a:pt x="84378" y="91785"/>
                        <a:pt x="82264" y="85461"/>
                        <a:pt x="78035" y="80264"/>
                      </a:cubicBezTo>
                      <a:cubicBezTo>
                        <a:pt x="73826" y="75086"/>
                        <a:pt x="67968" y="71566"/>
                        <a:pt x="60461" y="69703"/>
                      </a:cubicBezTo>
                      <a:cubicBezTo>
                        <a:pt x="68955" y="67728"/>
                        <a:pt x="75567" y="63854"/>
                        <a:pt x="80298" y="58080"/>
                      </a:cubicBezTo>
                      <a:cubicBezTo>
                        <a:pt x="85048" y="52324"/>
                        <a:pt x="87423" y="45293"/>
                        <a:pt x="87423" y="36985"/>
                      </a:cubicBezTo>
                      <a:cubicBezTo>
                        <a:pt x="87423" y="24338"/>
                        <a:pt x="83567" y="14633"/>
                        <a:pt x="75856" y="7872"/>
                      </a:cubicBezTo>
                      <a:cubicBezTo>
                        <a:pt x="68145" y="1129"/>
                        <a:pt x="57099" y="-2243"/>
                        <a:pt x="42719" y="-2243"/>
                      </a:cubicBezTo>
                      <a:cubicBezTo>
                        <a:pt x="28358" y="-2243"/>
                        <a:pt x="17312" y="1129"/>
                        <a:pt x="9582" y="7872"/>
                      </a:cubicBezTo>
                      <a:cubicBezTo>
                        <a:pt x="1871" y="14633"/>
                        <a:pt x="-1985" y="24338"/>
                        <a:pt x="-1985" y="36985"/>
                      </a:cubicBezTo>
                      <a:cubicBezTo>
                        <a:pt x="-1985" y="45293"/>
                        <a:pt x="399" y="52324"/>
                        <a:pt x="5168" y="58080"/>
                      </a:cubicBezTo>
                      <a:cubicBezTo>
                        <a:pt x="9955" y="63854"/>
                        <a:pt x="16595" y="67728"/>
                        <a:pt x="25089" y="69703"/>
                      </a:cubicBezTo>
                      <a:close/>
                      <a:moveTo>
                        <a:pt x="18635" y="97559"/>
                      </a:moveTo>
                      <a:cubicBezTo>
                        <a:pt x="18635" y="90816"/>
                        <a:pt x="20740" y="85554"/>
                        <a:pt x="24949" y="81773"/>
                      </a:cubicBezTo>
                      <a:cubicBezTo>
                        <a:pt x="29178" y="77992"/>
                        <a:pt x="35101" y="76101"/>
                        <a:pt x="42719" y="76101"/>
                      </a:cubicBezTo>
                      <a:cubicBezTo>
                        <a:pt x="50300" y="76101"/>
                        <a:pt x="56223" y="77992"/>
                        <a:pt x="60489" y="81773"/>
                      </a:cubicBezTo>
                      <a:cubicBezTo>
                        <a:pt x="64773" y="85554"/>
                        <a:pt x="66915" y="90816"/>
                        <a:pt x="66915" y="97559"/>
                      </a:cubicBezTo>
                      <a:cubicBezTo>
                        <a:pt x="66915" y="104321"/>
                        <a:pt x="64773" y="109592"/>
                        <a:pt x="60489" y="113373"/>
                      </a:cubicBezTo>
                      <a:cubicBezTo>
                        <a:pt x="56223" y="117154"/>
                        <a:pt x="50300" y="119045"/>
                        <a:pt x="42719" y="119045"/>
                      </a:cubicBezTo>
                      <a:cubicBezTo>
                        <a:pt x="35101" y="119045"/>
                        <a:pt x="29178" y="117154"/>
                        <a:pt x="24949" y="113373"/>
                      </a:cubicBezTo>
                      <a:cubicBezTo>
                        <a:pt x="20740" y="109592"/>
                        <a:pt x="18635" y="104321"/>
                        <a:pt x="18635" y="97559"/>
                      </a:cubicBezTo>
                      <a:close/>
                    </a:path>
                  </a:pathLst>
                </a:custGeom>
                <a:solidFill>
                  <a:srgbClr val="262626"/>
                </a:solidFill>
                <a:ln w="28" cap="flat">
                  <a:noFill/>
                  <a:prstDash val="solid"/>
                  <a:round/>
                </a:ln>
              </p:spPr>
              <p:txBody>
                <a:bodyPr/>
                <a:lstStyle/>
                <a:p>
                  <a:endParaRPr lang="en-US"/>
                </a:p>
              </p:txBody>
            </p:sp>
            <p:sp>
              <p:nvSpPr>
                <p:cNvPr id="4074" name="Freeform: Shape 4073">
                  <a:extLst>
                    <a:ext uri="{FF2B5EF4-FFF2-40B4-BE49-F238E27FC236}">
                      <a16:creationId xmlns:a16="http://schemas.microsoft.com/office/drawing/2014/main" id="{4916BB67-39DB-8603-E9DE-A0EC4C4D78AC}"/>
                    </a:ext>
                  </a:extLst>
                </p:cNvPr>
                <p:cNvSpPr/>
                <p:nvPr/>
              </p:nvSpPr>
              <p:spPr>
                <a:xfrm flipV="1">
                  <a:off x="2978893" y="1778230"/>
                  <a:ext cx="90106" cy="135257"/>
                </a:xfrm>
                <a:custGeom>
                  <a:avLst/>
                  <a:gdLst>
                    <a:gd name="csX0" fmla="*/ 43063 w 90106"/>
                    <a:gd name="csY0" fmla="*/ 119045 h 135257"/>
                    <a:gd name="csX1" fmla="*/ 22583 w 90106"/>
                    <a:gd name="csY1" fmla="*/ 105634 h 135257"/>
                    <a:gd name="csX2" fmla="*/ 15738 w 90106"/>
                    <a:gd name="csY2" fmla="*/ 65344 h 135257"/>
                    <a:gd name="csX3" fmla="*/ 22583 w 90106"/>
                    <a:gd name="csY3" fmla="*/ 25139 h 135257"/>
                    <a:gd name="csX4" fmla="*/ 43063 w 90106"/>
                    <a:gd name="csY4" fmla="*/ 11727 h 135257"/>
                    <a:gd name="csX5" fmla="*/ 63627 w 90106"/>
                    <a:gd name="csY5" fmla="*/ 25139 h 135257"/>
                    <a:gd name="csX6" fmla="*/ 70500 w 90106"/>
                    <a:gd name="csY6" fmla="*/ 65344 h 135257"/>
                    <a:gd name="csX7" fmla="*/ 63627 w 90106"/>
                    <a:gd name="csY7" fmla="*/ 105634 h 135257"/>
                    <a:gd name="csX8" fmla="*/ 43063 w 90106"/>
                    <a:gd name="csY8" fmla="*/ 119045 h 135257"/>
                    <a:gd name="csX9" fmla="*/ 43063 w 90106"/>
                    <a:gd name="csY9" fmla="*/ 133015 h 135257"/>
                    <a:gd name="csX10" fmla="*/ 76563 w 90106"/>
                    <a:gd name="csY10" fmla="*/ 115664 h 135257"/>
                    <a:gd name="csX11" fmla="*/ 88130 w 90106"/>
                    <a:gd name="csY11" fmla="*/ 65344 h 135257"/>
                    <a:gd name="csX12" fmla="*/ 76563 w 90106"/>
                    <a:gd name="csY12" fmla="*/ 15080 h 135257"/>
                    <a:gd name="csX13" fmla="*/ 43063 w 90106"/>
                    <a:gd name="csY13" fmla="*/ -2243 h 135257"/>
                    <a:gd name="csX14" fmla="*/ 9591 w 90106"/>
                    <a:gd name="csY14" fmla="*/ 15080 h 135257"/>
                    <a:gd name="csX15" fmla="*/ -1976 w 90106"/>
                    <a:gd name="csY15" fmla="*/ 65344 h 135257"/>
                    <a:gd name="csX16" fmla="*/ 9591 w 90106"/>
                    <a:gd name="csY16" fmla="*/ 115664 h 135257"/>
                    <a:gd name="csX17" fmla="*/ 43063 w 90106"/>
                    <a:gd name="csY17" fmla="*/ 133015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0106" h="135257">
                      <a:moveTo>
                        <a:pt x="43063" y="119045"/>
                      </a:moveTo>
                      <a:cubicBezTo>
                        <a:pt x="33992" y="119045"/>
                        <a:pt x="27165" y="114574"/>
                        <a:pt x="22583" y="105634"/>
                      </a:cubicBezTo>
                      <a:cubicBezTo>
                        <a:pt x="18019" y="96712"/>
                        <a:pt x="15738" y="83282"/>
                        <a:pt x="15738" y="65344"/>
                      </a:cubicBezTo>
                      <a:cubicBezTo>
                        <a:pt x="15738" y="47481"/>
                        <a:pt x="18019" y="34079"/>
                        <a:pt x="22583" y="25139"/>
                      </a:cubicBezTo>
                      <a:cubicBezTo>
                        <a:pt x="27165" y="16198"/>
                        <a:pt x="33992" y="11727"/>
                        <a:pt x="43063" y="11727"/>
                      </a:cubicBezTo>
                      <a:cubicBezTo>
                        <a:pt x="52209" y="11727"/>
                        <a:pt x="59063" y="16198"/>
                        <a:pt x="63627" y="25139"/>
                      </a:cubicBezTo>
                      <a:cubicBezTo>
                        <a:pt x="68209" y="34079"/>
                        <a:pt x="70500" y="47481"/>
                        <a:pt x="70500" y="65344"/>
                      </a:cubicBezTo>
                      <a:cubicBezTo>
                        <a:pt x="70500" y="83282"/>
                        <a:pt x="68209" y="96712"/>
                        <a:pt x="63627" y="105634"/>
                      </a:cubicBezTo>
                      <a:cubicBezTo>
                        <a:pt x="59063" y="114574"/>
                        <a:pt x="52209" y="119045"/>
                        <a:pt x="43063" y="119045"/>
                      </a:cubicBezTo>
                      <a:close/>
                      <a:moveTo>
                        <a:pt x="43063" y="133015"/>
                      </a:moveTo>
                      <a:cubicBezTo>
                        <a:pt x="57685" y="133015"/>
                        <a:pt x="68852" y="127231"/>
                        <a:pt x="76563" y="115664"/>
                      </a:cubicBezTo>
                      <a:cubicBezTo>
                        <a:pt x="84274" y="104116"/>
                        <a:pt x="88130" y="87342"/>
                        <a:pt x="88130" y="65344"/>
                      </a:cubicBezTo>
                      <a:cubicBezTo>
                        <a:pt x="88130" y="43402"/>
                        <a:pt x="84274" y="26647"/>
                        <a:pt x="76563" y="15080"/>
                      </a:cubicBezTo>
                      <a:cubicBezTo>
                        <a:pt x="68852" y="3532"/>
                        <a:pt x="57685" y="-2243"/>
                        <a:pt x="43063" y="-2243"/>
                      </a:cubicBezTo>
                      <a:cubicBezTo>
                        <a:pt x="28460" y="-2243"/>
                        <a:pt x="17302" y="3532"/>
                        <a:pt x="9591" y="15080"/>
                      </a:cubicBezTo>
                      <a:cubicBezTo>
                        <a:pt x="1879" y="26647"/>
                        <a:pt x="-1976" y="43402"/>
                        <a:pt x="-1976" y="65344"/>
                      </a:cubicBezTo>
                      <a:cubicBezTo>
                        <a:pt x="-1976" y="87342"/>
                        <a:pt x="1879" y="104116"/>
                        <a:pt x="9591" y="115664"/>
                      </a:cubicBezTo>
                      <a:cubicBezTo>
                        <a:pt x="17302" y="127231"/>
                        <a:pt x="28460" y="133015"/>
                        <a:pt x="43063" y="133015"/>
                      </a:cubicBezTo>
                      <a:close/>
                    </a:path>
                  </a:pathLst>
                </a:custGeom>
                <a:solidFill>
                  <a:srgbClr val="262626"/>
                </a:solidFill>
                <a:ln w="28" cap="flat">
                  <a:noFill/>
                  <a:prstDash val="solid"/>
                  <a:round/>
                </a:ln>
              </p:spPr>
              <p:txBody>
                <a:bodyPr/>
                <a:lstStyle/>
                <a:p>
                  <a:endParaRPr lang="en-US"/>
                </a:p>
              </p:txBody>
            </p:sp>
          </p:grpSp>
        </p:grpSp>
        <p:grpSp>
          <p:nvGrpSpPr>
            <p:cNvPr id="4053" name="Graphic 4">
              <a:extLst>
                <a:ext uri="{FF2B5EF4-FFF2-40B4-BE49-F238E27FC236}">
                  <a16:creationId xmlns:a16="http://schemas.microsoft.com/office/drawing/2014/main" id="{DE339464-1466-5D22-4BB8-62F310E47C39}"/>
                </a:ext>
              </a:extLst>
            </p:cNvPr>
            <p:cNvGrpSpPr/>
            <p:nvPr/>
          </p:nvGrpSpPr>
          <p:grpSpPr>
            <a:xfrm>
              <a:off x="2759204" y="1339900"/>
              <a:ext cx="427083" cy="135257"/>
              <a:chOff x="2759204" y="1339900"/>
              <a:chExt cx="427083" cy="135257"/>
            </a:xfrm>
          </p:grpSpPr>
          <p:sp>
            <p:nvSpPr>
              <p:cNvPr id="4066" name="Freeform: Shape 4065">
                <a:extLst>
                  <a:ext uri="{FF2B5EF4-FFF2-40B4-BE49-F238E27FC236}">
                    <a16:creationId xmlns:a16="http://schemas.microsoft.com/office/drawing/2014/main" id="{A66BBE0C-F9BD-2088-8405-E85B1EC1E361}"/>
                  </a:ext>
                </a:extLst>
              </p:cNvPr>
              <p:cNvSpPr/>
              <p:nvPr/>
            </p:nvSpPr>
            <p:spPr>
              <a:xfrm>
                <a:off x="3125327" y="1404679"/>
                <a:ext cx="60960" cy="12700"/>
              </a:xfrm>
              <a:custGeom>
                <a:avLst/>
                <a:gdLst>
                  <a:gd name="csX0" fmla="*/ 61031 w 60960"/>
                  <a:gd name="csY0" fmla="*/ 52 h 12700"/>
                  <a:gd name="csX1" fmla="*/ 71 w 60960"/>
                  <a:gd name="csY1" fmla="*/ 52 h 12700"/>
                </a:gdLst>
                <a:ahLst/>
                <a:cxnLst>
                  <a:cxn ang="0">
                    <a:pos x="csX0" y="csY0"/>
                  </a:cxn>
                  <a:cxn ang="0">
                    <a:pos x="csX1" y="csY1"/>
                  </a:cxn>
                </a:cxnLst>
                <a:rect l="l" t="t" r="r" b="b"/>
                <a:pathLst>
                  <a:path w="60960" h="12700">
                    <a:moveTo>
                      <a:pt x="61031" y="52"/>
                    </a:moveTo>
                    <a:lnTo>
                      <a:pt x="71" y="52"/>
                    </a:lnTo>
                  </a:path>
                </a:pathLst>
              </a:custGeom>
              <a:solidFill>
                <a:srgbClr val="262626"/>
              </a:solidFill>
              <a:ln w="12700" cap="flat">
                <a:solidFill>
                  <a:srgbClr val="262626"/>
                </a:solidFill>
                <a:prstDash val="solid"/>
                <a:round/>
              </a:ln>
            </p:spPr>
            <p:txBody>
              <a:bodyPr/>
              <a:lstStyle/>
              <a:p>
                <a:endParaRPr lang="en-US"/>
              </a:p>
            </p:txBody>
          </p:sp>
          <p:grpSp>
            <p:nvGrpSpPr>
              <p:cNvPr id="4067" name="Graphic 4">
                <a:extLst>
                  <a:ext uri="{FF2B5EF4-FFF2-40B4-BE49-F238E27FC236}">
                    <a16:creationId xmlns:a16="http://schemas.microsoft.com/office/drawing/2014/main" id="{BB1C6796-2A9B-A5CA-9EE8-742DBBB87B4B}"/>
                  </a:ext>
                </a:extLst>
              </p:cNvPr>
              <p:cNvGrpSpPr/>
              <p:nvPr/>
            </p:nvGrpSpPr>
            <p:grpSpPr>
              <a:xfrm>
                <a:off x="2759204" y="1339900"/>
                <a:ext cx="309791" cy="135257"/>
                <a:chOff x="2759204" y="1339900"/>
                <a:chExt cx="309791" cy="135257"/>
              </a:xfrm>
              <a:solidFill>
                <a:srgbClr val="262626"/>
              </a:solidFill>
            </p:grpSpPr>
            <p:sp>
              <p:nvSpPr>
                <p:cNvPr id="4068" name="Freeform: Shape 4067">
                  <a:extLst>
                    <a:ext uri="{FF2B5EF4-FFF2-40B4-BE49-F238E27FC236}">
                      <a16:creationId xmlns:a16="http://schemas.microsoft.com/office/drawing/2014/main" id="{7A215B92-2F61-730A-BFE8-29B3E87273FC}"/>
                    </a:ext>
                  </a:extLst>
                </p:cNvPr>
                <p:cNvSpPr/>
                <p:nvPr/>
              </p:nvSpPr>
              <p:spPr>
                <a:xfrm flipV="1">
                  <a:off x="2759204" y="1342247"/>
                  <a:ext cx="77617" cy="130368"/>
                </a:xfrm>
                <a:custGeom>
                  <a:avLst/>
                  <a:gdLst>
                    <a:gd name="csX0" fmla="*/ 491 w 77617"/>
                    <a:gd name="csY0" fmla="*/ 12555 h 130368"/>
                    <a:gd name="csX1" fmla="*/ 29297 w 77617"/>
                    <a:gd name="csY1" fmla="*/ 12555 h 130368"/>
                    <a:gd name="csX2" fmla="*/ 29297 w 77617"/>
                    <a:gd name="csY2" fmla="*/ 112022 h 130368"/>
                    <a:gd name="csX3" fmla="*/ -2052 w 77617"/>
                    <a:gd name="csY3" fmla="*/ 105735 h 130368"/>
                    <a:gd name="csX4" fmla="*/ -2052 w 77617"/>
                    <a:gd name="csY4" fmla="*/ 121801 h 130368"/>
                    <a:gd name="csX5" fmla="*/ 29129 w 77617"/>
                    <a:gd name="csY5" fmla="*/ 128087 h 130368"/>
                    <a:gd name="csX6" fmla="*/ 46759 w 77617"/>
                    <a:gd name="csY6" fmla="*/ 128087 h 130368"/>
                    <a:gd name="csX7" fmla="*/ 46759 w 77617"/>
                    <a:gd name="csY7" fmla="*/ 12555 h 130368"/>
                    <a:gd name="csX8" fmla="*/ 75566 w 77617"/>
                    <a:gd name="csY8" fmla="*/ 12555 h 130368"/>
                    <a:gd name="csX9" fmla="*/ 75566 w 77617"/>
                    <a:gd name="csY9" fmla="*/ -2281 h 130368"/>
                    <a:gd name="csX10" fmla="*/ 491 w 77617"/>
                    <a:gd name="csY10" fmla="*/ -2281 h 130368"/>
                    <a:gd name="csX11" fmla="*/ 491 w 77617"/>
                    <a:gd name="csY11" fmla="*/ 12555 h 1303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7617" h="130368">
                      <a:moveTo>
                        <a:pt x="491" y="12555"/>
                      </a:moveTo>
                      <a:lnTo>
                        <a:pt x="29297" y="12555"/>
                      </a:lnTo>
                      <a:lnTo>
                        <a:pt x="29297" y="112022"/>
                      </a:lnTo>
                      <a:lnTo>
                        <a:pt x="-2052" y="105735"/>
                      </a:lnTo>
                      <a:lnTo>
                        <a:pt x="-2052" y="121801"/>
                      </a:lnTo>
                      <a:lnTo>
                        <a:pt x="29129" y="128087"/>
                      </a:lnTo>
                      <a:lnTo>
                        <a:pt x="46759" y="128087"/>
                      </a:lnTo>
                      <a:lnTo>
                        <a:pt x="46759" y="12555"/>
                      </a:lnTo>
                      <a:lnTo>
                        <a:pt x="75566" y="12555"/>
                      </a:lnTo>
                      <a:lnTo>
                        <a:pt x="75566" y="-2281"/>
                      </a:lnTo>
                      <a:lnTo>
                        <a:pt x="491" y="-2281"/>
                      </a:lnTo>
                      <a:lnTo>
                        <a:pt x="491" y="12555"/>
                      </a:lnTo>
                      <a:close/>
                    </a:path>
                  </a:pathLst>
                </a:custGeom>
                <a:solidFill>
                  <a:srgbClr val="262626"/>
                </a:solidFill>
                <a:ln w="28" cap="flat">
                  <a:noFill/>
                  <a:prstDash val="solid"/>
                  <a:round/>
                </a:ln>
              </p:spPr>
              <p:txBody>
                <a:bodyPr/>
                <a:lstStyle/>
                <a:p>
                  <a:endParaRPr lang="en-US"/>
                </a:p>
              </p:txBody>
            </p:sp>
            <p:sp>
              <p:nvSpPr>
                <p:cNvPr id="4069" name="Freeform: Shape 4068">
                  <a:extLst>
                    <a:ext uri="{FF2B5EF4-FFF2-40B4-BE49-F238E27FC236}">
                      <a16:creationId xmlns:a16="http://schemas.microsoft.com/office/drawing/2014/main" id="{470DAF61-72E3-3898-99B0-AD2C4E28E923}"/>
                    </a:ext>
                  </a:extLst>
                </p:cNvPr>
                <p:cNvSpPr/>
                <p:nvPr/>
              </p:nvSpPr>
              <p:spPr>
                <a:xfrm flipV="1">
                  <a:off x="2865121" y="1339900"/>
                  <a:ext cx="90106" cy="135257"/>
                </a:xfrm>
                <a:custGeom>
                  <a:avLst/>
                  <a:gdLst>
                    <a:gd name="csX0" fmla="*/ 43054 w 90106"/>
                    <a:gd name="csY0" fmla="*/ 119010 h 135257"/>
                    <a:gd name="csX1" fmla="*/ 22574 w 90106"/>
                    <a:gd name="csY1" fmla="*/ 105599 h 135257"/>
                    <a:gd name="csX2" fmla="*/ 15729 w 90106"/>
                    <a:gd name="csY2" fmla="*/ 65310 h 135257"/>
                    <a:gd name="csX3" fmla="*/ 22574 w 90106"/>
                    <a:gd name="csY3" fmla="*/ 25104 h 135257"/>
                    <a:gd name="csX4" fmla="*/ 43054 w 90106"/>
                    <a:gd name="csY4" fmla="*/ 11693 h 135257"/>
                    <a:gd name="csX5" fmla="*/ 63618 w 90106"/>
                    <a:gd name="csY5" fmla="*/ 25104 h 135257"/>
                    <a:gd name="csX6" fmla="*/ 70491 w 90106"/>
                    <a:gd name="csY6" fmla="*/ 65310 h 135257"/>
                    <a:gd name="csX7" fmla="*/ 63618 w 90106"/>
                    <a:gd name="csY7" fmla="*/ 105599 h 135257"/>
                    <a:gd name="csX8" fmla="*/ 43054 w 90106"/>
                    <a:gd name="csY8" fmla="*/ 119010 h 135257"/>
                    <a:gd name="csX9" fmla="*/ 43054 w 90106"/>
                    <a:gd name="csY9" fmla="*/ 132980 h 135257"/>
                    <a:gd name="csX10" fmla="*/ 76554 w 90106"/>
                    <a:gd name="csY10" fmla="*/ 115630 h 135257"/>
                    <a:gd name="csX11" fmla="*/ 88121 w 90106"/>
                    <a:gd name="csY11" fmla="*/ 65310 h 135257"/>
                    <a:gd name="csX12" fmla="*/ 76554 w 90106"/>
                    <a:gd name="csY12" fmla="*/ 15046 h 135257"/>
                    <a:gd name="csX13" fmla="*/ 43054 w 90106"/>
                    <a:gd name="csY13" fmla="*/ -2277 h 135257"/>
                    <a:gd name="csX14" fmla="*/ 9582 w 90106"/>
                    <a:gd name="csY14" fmla="*/ 15046 h 135257"/>
                    <a:gd name="csX15" fmla="*/ -1985 w 90106"/>
                    <a:gd name="csY15" fmla="*/ 65310 h 135257"/>
                    <a:gd name="csX16" fmla="*/ 9582 w 90106"/>
                    <a:gd name="csY16" fmla="*/ 115630 h 135257"/>
                    <a:gd name="csX17" fmla="*/ 43054 w 90106"/>
                    <a:gd name="csY17" fmla="*/ 132980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0106" h="135257">
                      <a:moveTo>
                        <a:pt x="43054" y="119010"/>
                      </a:moveTo>
                      <a:cubicBezTo>
                        <a:pt x="33983" y="119010"/>
                        <a:pt x="27156" y="114540"/>
                        <a:pt x="22574" y="105599"/>
                      </a:cubicBezTo>
                      <a:cubicBezTo>
                        <a:pt x="18010" y="96677"/>
                        <a:pt x="15729" y="83247"/>
                        <a:pt x="15729" y="65310"/>
                      </a:cubicBezTo>
                      <a:cubicBezTo>
                        <a:pt x="15729" y="47447"/>
                        <a:pt x="18010" y="34045"/>
                        <a:pt x="22574" y="25104"/>
                      </a:cubicBezTo>
                      <a:cubicBezTo>
                        <a:pt x="27156" y="16163"/>
                        <a:pt x="33983" y="11693"/>
                        <a:pt x="43054" y="11693"/>
                      </a:cubicBezTo>
                      <a:cubicBezTo>
                        <a:pt x="52200" y="11693"/>
                        <a:pt x="59054" y="16163"/>
                        <a:pt x="63618" y="25104"/>
                      </a:cubicBezTo>
                      <a:cubicBezTo>
                        <a:pt x="68200" y="34045"/>
                        <a:pt x="70491" y="47447"/>
                        <a:pt x="70491" y="65310"/>
                      </a:cubicBezTo>
                      <a:cubicBezTo>
                        <a:pt x="70491" y="83247"/>
                        <a:pt x="68200" y="96677"/>
                        <a:pt x="63618" y="105599"/>
                      </a:cubicBezTo>
                      <a:cubicBezTo>
                        <a:pt x="59054" y="114540"/>
                        <a:pt x="52200" y="119010"/>
                        <a:pt x="43054" y="119010"/>
                      </a:cubicBezTo>
                      <a:close/>
                      <a:moveTo>
                        <a:pt x="43054" y="132980"/>
                      </a:moveTo>
                      <a:cubicBezTo>
                        <a:pt x="57676" y="132980"/>
                        <a:pt x="68843" y="127197"/>
                        <a:pt x="76554" y="115630"/>
                      </a:cubicBezTo>
                      <a:cubicBezTo>
                        <a:pt x="84265" y="104081"/>
                        <a:pt x="88121" y="87308"/>
                        <a:pt x="88121" y="65310"/>
                      </a:cubicBezTo>
                      <a:cubicBezTo>
                        <a:pt x="88121" y="43367"/>
                        <a:pt x="84265" y="26613"/>
                        <a:pt x="76554" y="15046"/>
                      </a:cubicBezTo>
                      <a:cubicBezTo>
                        <a:pt x="68843" y="3497"/>
                        <a:pt x="57676" y="-2277"/>
                        <a:pt x="43054" y="-2277"/>
                      </a:cubicBezTo>
                      <a:cubicBezTo>
                        <a:pt x="28451" y="-2277"/>
                        <a:pt x="17293" y="3497"/>
                        <a:pt x="9582" y="15046"/>
                      </a:cubicBezTo>
                      <a:cubicBezTo>
                        <a:pt x="1870" y="26613"/>
                        <a:pt x="-1985" y="43367"/>
                        <a:pt x="-1985" y="65310"/>
                      </a:cubicBezTo>
                      <a:cubicBezTo>
                        <a:pt x="-1985" y="87308"/>
                        <a:pt x="1870" y="104081"/>
                        <a:pt x="9582" y="115630"/>
                      </a:cubicBezTo>
                      <a:cubicBezTo>
                        <a:pt x="17293" y="127197"/>
                        <a:pt x="28451" y="132980"/>
                        <a:pt x="43054" y="132980"/>
                      </a:cubicBezTo>
                      <a:close/>
                    </a:path>
                  </a:pathLst>
                </a:custGeom>
                <a:solidFill>
                  <a:srgbClr val="262626"/>
                </a:solidFill>
                <a:ln w="28" cap="flat">
                  <a:noFill/>
                  <a:prstDash val="solid"/>
                  <a:round/>
                </a:ln>
              </p:spPr>
              <p:txBody>
                <a:bodyPr/>
                <a:lstStyle/>
                <a:p>
                  <a:endParaRPr lang="en-US"/>
                </a:p>
              </p:txBody>
            </p:sp>
            <p:sp>
              <p:nvSpPr>
                <p:cNvPr id="4070" name="Freeform: Shape 4069">
                  <a:extLst>
                    <a:ext uri="{FF2B5EF4-FFF2-40B4-BE49-F238E27FC236}">
                      <a16:creationId xmlns:a16="http://schemas.microsoft.com/office/drawing/2014/main" id="{516238A4-6228-7D92-9873-BAFC0C588F7A}"/>
                    </a:ext>
                  </a:extLst>
                </p:cNvPr>
                <p:cNvSpPr/>
                <p:nvPr/>
              </p:nvSpPr>
              <p:spPr>
                <a:xfrm flipV="1">
                  <a:off x="2978889" y="1339900"/>
                  <a:ext cx="90106" cy="135257"/>
                </a:xfrm>
                <a:custGeom>
                  <a:avLst/>
                  <a:gdLst>
                    <a:gd name="csX0" fmla="*/ 43063 w 90106"/>
                    <a:gd name="csY0" fmla="*/ 119010 h 135257"/>
                    <a:gd name="csX1" fmla="*/ 22583 w 90106"/>
                    <a:gd name="csY1" fmla="*/ 105599 h 135257"/>
                    <a:gd name="csX2" fmla="*/ 15738 w 90106"/>
                    <a:gd name="csY2" fmla="*/ 65310 h 135257"/>
                    <a:gd name="csX3" fmla="*/ 22583 w 90106"/>
                    <a:gd name="csY3" fmla="*/ 25104 h 135257"/>
                    <a:gd name="csX4" fmla="*/ 43063 w 90106"/>
                    <a:gd name="csY4" fmla="*/ 11693 h 135257"/>
                    <a:gd name="csX5" fmla="*/ 63627 w 90106"/>
                    <a:gd name="csY5" fmla="*/ 25104 h 135257"/>
                    <a:gd name="csX6" fmla="*/ 70500 w 90106"/>
                    <a:gd name="csY6" fmla="*/ 65310 h 135257"/>
                    <a:gd name="csX7" fmla="*/ 63627 w 90106"/>
                    <a:gd name="csY7" fmla="*/ 105599 h 135257"/>
                    <a:gd name="csX8" fmla="*/ 43063 w 90106"/>
                    <a:gd name="csY8" fmla="*/ 119010 h 135257"/>
                    <a:gd name="csX9" fmla="*/ 43063 w 90106"/>
                    <a:gd name="csY9" fmla="*/ 132980 h 135257"/>
                    <a:gd name="csX10" fmla="*/ 76563 w 90106"/>
                    <a:gd name="csY10" fmla="*/ 115630 h 135257"/>
                    <a:gd name="csX11" fmla="*/ 88130 w 90106"/>
                    <a:gd name="csY11" fmla="*/ 65310 h 135257"/>
                    <a:gd name="csX12" fmla="*/ 76563 w 90106"/>
                    <a:gd name="csY12" fmla="*/ 15046 h 135257"/>
                    <a:gd name="csX13" fmla="*/ 43063 w 90106"/>
                    <a:gd name="csY13" fmla="*/ -2277 h 135257"/>
                    <a:gd name="csX14" fmla="*/ 9591 w 90106"/>
                    <a:gd name="csY14" fmla="*/ 15046 h 135257"/>
                    <a:gd name="csX15" fmla="*/ -1976 w 90106"/>
                    <a:gd name="csY15" fmla="*/ 65310 h 135257"/>
                    <a:gd name="csX16" fmla="*/ 9591 w 90106"/>
                    <a:gd name="csY16" fmla="*/ 115630 h 135257"/>
                    <a:gd name="csX17" fmla="*/ 43063 w 90106"/>
                    <a:gd name="csY17" fmla="*/ 132980 h 13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0106" h="135257">
                      <a:moveTo>
                        <a:pt x="43063" y="119010"/>
                      </a:moveTo>
                      <a:cubicBezTo>
                        <a:pt x="33992" y="119010"/>
                        <a:pt x="27165" y="114540"/>
                        <a:pt x="22583" y="105599"/>
                      </a:cubicBezTo>
                      <a:cubicBezTo>
                        <a:pt x="18019" y="96677"/>
                        <a:pt x="15738" y="83247"/>
                        <a:pt x="15738" y="65310"/>
                      </a:cubicBezTo>
                      <a:cubicBezTo>
                        <a:pt x="15738" y="47447"/>
                        <a:pt x="18019" y="34045"/>
                        <a:pt x="22583" y="25104"/>
                      </a:cubicBezTo>
                      <a:cubicBezTo>
                        <a:pt x="27165" y="16163"/>
                        <a:pt x="33992" y="11693"/>
                        <a:pt x="43063" y="11693"/>
                      </a:cubicBezTo>
                      <a:cubicBezTo>
                        <a:pt x="52209" y="11693"/>
                        <a:pt x="59063" y="16163"/>
                        <a:pt x="63627" y="25104"/>
                      </a:cubicBezTo>
                      <a:cubicBezTo>
                        <a:pt x="68209" y="34045"/>
                        <a:pt x="70500" y="47447"/>
                        <a:pt x="70500" y="65310"/>
                      </a:cubicBezTo>
                      <a:cubicBezTo>
                        <a:pt x="70500" y="83247"/>
                        <a:pt x="68209" y="96677"/>
                        <a:pt x="63627" y="105599"/>
                      </a:cubicBezTo>
                      <a:cubicBezTo>
                        <a:pt x="59063" y="114540"/>
                        <a:pt x="52209" y="119010"/>
                        <a:pt x="43063" y="119010"/>
                      </a:cubicBezTo>
                      <a:close/>
                      <a:moveTo>
                        <a:pt x="43063" y="132980"/>
                      </a:moveTo>
                      <a:cubicBezTo>
                        <a:pt x="57685" y="132980"/>
                        <a:pt x="68852" y="127197"/>
                        <a:pt x="76563" y="115630"/>
                      </a:cubicBezTo>
                      <a:cubicBezTo>
                        <a:pt x="84274" y="104081"/>
                        <a:pt x="88130" y="87308"/>
                        <a:pt x="88130" y="65310"/>
                      </a:cubicBezTo>
                      <a:cubicBezTo>
                        <a:pt x="88130" y="43367"/>
                        <a:pt x="84274" y="26613"/>
                        <a:pt x="76563" y="15046"/>
                      </a:cubicBezTo>
                      <a:cubicBezTo>
                        <a:pt x="68852" y="3497"/>
                        <a:pt x="57685" y="-2277"/>
                        <a:pt x="43063" y="-2277"/>
                      </a:cubicBezTo>
                      <a:cubicBezTo>
                        <a:pt x="28460" y="-2277"/>
                        <a:pt x="17302" y="3497"/>
                        <a:pt x="9591" y="15046"/>
                      </a:cubicBezTo>
                      <a:cubicBezTo>
                        <a:pt x="1879" y="26613"/>
                        <a:pt x="-1976" y="43367"/>
                        <a:pt x="-1976" y="65310"/>
                      </a:cubicBezTo>
                      <a:cubicBezTo>
                        <a:pt x="-1976" y="87308"/>
                        <a:pt x="1879" y="104081"/>
                        <a:pt x="9591" y="115630"/>
                      </a:cubicBezTo>
                      <a:cubicBezTo>
                        <a:pt x="17302" y="127197"/>
                        <a:pt x="28460" y="132980"/>
                        <a:pt x="43063" y="132980"/>
                      </a:cubicBezTo>
                      <a:close/>
                    </a:path>
                  </a:pathLst>
                </a:custGeom>
                <a:solidFill>
                  <a:srgbClr val="262626"/>
                </a:solidFill>
                <a:ln w="28" cap="flat">
                  <a:noFill/>
                  <a:prstDash val="solid"/>
                  <a:round/>
                </a:ln>
              </p:spPr>
              <p:txBody>
                <a:bodyPr/>
                <a:lstStyle/>
                <a:p>
                  <a:endParaRPr lang="en-US"/>
                </a:p>
              </p:txBody>
            </p:sp>
          </p:grpSp>
        </p:grpSp>
        <p:grpSp>
          <p:nvGrpSpPr>
            <p:cNvPr id="4054" name="Graphic 4">
              <a:extLst>
                <a:ext uri="{FF2B5EF4-FFF2-40B4-BE49-F238E27FC236}">
                  <a16:creationId xmlns:a16="http://schemas.microsoft.com/office/drawing/2014/main" id="{3971E2BC-5369-5881-AFE9-C606A8A8C3F8}"/>
                </a:ext>
              </a:extLst>
            </p:cNvPr>
            <p:cNvGrpSpPr/>
            <p:nvPr/>
          </p:nvGrpSpPr>
          <p:grpSpPr>
            <a:xfrm>
              <a:off x="2499969" y="1933066"/>
              <a:ext cx="150997" cy="988420"/>
              <a:chOff x="2499969" y="1933066"/>
              <a:chExt cx="150997" cy="988420"/>
            </a:xfrm>
            <a:solidFill>
              <a:srgbClr val="262626"/>
            </a:solidFill>
          </p:grpSpPr>
          <p:sp>
            <p:nvSpPr>
              <p:cNvPr id="4055" name="Freeform: Shape 4054">
                <a:extLst>
                  <a:ext uri="{FF2B5EF4-FFF2-40B4-BE49-F238E27FC236}">
                    <a16:creationId xmlns:a16="http://schemas.microsoft.com/office/drawing/2014/main" id="{C2F40D06-3575-7F00-CBD7-6CC642BE6066}"/>
                  </a:ext>
                </a:extLst>
              </p:cNvPr>
              <p:cNvSpPr/>
              <p:nvPr/>
            </p:nvSpPr>
            <p:spPr>
              <a:xfrm rot="-5400000" flipV="1">
                <a:off x="2516931" y="2790225"/>
                <a:ext cx="120304" cy="142219"/>
              </a:xfrm>
              <a:custGeom>
                <a:avLst/>
                <a:gdLst>
                  <a:gd name="csX0" fmla="*/ -1932 w 120304"/>
                  <a:gd name="csY0" fmla="*/ 140053 h 142219"/>
                  <a:gd name="csX1" fmla="*/ 118373 w 120304"/>
                  <a:gd name="csY1" fmla="*/ 140053 h 142219"/>
                  <a:gd name="csX2" fmla="*/ 118373 w 120304"/>
                  <a:gd name="csY2" fmla="*/ 123838 h 142219"/>
                  <a:gd name="csX3" fmla="*/ 67898 w 120304"/>
                  <a:gd name="csY3" fmla="*/ 123838 h 142219"/>
                  <a:gd name="csX4" fmla="*/ 67898 w 120304"/>
                  <a:gd name="csY4" fmla="*/ -2166 h 142219"/>
                  <a:gd name="csX5" fmla="*/ 48574 w 120304"/>
                  <a:gd name="csY5" fmla="*/ -2166 h 142219"/>
                  <a:gd name="csX6" fmla="*/ 48574 w 120304"/>
                  <a:gd name="csY6" fmla="*/ 123838 h 142219"/>
                  <a:gd name="csX7" fmla="*/ -1932 w 120304"/>
                  <a:gd name="csY7" fmla="*/ 123838 h 142219"/>
                  <a:gd name="csX8" fmla="*/ -1932 w 120304"/>
                  <a:gd name="csY8" fmla="*/ 140053 h 1422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0304" h="142219">
                    <a:moveTo>
                      <a:pt x="-1932" y="140053"/>
                    </a:moveTo>
                    <a:lnTo>
                      <a:pt x="118373" y="140053"/>
                    </a:lnTo>
                    <a:lnTo>
                      <a:pt x="118373" y="123838"/>
                    </a:lnTo>
                    <a:lnTo>
                      <a:pt x="67898" y="123838"/>
                    </a:lnTo>
                    <a:lnTo>
                      <a:pt x="67898" y="-2166"/>
                    </a:lnTo>
                    <a:lnTo>
                      <a:pt x="48574" y="-2166"/>
                    </a:lnTo>
                    <a:lnTo>
                      <a:pt x="48574" y="123838"/>
                    </a:lnTo>
                    <a:lnTo>
                      <a:pt x="-1932" y="123838"/>
                    </a:lnTo>
                    <a:lnTo>
                      <a:pt x="-1932" y="140053"/>
                    </a:lnTo>
                    <a:close/>
                  </a:path>
                </a:pathLst>
              </a:custGeom>
              <a:solidFill>
                <a:srgbClr val="262626"/>
              </a:solidFill>
              <a:ln w="30" cap="flat">
                <a:noFill/>
                <a:prstDash val="solid"/>
                <a:round/>
              </a:ln>
            </p:spPr>
            <p:txBody>
              <a:bodyPr/>
              <a:lstStyle/>
              <a:p>
                <a:endParaRPr lang="en-US"/>
              </a:p>
            </p:txBody>
          </p:sp>
          <p:sp>
            <p:nvSpPr>
              <p:cNvPr id="4056" name="Freeform: Shape 4055">
                <a:extLst>
                  <a:ext uri="{FF2B5EF4-FFF2-40B4-BE49-F238E27FC236}">
                    <a16:creationId xmlns:a16="http://schemas.microsoft.com/office/drawing/2014/main" id="{9E14EE01-31D8-478D-9920-860B7765CB1F}"/>
                  </a:ext>
                </a:extLst>
              </p:cNvPr>
              <p:cNvSpPr/>
              <p:nvPr/>
            </p:nvSpPr>
            <p:spPr>
              <a:xfrm rot="-5400000" flipV="1">
                <a:off x="2562331" y="2726952"/>
                <a:ext cx="62484" cy="109240"/>
              </a:xfrm>
              <a:custGeom>
                <a:avLst/>
                <a:gdLst>
                  <a:gd name="csX0" fmla="*/ 60902 w 62484"/>
                  <a:gd name="csY0" fmla="*/ 88681 h 109240"/>
                  <a:gd name="csX1" fmla="*/ 54471 w 62484"/>
                  <a:gd name="csY1" fmla="*/ 91180 h 109240"/>
                  <a:gd name="csX2" fmla="*/ 46820 w 62484"/>
                  <a:gd name="csY2" fmla="*/ 92003 h 109240"/>
                  <a:gd name="csX3" fmla="*/ 23991 w 62484"/>
                  <a:gd name="csY3" fmla="*/ 82341 h 109240"/>
                  <a:gd name="csX4" fmla="*/ 16036 w 62484"/>
                  <a:gd name="csY4" fmla="*/ 54574 h 109240"/>
                  <a:gd name="csX5" fmla="*/ 16036 w 62484"/>
                  <a:gd name="csY5" fmla="*/ -1631 h 109240"/>
                  <a:gd name="csX6" fmla="*/ -1582 w 62484"/>
                  <a:gd name="csY6" fmla="*/ -1631 h 109240"/>
                  <a:gd name="csX7" fmla="*/ -1582 w 62484"/>
                  <a:gd name="csY7" fmla="*/ 105049 h 109240"/>
                  <a:gd name="csX8" fmla="*/ 16036 w 62484"/>
                  <a:gd name="csY8" fmla="*/ 105049 h 109240"/>
                  <a:gd name="csX9" fmla="*/ 16036 w 62484"/>
                  <a:gd name="csY9" fmla="*/ 88467 h 109240"/>
                  <a:gd name="csX10" fmla="*/ 30422 w 62484"/>
                  <a:gd name="csY10" fmla="*/ 102884 h 109240"/>
                  <a:gd name="csX11" fmla="*/ 51972 w 62484"/>
                  <a:gd name="csY11" fmla="*/ 107609 h 109240"/>
                  <a:gd name="csX12" fmla="*/ 55964 w 62484"/>
                  <a:gd name="csY12" fmla="*/ 107365 h 109240"/>
                  <a:gd name="csX13" fmla="*/ 60811 w 62484"/>
                  <a:gd name="csY13" fmla="*/ 106664 h 109240"/>
                  <a:gd name="csX14" fmla="*/ 60902 w 62484"/>
                  <a:gd name="csY14" fmla="*/ 88681 h 1092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2484" h="109240">
                    <a:moveTo>
                      <a:pt x="60902" y="88681"/>
                    </a:moveTo>
                    <a:cubicBezTo>
                      <a:pt x="58931" y="89819"/>
                      <a:pt x="56787" y="90652"/>
                      <a:pt x="54471" y="91180"/>
                    </a:cubicBezTo>
                    <a:cubicBezTo>
                      <a:pt x="52154" y="91729"/>
                      <a:pt x="49604" y="92003"/>
                      <a:pt x="46820" y="92003"/>
                    </a:cubicBezTo>
                    <a:cubicBezTo>
                      <a:pt x="36904" y="92003"/>
                      <a:pt x="29294" y="88782"/>
                      <a:pt x="23991" y="82341"/>
                    </a:cubicBezTo>
                    <a:cubicBezTo>
                      <a:pt x="18687" y="75899"/>
                      <a:pt x="16036" y="66644"/>
                      <a:pt x="16036" y="54574"/>
                    </a:cubicBezTo>
                    <a:lnTo>
                      <a:pt x="16036" y="-1631"/>
                    </a:lnTo>
                    <a:lnTo>
                      <a:pt x="-1582" y="-1631"/>
                    </a:lnTo>
                    <a:lnTo>
                      <a:pt x="-1582" y="105049"/>
                    </a:lnTo>
                    <a:lnTo>
                      <a:pt x="16036" y="105049"/>
                    </a:lnTo>
                    <a:lnTo>
                      <a:pt x="16036" y="88467"/>
                    </a:lnTo>
                    <a:cubicBezTo>
                      <a:pt x="19734" y="94949"/>
                      <a:pt x="24529" y="99755"/>
                      <a:pt x="30422" y="102884"/>
                    </a:cubicBezTo>
                    <a:cubicBezTo>
                      <a:pt x="36335" y="106034"/>
                      <a:pt x="43518" y="107609"/>
                      <a:pt x="51972" y="107609"/>
                    </a:cubicBezTo>
                    <a:cubicBezTo>
                      <a:pt x="53170" y="107609"/>
                      <a:pt x="54501" y="107528"/>
                      <a:pt x="55964" y="107365"/>
                    </a:cubicBezTo>
                    <a:cubicBezTo>
                      <a:pt x="57428" y="107223"/>
                      <a:pt x="59043" y="106989"/>
                      <a:pt x="60811" y="106664"/>
                    </a:cubicBezTo>
                    <a:lnTo>
                      <a:pt x="60902" y="88681"/>
                    </a:lnTo>
                    <a:close/>
                  </a:path>
                </a:pathLst>
              </a:custGeom>
              <a:solidFill>
                <a:srgbClr val="262626"/>
              </a:solidFill>
              <a:ln w="30" cap="flat">
                <a:noFill/>
                <a:prstDash val="solid"/>
                <a:round/>
              </a:ln>
            </p:spPr>
            <p:txBody>
              <a:bodyPr/>
              <a:lstStyle/>
              <a:p>
                <a:endParaRPr lang="en-US"/>
              </a:p>
            </p:txBody>
          </p:sp>
          <p:sp>
            <p:nvSpPr>
              <p:cNvPr id="4057" name="Freeform: Shape 4056">
                <a:extLst>
                  <a:ext uri="{FF2B5EF4-FFF2-40B4-BE49-F238E27FC236}">
                    <a16:creationId xmlns:a16="http://schemas.microsoft.com/office/drawing/2014/main" id="{56A91EFE-3007-0E30-72A1-2C69F0683AEE}"/>
                  </a:ext>
                </a:extLst>
              </p:cNvPr>
              <p:cNvSpPr/>
              <p:nvPr/>
            </p:nvSpPr>
            <p:spPr>
              <a:xfrm rot="-5400000" flipV="1">
                <a:off x="2565318" y="2649068"/>
                <a:ext cx="17526" cy="148224"/>
              </a:xfrm>
              <a:custGeom>
                <a:avLst/>
                <a:gdLst>
                  <a:gd name="csX0" fmla="*/ -868 w 17526"/>
                  <a:gd name="csY0" fmla="*/ 104404 h 148224"/>
                  <a:gd name="csX1" fmla="*/ 16658 w 17526"/>
                  <a:gd name="csY1" fmla="*/ 104404 h 148224"/>
                  <a:gd name="csX2" fmla="*/ 16658 w 17526"/>
                  <a:gd name="csY2" fmla="*/ -2276 h 148224"/>
                  <a:gd name="csX3" fmla="*/ -868 w 17526"/>
                  <a:gd name="csY3" fmla="*/ -2276 h 148224"/>
                  <a:gd name="csX4" fmla="*/ -868 w 17526"/>
                  <a:gd name="csY4" fmla="*/ 104404 h 148224"/>
                  <a:gd name="csX5" fmla="*/ -868 w 17526"/>
                  <a:gd name="csY5" fmla="*/ 145949 h 148224"/>
                  <a:gd name="csX6" fmla="*/ 16658 w 17526"/>
                  <a:gd name="csY6" fmla="*/ 145949 h 148224"/>
                  <a:gd name="csX7" fmla="*/ 16658 w 17526"/>
                  <a:gd name="csY7" fmla="*/ 123729 h 148224"/>
                  <a:gd name="csX8" fmla="*/ -868 w 17526"/>
                  <a:gd name="csY8" fmla="*/ 123729 h 148224"/>
                  <a:gd name="csX9" fmla="*/ -868 w 17526"/>
                  <a:gd name="csY9" fmla="*/ 145949 h 1482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526" h="148224">
                    <a:moveTo>
                      <a:pt x="-868" y="104404"/>
                    </a:moveTo>
                    <a:lnTo>
                      <a:pt x="16658" y="104404"/>
                    </a:lnTo>
                    <a:lnTo>
                      <a:pt x="16658" y="-2276"/>
                    </a:lnTo>
                    <a:lnTo>
                      <a:pt x="-868" y="-2276"/>
                    </a:lnTo>
                    <a:lnTo>
                      <a:pt x="-868" y="104404"/>
                    </a:lnTo>
                    <a:close/>
                    <a:moveTo>
                      <a:pt x="-868" y="145949"/>
                    </a:moveTo>
                    <a:lnTo>
                      <a:pt x="16658" y="145949"/>
                    </a:lnTo>
                    <a:lnTo>
                      <a:pt x="16658" y="123729"/>
                    </a:lnTo>
                    <a:lnTo>
                      <a:pt x="-868" y="123729"/>
                    </a:lnTo>
                    <a:lnTo>
                      <a:pt x="-868" y="145949"/>
                    </a:lnTo>
                    <a:close/>
                  </a:path>
                </a:pathLst>
              </a:custGeom>
              <a:solidFill>
                <a:srgbClr val="262626"/>
              </a:solidFill>
              <a:ln w="30" cap="flat">
                <a:noFill/>
                <a:prstDash val="solid"/>
                <a:round/>
              </a:ln>
            </p:spPr>
            <p:txBody>
              <a:bodyPr/>
              <a:lstStyle/>
              <a:p>
                <a:endParaRPr lang="en-US"/>
              </a:p>
            </p:txBody>
          </p:sp>
          <p:sp>
            <p:nvSpPr>
              <p:cNvPr id="4058" name="Freeform: Shape 4057">
                <a:extLst>
                  <a:ext uri="{FF2B5EF4-FFF2-40B4-BE49-F238E27FC236}">
                    <a16:creationId xmlns:a16="http://schemas.microsoft.com/office/drawing/2014/main" id="{F1460699-54DB-C32B-C6F0-84AE9EE45888}"/>
                  </a:ext>
                </a:extLst>
              </p:cNvPr>
              <p:cNvSpPr/>
              <p:nvPr/>
            </p:nvSpPr>
            <p:spPr>
              <a:xfrm rot="-5400000" flipV="1">
                <a:off x="2549895" y="2583350"/>
                <a:ext cx="90129" cy="112014"/>
              </a:xfrm>
              <a:custGeom>
                <a:avLst/>
                <a:gdLst>
                  <a:gd name="csX0" fmla="*/ 53331 w 90129"/>
                  <a:gd name="csY0" fmla="*/ 54791 h 112014"/>
                  <a:gd name="csX1" fmla="*/ 23887 w 90129"/>
                  <a:gd name="csY1" fmla="*/ 49945 h 112014"/>
                  <a:gd name="csX2" fmla="*/ 15688 w 90129"/>
                  <a:gd name="csY2" fmla="*/ 33363 h 112014"/>
                  <a:gd name="csX3" fmla="*/ 21845 w 90129"/>
                  <a:gd name="csY3" fmla="*/ 18550 h 112014"/>
                  <a:gd name="csX4" fmla="*/ 38548 w 90129"/>
                  <a:gd name="csY4" fmla="*/ 13094 h 112014"/>
                  <a:gd name="csX5" fmla="*/ 61956 w 90129"/>
                  <a:gd name="csY5" fmla="*/ 23427 h 112014"/>
                  <a:gd name="csX6" fmla="*/ 70765 w 90129"/>
                  <a:gd name="csY6" fmla="*/ 50889 h 112014"/>
                  <a:gd name="csX7" fmla="*/ 70765 w 90129"/>
                  <a:gd name="csY7" fmla="*/ 54791 h 112014"/>
                  <a:gd name="csX8" fmla="*/ 53331 w 90129"/>
                  <a:gd name="csY8" fmla="*/ 54791 h 112014"/>
                  <a:gd name="csX9" fmla="*/ 88291 w 90129"/>
                  <a:gd name="csY9" fmla="*/ 62045 h 112014"/>
                  <a:gd name="csX10" fmla="*/ 88291 w 90129"/>
                  <a:gd name="csY10" fmla="*/ 1177 h 112014"/>
                  <a:gd name="csX11" fmla="*/ 70765 w 90129"/>
                  <a:gd name="csY11" fmla="*/ 1177 h 112014"/>
                  <a:gd name="csX12" fmla="*/ 70765 w 90129"/>
                  <a:gd name="csY12" fmla="*/ 17361 h 112014"/>
                  <a:gd name="csX13" fmla="*/ 55800 w 90129"/>
                  <a:gd name="csY13" fmla="*/ 3036 h 112014"/>
                  <a:gd name="csX14" fmla="*/ 33884 w 90129"/>
                  <a:gd name="csY14" fmla="*/ -1597 h 112014"/>
                  <a:gd name="csX15" fmla="*/ 7824 w 90129"/>
                  <a:gd name="csY15" fmla="*/ 7608 h 112014"/>
                  <a:gd name="csX16" fmla="*/ -1838 w 90129"/>
                  <a:gd name="csY16" fmla="*/ 32236 h 112014"/>
                  <a:gd name="csX17" fmla="*/ 10201 w 90129"/>
                  <a:gd name="csY17" fmla="*/ 59363 h 112014"/>
                  <a:gd name="csX18" fmla="*/ 46168 w 90129"/>
                  <a:gd name="csY18" fmla="*/ 68507 h 112014"/>
                  <a:gd name="csX19" fmla="*/ 70765 w 90129"/>
                  <a:gd name="csY19" fmla="*/ 68507 h 112014"/>
                  <a:gd name="csX20" fmla="*/ 70765 w 90129"/>
                  <a:gd name="csY20" fmla="*/ 70244 h 112014"/>
                  <a:gd name="csX21" fmla="*/ 62810 w 90129"/>
                  <a:gd name="csY21" fmla="*/ 88959 h 112014"/>
                  <a:gd name="csX22" fmla="*/ 40468 w 90129"/>
                  <a:gd name="csY22" fmla="*/ 95573 h 112014"/>
                  <a:gd name="csX23" fmla="*/ 22637 w 90129"/>
                  <a:gd name="csY23" fmla="*/ 93379 h 112014"/>
                  <a:gd name="csX24" fmla="*/ 5995 w 90129"/>
                  <a:gd name="csY24" fmla="*/ 86795 h 112014"/>
                  <a:gd name="csX25" fmla="*/ 5995 w 90129"/>
                  <a:gd name="csY25" fmla="*/ 103010 h 112014"/>
                  <a:gd name="csX26" fmla="*/ 24649 w 90129"/>
                  <a:gd name="csY26" fmla="*/ 108558 h 112014"/>
                  <a:gd name="csX27" fmla="*/ 42266 w 90129"/>
                  <a:gd name="csY27" fmla="*/ 110417 h 112014"/>
                  <a:gd name="csX28" fmla="*/ 76861 w 90129"/>
                  <a:gd name="csY28" fmla="*/ 98408 h 112014"/>
                  <a:gd name="csX29" fmla="*/ 88291 w 90129"/>
                  <a:gd name="csY29" fmla="*/ 62045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0129" h="112014">
                    <a:moveTo>
                      <a:pt x="53331" y="54791"/>
                    </a:moveTo>
                    <a:cubicBezTo>
                      <a:pt x="39168" y="54791"/>
                      <a:pt x="29353" y="53175"/>
                      <a:pt x="23887" y="49945"/>
                    </a:cubicBezTo>
                    <a:cubicBezTo>
                      <a:pt x="18421" y="46714"/>
                      <a:pt x="15688" y="41187"/>
                      <a:pt x="15688" y="33363"/>
                    </a:cubicBezTo>
                    <a:cubicBezTo>
                      <a:pt x="15688" y="27145"/>
                      <a:pt x="17740" y="22208"/>
                      <a:pt x="21845" y="18550"/>
                    </a:cubicBezTo>
                    <a:cubicBezTo>
                      <a:pt x="25949" y="14913"/>
                      <a:pt x="31517" y="13094"/>
                      <a:pt x="38548" y="13094"/>
                    </a:cubicBezTo>
                    <a:cubicBezTo>
                      <a:pt x="48281" y="13094"/>
                      <a:pt x="56084" y="16538"/>
                      <a:pt x="61956" y="23427"/>
                    </a:cubicBezTo>
                    <a:cubicBezTo>
                      <a:pt x="67829" y="30315"/>
                      <a:pt x="70765" y="39470"/>
                      <a:pt x="70765" y="50889"/>
                    </a:cubicBezTo>
                    <a:lnTo>
                      <a:pt x="70765" y="54791"/>
                    </a:lnTo>
                    <a:lnTo>
                      <a:pt x="53331" y="54791"/>
                    </a:lnTo>
                    <a:close/>
                    <a:moveTo>
                      <a:pt x="88291" y="62045"/>
                    </a:moveTo>
                    <a:lnTo>
                      <a:pt x="88291" y="1177"/>
                    </a:lnTo>
                    <a:lnTo>
                      <a:pt x="70765" y="1177"/>
                    </a:lnTo>
                    <a:lnTo>
                      <a:pt x="70765" y="17361"/>
                    </a:lnTo>
                    <a:cubicBezTo>
                      <a:pt x="66762" y="10900"/>
                      <a:pt x="61774" y="6124"/>
                      <a:pt x="55800" y="3036"/>
                    </a:cubicBezTo>
                    <a:cubicBezTo>
                      <a:pt x="49825" y="-53"/>
                      <a:pt x="42520" y="-1597"/>
                      <a:pt x="33884" y="-1597"/>
                    </a:cubicBezTo>
                    <a:cubicBezTo>
                      <a:pt x="22973" y="-1597"/>
                      <a:pt x="14286" y="1471"/>
                      <a:pt x="7824" y="7608"/>
                    </a:cubicBezTo>
                    <a:cubicBezTo>
                      <a:pt x="1383" y="13744"/>
                      <a:pt x="-1838" y="21954"/>
                      <a:pt x="-1838" y="32236"/>
                    </a:cubicBezTo>
                    <a:cubicBezTo>
                      <a:pt x="-1838" y="44224"/>
                      <a:pt x="2175" y="53267"/>
                      <a:pt x="10201" y="59363"/>
                    </a:cubicBezTo>
                    <a:cubicBezTo>
                      <a:pt x="18248" y="65459"/>
                      <a:pt x="30237" y="68507"/>
                      <a:pt x="46168" y="68507"/>
                    </a:cubicBezTo>
                    <a:lnTo>
                      <a:pt x="70765" y="68507"/>
                    </a:lnTo>
                    <a:lnTo>
                      <a:pt x="70765" y="70244"/>
                    </a:lnTo>
                    <a:cubicBezTo>
                      <a:pt x="70765" y="78311"/>
                      <a:pt x="68113" y="84549"/>
                      <a:pt x="62810" y="88959"/>
                    </a:cubicBezTo>
                    <a:cubicBezTo>
                      <a:pt x="57506" y="93368"/>
                      <a:pt x="50059" y="95573"/>
                      <a:pt x="40468" y="95573"/>
                    </a:cubicBezTo>
                    <a:cubicBezTo>
                      <a:pt x="34372" y="95573"/>
                      <a:pt x="28428" y="94842"/>
                      <a:pt x="22637" y="93379"/>
                    </a:cubicBezTo>
                    <a:cubicBezTo>
                      <a:pt x="16866" y="91915"/>
                      <a:pt x="11319" y="89721"/>
                      <a:pt x="5995" y="86795"/>
                    </a:cubicBezTo>
                    <a:lnTo>
                      <a:pt x="5995" y="103010"/>
                    </a:lnTo>
                    <a:cubicBezTo>
                      <a:pt x="12396" y="105489"/>
                      <a:pt x="18614" y="107338"/>
                      <a:pt x="24649" y="108558"/>
                    </a:cubicBezTo>
                    <a:cubicBezTo>
                      <a:pt x="30684" y="109797"/>
                      <a:pt x="36556" y="110417"/>
                      <a:pt x="42266" y="110417"/>
                    </a:cubicBezTo>
                    <a:cubicBezTo>
                      <a:pt x="57710" y="110417"/>
                      <a:pt x="69241" y="106414"/>
                      <a:pt x="76861" y="98408"/>
                    </a:cubicBezTo>
                    <a:cubicBezTo>
                      <a:pt x="84481" y="90422"/>
                      <a:pt x="88291" y="78301"/>
                      <a:pt x="88291" y="62045"/>
                    </a:cubicBezTo>
                    <a:close/>
                  </a:path>
                </a:pathLst>
              </a:custGeom>
              <a:solidFill>
                <a:srgbClr val="262626"/>
              </a:solidFill>
              <a:ln w="30" cap="flat">
                <a:noFill/>
                <a:prstDash val="solid"/>
                <a:round/>
              </a:ln>
            </p:spPr>
            <p:txBody>
              <a:bodyPr/>
              <a:lstStyle/>
              <a:p>
                <a:endParaRPr lang="en-US"/>
              </a:p>
            </p:txBody>
          </p:sp>
          <p:sp>
            <p:nvSpPr>
              <p:cNvPr id="4059" name="Freeform: Shape 4058">
                <a:extLst>
                  <a:ext uri="{FF2B5EF4-FFF2-40B4-BE49-F238E27FC236}">
                    <a16:creationId xmlns:a16="http://schemas.microsoft.com/office/drawing/2014/main" id="{00C69041-8F34-BDBB-E819-371EA0459A05}"/>
                  </a:ext>
                </a:extLst>
              </p:cNvPr>
              <p:cNvSpPr/>
              <p:nvPr/>
            </p:nvSpPr>
            <p:spPr>
              <a:xfrm rot="-5400000" flipV="1">
                <a:off x="2565318" y="2475332"/>
                <a:ext cx="17526" cy="148224"/>
              </a:xfrm>
              <a:custGeom>
                <a:avLst/>
                <a:gdLst>
                  <a:gd name="csX0" fmla="*/ -868 w 17526"/>
                  <a:gd name="csY0" fmla="*/ 145935 h 148224"/>
                  <a:gd name="csX1" fmla="*/ 16658 w 17526"/>
                  <a:gd name="csY1" fmla="*/ 145935 h 148224"/>
                  <a:gd name="csX2" fmla="*/ 16658 w 17526"/>
                  <a:gd name="csY2" fmla="*/ -2289 h 148224"/>
                  <a:gd name="csX3" fmla="*/ -868 w 17526"/>
                  <a:gd name="csY3" fmla="*/ -2289 h 148224"/>
                  <a:gd name="csX4" fmla="*/ -868 w 17526"/>
                  <a:gd name="csY4" fmla="*/ 145935 h 148224"/>
                </a:gdLst>
                <a:ahLst/>
                <a:cxnLst>
                  <a:cxn ang="0">
                    <a:pos x="csX0" y="csY0"/>
                  </a:cxn>
                  <a:cxn ang="0">
                    <a:pos x="csX1" y="csY1"/>
                  </a:cxn>
                  <a:cxn ang="0">
                    <a:pos x="csX2" y="csY2"/>
                  </a:cxn>
                  <a:cxn ang="0">
                    <a:pos x="csX3" y="csY3"/>
                  </a:cxn>
                  <a:cxn ang="0">
                    <a:pos x="csX4" y="csY4"/>
                  </a:cxn>
                </a:cxnLst>
                <a:rect l="l" t="t" r="r" b="b"/>
                <a:pathLst>
                  <a:path w="17526" h="148224">
                    <a:moveTo>
                      <a:pt x="-868" y="145935"/>
                    </a:moveTo>
                    <a:lnTo>
                      <a:pt x="16658" y="145935"/>
                    </a:lnTo>
                    <a:lnTo>
                      <a:pt x="16658" y="-2289"/>
                    </a:lnTo>
                    <a:lnTo>
                      <a:pt x="-868" y="-2289"/>
                    </a:lnTo>
                    <a:lnTo>
                      <a:pt x="-868" y="145935"/>
                    </a:lnTo>
                    <a:close/>
                  </a:path>
                </a:pathLst>
              </a:custGeom>
              <a:solidFill>
                <a:srgbClr val="262626"/>
              </a:solidFill>
              <a:ln w="30" cap="flat">
                <a:noFill/>
                <a:prstDash val="solid"/>
                <a:round/>
              </a:ln>
            </p:spPr>
            <p:txBody>
              <a:bodyPr/>
              <a:lstStyle/>
              <a:p>
                <a:endParaRPr lang="en-US"/>
              </a:p>
            </p:txBody>
          </p:sp>
          <p:sp>
            <p:nvSpPr>
              <p:cNvPr id="4060" name="Freeform: Shape 4059">
                <a:extLst>
                  <a:ext uri="{FF2B5EF4-FFF2-40B4-BE49-F238E27FC236}">
                    <a16:creationId xmlns:a16="http://schemas.microsoft.com/office/drawing/2014/main" id="{452EA6D3-6ADD-808F-9BC1-A25C8D0CE557}"/>
                  </a:ext>
                </a:extLst>
              </p:cNvPr>
              <p:cNvSpPr/>
              <p:nvPr/>
            </p:nvSpPr>
            <p:spPr>
              <a:xfrm rot="-5400000" flipV="1">
                <a:off x="2648193" y="2522390"/>
                <a:ext cx="12700" cy="12700"/>
              </a:xfrm>
              <a:custGeom>
                <a:avLst/>
                <a:gdLst/>
                <a:ahLst/>
                <a:cxnLst/>
                <a:rect l="l" t="t" r="r" b="b"/>
                <a:pathLst>
                  <a:path w="12700" h="12700"/>
                </a:pathLst>
              </a:custGeom>
              <a:solidFill>
                <a:srgbClr val="262626"/>
              </a:solidFill>
              <a:ln w="30" cap="flat">
                <a:noFill/>
                <a:prstDash val="solid"/>
                <a:round/>
              </a:ln>
            </p:spPr>
            <p:txBody>
              <a:bodyPr/>
              <a:lstStyle/>
              <a:p>
                <a:endParaRPr lang="en-US"/>
              </a:p>
            </p:txBody>
          </p:sp>
          <p:sp>
            <p:nvSpPr>
              <p:cNvPr id="4061" name="Freeform: Shape 4060">
                <a:extLst>
                  <a:ext uri="{FF2B5EF4-FFF2-40B4-BE49-F238E27FC236}">
                    <a16:creationId xmlns:a16="http://schemas.microsoft.com/office/drawing/2014/main" id="{17C35A15-2AE4-8F5E-09CC-C98A353C1BA6}"/>
                  </a:ext>
                </a:extLst>
              </p:cNvPr>
              <p:cNvSpPr/>
              <p:nvPr/>
            </p:nvSpPr>
            <p:spPr>
              <a:xfrm rot="-5400000" flipV="1">
                <a:off x="2565318" y="2359127"/>
                <a:ext cx="17526" cy="148224"/>
              </a:xfrm>
              <a:custGeom>
                <a:avLst/>
                <a:gdLst>
                  <a:gd name="csX0" fmla="*/ -868 w 17526"/>
                  <a:gd name="csY0" fmla="*/ 104382 h 148224"/>
                  <a:gd name="csX1" fmla="*/ 16658 w 17526"/>
                  <a:gd name="csY1" fmla="*/ 104382 h 148224"/>
                  <a:gd name="csX2" fmla="*/ 16658 w 17526"/>
                  <a:gd name="csY2" fmla="*/ -2298 h 148224"/>
                  <a:gd name="csX3" fmla="*/ -868 w 17526"/>
                  <a:gd name="csY3" fmla="*/ -2298 h 148224"/>
                  <a:gd name="csX4" fmla="*/ -868 w 17526"/>
                  <a:gd name="csY4" fmla="*/ 104382 h 148224"/>
                  <a:gd name="csX5" fmla="*/ -868 w 17526"/>
                  <a:gd name="csY5" fmla="*/ 145926 h 148224"/>
                  <a:gd name="csX6" fmla="*/ 16658 w 17526"/>
                  <a:gd name="csY6" fmla="*/ 145926 h 148224"/>
                  <a:gd name="csX7" fmla="*/ 16658 w 17526"/>
                  <a:gd name="csY7" fmla="*/ 123706 h 148224"/>
                  <a:gd name="csX8" fmla="*/ -868 w 17526"/>
                  <a:gd name="csY8" fmla="*/ 123706 h 148224"/>
                  <a:gd name="csX9" fmla="*/ -868 w 17526"/>
                  <a:gd name="csY9" fmla="*/ 145926 h 1482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526" h="148224">
                    <a:moveTo>
                      <a:pt x="-868" y="104382"/>
                    </a:moveTo>
                    <a:lnTo>
                      <a:pt x="16658" y="104382"/>
                    </a:lnTo>
                    <a:lnTo>
                      <a:pt x="16658" y="-2298"/>
                    </a:lnTo>
                    <a:lnTo>
                      <a:pt x="-868" y="-2298"/>
                    </a:lnTo>
                    <a:lnTo>
                      <a:pt x="-868" y="104382"/>
                    </a:lnTo>
                    <a:close/>
                    <a:moveTo>
                      <a:pt x="-868" y="145926"/>
                    </a:moveTo>
                    <a:lnTo>
                      <a:pt x="16658" y="145926"/>
                    </a:lnTo>
                    <a:lnTo>
                      <a:pt x="16658" y="123706"/>
                    </a:lnTo>
                    <a:lnTo>
                      <a:pt x="-868" y="123706"/>
                    </a:lnTo>
                    <a:lnTo>
                      <a:pt x="-868" y="145926"/>
                    </a:lnTo>
                    <a:close/>
                  </a:path>
                </a:pathLst>
              </a:custGeom>
              <a:solidFill>
                <a:srgbClr val="262626"/>
              </a:solidFill>
              <a:ln w="30" cap="flat">
                <a:noFill/>
                <a:prstDash val="solid"/>
                <a:round/>
              </a:ln>
            </p:spPr>
            <p:txBody>
              <a:bodyPr/>
              <a:lstStyle/>
              <a:p>
                <a:endParaRPr lang="en-US"/>
              </a:p>
            </p:txBody>
          </p:sp>
          <p:sp>
            <p:nvSpPr>
              <p:cNvPr id="4062" name="Freeform: Shape 4061">
                <a:extLst>
                  <a:ext uri="{FF2B5EF4-FFF2-40B4-BE49-F238E27FC236}">
                    <a16:creationId xmlns:a16="http://schemas.microsoft.com/office/drawing/2014/main" id="{E1D82F27-C4F9-EFF2-C20B-9FF734844739}"/>
                  </a:ext>
                </a:extLst>
              </p:cNvPr>
              <p:cNvSpPr/>
              <p:nvPr/>
            </p:nvSpPr>
            <p:spPr>
              <a:xfrm rot="-5400000" flipV="1">
                <a:off x="2548890" y="2289172"/>
                <a:ext cx="89367" cy="109240"/>
              </a:xfrm>
              <a:custGeom>
                <a:avLst/>
                <a:gdLst>
                  <a:gd name="csX0" fmla="*/ 87345 w 89367"/>
                  <a:gd name="csY0" fmla="*/ 62738 h 109240"/>
                  <a:gd name="csX1" fmla="*/ 87345 w 89367"/>
                  <a:gd name="csY1" fmla="*/ -1666 h 109240"/>
                  <a:gd name="csX2" fmla="*/ 69819 w 89367"/>
                  <a:gd name="csY2" fmla="*/ -1666 h 109240"/>
                  <a:gd name="csX3" fmla="*/ 69819 w 89367"/>
                  <a:gd name="csY3" fmla="*/ 62159 h 109240"/>
                  <a:gd name="csX4" fmla="*/ 63905 w 89367"/>
                  <a:gd name="csY4" fmla="*/ 84806 h 109240"/>
                  <a:gd name="csX5" fmla="*/ 46197 w 89367"/>
                  <a:gd name="csY5" fmla="*/ 92334 h 109240"/>
                  <a:gd name="csX6" fmla="*/ 23794 w 89367"/>
                  <a:gd name="csY6" fmla="*/ 83282 h 109240"/>
                  <a:gd name="csX7" fmla="*/ 15595 w 89367"/>
                  <a:gd name="csY7" fmla="*/ 58623 h 109240"/>
                  <a:gd name="csX8" fmla="*/ 15595 w 89367"/>
                  <a:gd name="csY8" fmla="*/ -1666 h 109240"/>
                  <a:gd name="csX9" fmla="*/ -2023 w 89367"/>
                  <a:gd name="csY9" fmla="*/ -1666 h 109240"/>
                  <a:gd name="csX10" fmla="*/ -2023 w 89367"/>
                  <a:gd name="csY10" fmla="*/ 105014 h 109240"/>
                  <a:gd name="csX11" fmla="*/ 15595 w 89367"/>
                  <a:gd name="csY11" fmla="*/ 105014 h 109240"/>
                  <a:gd name="csX12" fmla="*/ 15595 w 89367"/>
                  <a:gd name="csY12" fmla="*/ 88433 h 109240"/>
                  <a:gd name="csX13" fmla="*/ 30408 w 89367"/>
                  <a:gd name="csY13" fmla="*/ 102819 h 109240"/>
                  <a:gd name="csX14" fmla="*/ 50098 w 89367"/>
                  <a:gd name="csY14" fmla="*/ 107574 h 109240"/>
                  <a:gd name="csX15" fmla="*/ 77896 w 89367"/>
                  <a:gd name="csY15" fmla="*/ 96205 h 109240"/>
                  <a:gd name="csX16" fmla="*/ 87345 w 89367"/>
                  <a:gd name="csY16" fmla="*/ 62738 h 1092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89367" h="109240">
                    <a:moveTo>
                      <a:pt x="87345" y="62738"/>
                    </a:moveTo>
                    <a:lnTo>
                      <a:pt x="87345" y="-1666"/>
                    </a:lnTo>
                    <a:lnTo>
                      <a:pt x="69819" y="-1666"/>
                    </a:lnTo>
                    <a:lnTo>
                      <a:pt x="69819" y="62159"/>
                    </a:lnTo>
                    <a:cubicBezTo>
                      <a:pt x="69819" y="72258"/>
                      <a:pt x="67848" y="79807"/>
                      <a:pt x="63905" y="84806"/>
                    </a:cubicBezTo>
                    <a:cubicBezTo>
                      <a:pt x="59963" y="89825"/>
                      <a:pt x="54060" y="92334"/>
                      <a:pt x="46197" y="92334"/>
                    </a:cubicBezTo>
                    <a:cubicBezTo>
                      <a:pt x="36727" y="92334"/>
                      <a:pt x="29260" y="89317"/>
                      <a:pt x="23794" y="83282"/>
                    </a:cubicBezTo>
                    <a:cubicBezTo>
                      <a:pt x="18328" y="77267"/>
                      <a:pt x="15595" y="69048"/>
                      <a:pt x="15595" y="58623"/>
                    </a:cubicBezTo>
                    <a:lnTo>
                      <a:pt x="15595" y="-1666"/>
                    </a:lnTo>
                    <a:lnTo>
                      <a:pt x="-2023" y="-1666"/>
                    </a:lnTo>
                    <a:lnTo>
                      <a:pt x="-2023" y="105014"/>
                    </a:lnTo>
                    <a:lnTo>
                      <a:pt x="15595" y="105014"/>
                    </a:lnTo>
                    <a:lnTo>
                      <a:pt x="15595" y="88433"/>
                    </a:lnTo>
                    <a:cubicBezTo>
                      <a:pt x="19801" y="94854"/>
                      <a:pt x="24739" y="99650"/>
                      <a:pt x="30408" y="102819"/>
                    </a:cubicBezTo>
                    <a:cubicBezTo>
                      <a:pt x="36098" y="105989"/>
                      <a:pt x="42661" y="107574"/>
                      <a:pt x="50098" y="107574"/>
                    </a:cubicBezTo>
                    <a:cubicBezTo>
                      <a:pt x="62351" y="107574"/>
                      <a:pt x="71617" y="103785"/>
                      <a:pt x="77896" y="96205"/>
                    </a:cubicBezTo>
                    <a:cubicBezTo>
                      <a:pt x="84195" y="88626"/>
                      <a:pt x="87345" y="77470"/>
                      <a:pt x="87345" y="62738"/>
                    </a:cubicBezTo>
                    <a:close/>
                  </a:path>
                </a:pathLst>
              </a:custGeom>
              <a:solidFill>
                <a:srgbClr val="262626"/>
              </a:solidFill>
              <a:ln w="30" cap="flat">
                <a:noFill/>
                <a:prstDash val="solid"/>
                <a:round/>
              </a:ln>
            </p:spPr>
            <p:txBody>
              <a:bodyPr/>
              <a:lstStyle/>
              <a:p>
                <a:endParaRPr lang="en-US"/>
              </a:p>
            </p:txBody>
          </p:sp>
          <p:sp>
            <p:nvSpPr>
              <p:cNvPr id="4063" name="Freeform: Shape 4062">
                <a:extLst>
                  <a:ext uri="{FF2B5EF4-FFF2-40B4-BE49-F238E27FC236}">
                    <a16:creationId xmlns:a16="http://schemas.microsoft.com/office/drawing/2014/main" id="{AA4BE1F5-AE12-45F3-6065-4ED729297F18}"/>
                  </a:ext>
                </a:extLst>
              </p:cNvPr>
              <p:cNvSpPr/>
              <p:nvPr/>
            </p:nvSpPr>
            <p:spPr>
              <a:xfrm rot="-5400000" flipV="1">
                <a:off x="2527797" y="2148621"/>
                <a:ext cx="95341" cy="150997"/>
              </a:xfrm>
              <a:custGeom>
                <a:avLst/>
                <a:gdLst>
                  <a:gd name="csX0" fmla="*/ 75921 w 95341"/>
                  <a:gd name="csY0" fmla="*/ 90999 h 150997"/>
                  <a:gd name="csX1" fmla="*/ 75921 w 95341"/>
                  <a:gd name="csY1" fmla="*/ 148729 h 150997"/>
                  <a:gd name="csX2" fmla="*/ 93447 w 95341"/>
                  <a:gd name="csY2" fmla="*/ 148729 h 150997"/>
                  <a:gd name="csX3" fmla="*/ 93447 w 95341"/>
                  <a:gd name="csY3" fmla="*/ 504 h 150997"/>
                  <a:gd name="csX4" fmla="*/ 75921 w 95341"/>
                  <a:gd name="csY4" fmla="*/ 504 h 150997"/>
                  <a:gd name="csX5" fmla="*/ 75921 w 95341"/>
                  <a:gd name="csY5" fmla="*/ 16506 h 150997"/>
                  <a:gd name="csX6" fmla="*/ 61961 w 95341"/>
                  <a:gd name="csY6" fmla="*/ 2364 h 150997"/>
                  <a:gd name="csX7" fmla="*/ 41723 w 95341"/>
                  <a:gd name="csY7" fmla="*/ -2269 h 150997"/>
                  <a:gd name="csX8" fmla="*/ 10237 w 95341"/>
                  <a:gd name="csY8" fmla="*/ 13154 h 150997"/>
                  <a:gd name="csX9" fmla="*/ -1894 w 95341"/>
                  <a:gd name="csY9" fmla="*/ 53753 h 150997"/>
                  <a:gd name="csX10" fmla="*/ 10237 w 95341"/>
                  <a:gd name="csY10" fmla="*/ 94322 h 150997"/>
                  <a:gd name="csX11" fmla="*/ 41723 w 95341"/>
                  <a:gd name="csY11" fmla="*/ 109745 h 150997"/>
                  <a:gd name="csX12" fmla="*/ 61961 w 95341"/>
                  <a:gd name="csY12" fmla="*/ 105112 h 150997"/>
                  <a:gd name="csX13" fmla="*/ 75921 w 95341"/>
                  <a:gd name="csY13" fmla="*/ 90999 h 150997"/>
                  <a:gd name="csX14" fmla="*/ 16211 w 95341"/>
                  <a:gd name="csY14" fmla="*/ 53753 h 150997"/>
                  <a:gd name="csX15" fmla="*/ 24166 w 95341"/>
                  <a:gd name="csY15" fmla="*/ 23425 h 150997"/>
                  <a:gd name="csX16" fmla="*/ 46020 w 95341"/>
                  <a:gd name="csY16" fmla="*/ 12422 h 150997"/>
                  <a:gd name="csX17" fmla="*/ 67905 w 95341"/>
                  <a:gd name="csY17" fmla="*/ 23425 h 150997"/>
                  <a:gd name="csX18" fmla="*/ 75921 w 95341"/>
                  <a:gd name="csY18" fmla="*/ 53753 h 150997"/>
                  <a:gd name="csX19" fmla="*/ 67905 w 95341"/>
                  <a:gd name="csY19" fmla="*/ 84080 h 150997"/>
                  <a:gd name="csX20" fmla="*/ 46020 w 95341"/>
                  <a:gd name="csY20" fmla="*/ 95084 h 150997"/>
                  <a:gd name="csX21" fmla="*/ 24166 w 95341"/>
                  <a:gd name="csY21" fmla="*/ 84080 h 150997"/>
                  <a:gd name="csX22" fmla="*/ 16211 w 95341"/>
                  <a:gd name="csY22" fmla="*/ 53753 h 1509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5341" h="150997">
                    <a:moveTo>
                      <a:pt x="75921" y="90999"/>
                    </a:moveTo>
                    <a:lnTo>
                      <a:pt x="75921" y="148729"/>
                    </a:lnTo>
                    <a:lnTo>
                      <a:pt x="93447" y="148729"/>
                    </a:lnTo>
                    <a:lnTo>
                      <a:pt x="93447" y="504"/>
                    </a:lnTo>
                    <a:lnTo>
                      <a:pt x="75921" y="504"/>
                    </a:lnTo>
                    <a:lnTo>
                      <a:pt x="75921" y="16506"/>
                    </a:lnTo>
                    <a:cubicBezTo>
                      <a:pt x="72243" y="10166"/>
                      <a:pt x="67590" y="5452"/>
                      <a:pt x="61961" y="2364"/>
                    </a:cubicBezTo>
                    <a:cubicBezTo>
                      <a:pt x="56353" y="-725"/>
                      <a:pt x="49607" y="-2269"/>
                      <a:pt x="41723" y="-2269"/>
                    </a:cubicBezTo>
                    <a:cubicBezTo>
                      <a:pt x="28840" y="-2269"/>
                      <a:pt x="18345" y="2872"/>
                      <a:pt x="10237" y="13154"/>
                    </a:cubicBezTo>
                    <a:cubicBezTo>
                      <a:pt x="2149" y="23456"/>
                      <a:pt x="-1894" y="36989"/>
                      <a:pt x="-1894" y="53753"/>
                    </a:cubicBezTo>
                    <a:cubicBezTo>
                      <a:pt x="-1894" y="70517"/>
                      <a:pt x="2149" y="84040"/>
                      <a:pt x="10237" y="94322"/>
                    </a:cubicBezTo>
                    <a:cubicBezTo>
                      <a:pt x="18345" y="104604"/>
                      <a:pt x="28840" y="109745"/>
                      <a:pt x="41723" y="109745"/>
                    </a:cubicBezTo>
                    <a:cubicBezTo>
                      <a:pt x="49607" y="109745"/>
                      <a:pt x="56353" y="108200"/>
                      <a:pt x="61961" y="105112"/>
                    </a:cubicBezTo>
                    <a:cubicBezTo>
                      <a:pt x="67590" y="102043"/>
                      <a:pt x="72243" y="97339"/>
                      <a:pt x="75921" y="90999"/>
                    </a:cubicBezTo>
                    <a:close/>
                    <a:moveTo>
                      <a:pt x="16211" y="53753"/>
                    </a:moveTo>
                    <a:cubicBezTo>
                      <a:pt x="16211" y="40870"/>
                      <a:pt x="18863" y="30761"/>
                      <a:pt x="24166" y="23425"/>
                    </a:cubicBezTo>
                    <a:cubicBezTo>
                      <a:pt x="29470" y="16090"/>
                      <a:pt x="36754" y="12422"/>
                      <a:pt x="46020" y="12422"/>
                    </a:cubicBezTo>
                    <a:cubicBezTo>
                      <a:pt x="55286" y="12422"/>
                      <a:pt x="62581" y="16090"/>
                      <a:pt x="67905" y="23425"/>
                    </a:cubicBezTo>
                    <a:cubicBezTo>
                      <a:pt x="73249" y="30761"/>
                      <a:pt x="75921" y="40870"/>
                      <a:pt x="75921" y="53753"/>
                    </a:cubicBezTo>
                    <a:cubicBezTo>
                      <a:pt x="75921" y="66636"/>
                      <a:pt x="73249" y="76745"/>
                      <a:pt x="67905" y="84080"/>
                    </a:cubicBezTo>
                    <a:cubicBezTo>
                      <a:pt x="62581" y="91416"/>
                      <a:pt x="55286" y="95084"/>
                      <a:pt x="46020" y="95084"/>
                    </a:cubicBezTo>
                    <a:cubicBezTo>
                      <a:pt x="36754" y="95084"/>
                      <a:pt x="29470" y="91416"/>
                      <a:pt x="24166" y="84080"/>
                    </a:cubicBezTo>
                    <a:cubicBezTo>
                      <a:pt x="18863" y="76745"/>
                      <a:pt x="16211" y="66636"/>
                      <a:pt x="16211" y="53753"/>
                    </a:cubicBezTo>
                    <a:close/>
                  </a:path>
                </a:pathLst>
              </a:custGeom>
              <a:solidFill>
                <a:srgbClr val="262626"/>
              </a:solidFill>
              <a:ln w="30" cap="flat">
                <a:noFill/>
                <a:prstDash val="solid"/>
                <a:round/>
              </a:ln>
            </p:spPr>
            <p:txBody>
              <a:bodyPr/>
              <a:lstStyle/>
              <a:p>
                <a:endParaRPr lang="en-US"/>
              </a:p>
            </p:txBody>
          </p:sp>
          <p:sp>
            <p:nvSpPr>
              <p:cNvPr id="4064" name="Freeform: Shape 4063">
                <a:extLst>
                  <a:ext uri="{FF2B5EF4-FFF2-40B4-BE49-F238E27FC236}">
                    <a16:creationId xmlns:a16="http://schemas.microsoft.com/office/drawing/2014/main" id="{1E45DD35-14AB-E8DB-0166-39FE0FC7ADEB}"/>
                  </a:ext>
                </a:extLst>
              </p:cNvPr>
              <p:cNvSpPr/>
              <p:nvPr/>
            </p:nvSpPr>
            <p:spPr>
              <a:xfrm rot="-5400000" flipV="1">
                <a:off x="2545521" y="2042520"/>
                <a:ext cx="98877" cy="112014"/>
              </a:xfrm>
              <a:custGeom>
                <a:avLst/>
                <a:gdLst>
                  <a:gd name="csX0" fmla="*/ 96926 w 98877"/>
                  <a:gd name="csY0" fmla="*/ 58863 h 112014"/>
                  <a:gd name="csX1" fmla="*/ 96926 w 98877"/>
                  <a:gd name="csY1" fmla="*/ 50298 h 112014"/>
                  <a:gd name="csX2" fmla="*/ 16337 w 98877"/>
                  <a:gd name="csY2" fmla="*/ 50298 h 112014"/>
                  <a:gd name="csX3" fmla="*/ 27249 w 98877"/>
                  <a:gd name="csY3" fmla="*/ 22714 h 112014"/>
                  <a:gd name="csX4" fmla="*/ 54437 w 98877"/>
                  <a:gd name="csY4" fmla="*/ 13234 h 112014"/>
                  <a:gd name="csX5" fmla="*/ 74005 w 98877"/>
                  <a:gd name="csY5" fmla="*/ 15703 h 112014"/>
                  <a:gd name="csX6" fmla="*/ 92842 w 98877"/>
                  <a:gd name="csY6" fmla="*/ 23140 h 112014"/>
                  <a:gd name="csX7" fmla="*/ 92842 w 98877"/>
                  <a:gd name="csY7" fmla="*/ 6559 h 112014"/>
                  <a:gd name="csX8" fmla="*/ 73487 w 98877"/>
                  <a:gd name="csY8" fmla="*/ 463 h 112014"/>
                  <a:gd name="csX9" fmla="*/ 53401 w 98877"/>
                  <a:gd name="csY9" fmla="*/ -1640 h 112014"/>
                  <a:gd name="csX10" fmla="*/ 12954 w 98877"/>
                  <a:gd name="csY10" fmla="*/ 13204 h 112014"/>
                  <a:gd name="csX11" fmla="*/ -1951 w 98877"/>
                  <a:gd name="csY11" fmla="*/ 53438 h 112014"/>
                  <a:gd name="csX12" fmla="*/ 12192 w 98877"/>
                  <a:gd name="csY12" fmla="*/ 94982 h 112014"/>
                  <a:gd name="csX13" fmla="*/ 50353 w 98877"/>
                  <a:gd name="csY13" fmla="*/ 110374 h 112014"/>
                  <a:gd name="csX14" fmla="*/ 84399 w 98877"/>
                  <a:gd name="csY14" fmla="*/ 96506 h 112014"/>
                  <a:gd name="csX15" fmla="*/ 96926 w 98877"/>
                  <a:gd name="csY15" fmla="*/ 58863 h 112014"/>
                  <a:gd name="csX16" fmla="*/ 79400 w 98877"/>
                  <a:gd name="csY16" fmla="*/ 64014 h 112014"/>
                  <a:gd name="csX17" fmla="*/ 71354 w 98877"/>
                  <a:gd name="csY17" fmla="*/ 86935 h 112014"/>
                  <a:gd name="csX18" fmla="*/ 50536 w 98877"/>
                  <a:gd name="csY18" fmla="*/ 95530 h 112014"/>
                  <a:gd name="csX19" fmla="*/ 27066 w 98877"/>
                  <a:gd name="csY19" fmla="*/ 87240 h 112014"/>
                  <a:gd name="csX20" fmla="*/ 16916 w 98877"/>
                  <a:gd name="csY20" fmla="*/ 63892 h 112014"/>
                  <a:gd name="csX21" fmla="*/ 79400 w 98877"/>
                  <a:gd name="csY21" fmla="*/ 64014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98877" h="112014">
                    <a:moveTo>
                      <a:pt x="96926" y="58863"/>
                    </a:moveTo>
                    <a:lnTo>
                      <a:pt x="96926" y="50298"/>
                    </a:lnTo>
                    <a:lnTo>
                      <a:pt x="16337" y="50298"/>
                    </a:lnTo>
                    <a:cubicBezTo>
                      <a:pt x="17109" y="38228"/>
                      <a:pt x="20747" y="29033"/>
                      <a:pt x="27249" y="22714"/>
                    </a:cubicBezTo>
                    <a:cubicBezTo>
                      <a:pt x="33752" y="16394"/>
                      <a:pt x="42814" y="13234"/>
                      <a:pt x="54437" y="13234"/>
                    </a:cubicBezTo>
                    <a:cubicBezTo>
                      <a:pt x="61163" y="13234"/>
                      <a:pt x="67686" y="14057"/>
                      <a:pt x="74005" y="15703"/>
                    </a:cubicBezTo>
                    <a:cubicBezTo>
                      <a:pt x="80325" y="17349"/>
                      <a:pt x="86604" y="19828"/>
                      <a:pt x="92842" y="23140"/>
                    </a:cubicBezTo>
                    <a:lnTo>
                      <a:pt x="92842" y="6559"/>
                    </a:lnTo>
                    <a:cubicBezTo>
                      <a:pt x="86543" y="3897"/>
                      <a:pt x="80091" y="1865"/>
                      <a:pt x="73487" y="463"/>
                    </a:cubicBezTo>
                    <a:cubicBezTo>
                      <a:pt x="66883" y="-939"/>
                      <a:pt x="60188" y="-1640"/>
                      <a:pt x="53401" y="-1640"/>
                    </a:cubicBezTo>
                    <a:cubicBezTo>
                      <a:pt x="36373" y="-1640"/>
                      <a:pt x="22891" y="3308"/>
                      <a:pt x="12954" y="13204"/>
                    </a:cubicBezTo>
                    <a:cubicBezTo>
                      <a:pt x="3018" y="23120"/>
                      <a:pt x="-1951" y="36531"/>
                      <a:pt x="-1951" y="53438"/>
                    </a:cubicBezTo>
                    <a:cubicBezTo>
                      <a:pt x="-1951" y="70892"/>
                      <a:pt x="2764" y="84741"/>
                      <a:pt x="12192" y="94982"/>
                    </a:cubicBezTo>
                    <a:cubicBezTo>
                      <a:pt x="21621" y="105243"/>
                      <a:pt x="34341" y="110374"/>
                      <a:pt x="50353" y="110374"/>
                    </a:cubicBezTo>
                    <a:cubicBezTo>
                      <a:pt x="64699" y="110374"/>
                      <a:pt x="76048" y="105751"/>
                      <a:pt x="84399" y="96506"/>
                    </a:cubicBezTo>
                    <a:cubicBezTo>
                      <a:pt x="92751" y="87281"/>
                      <a:pt x="96926" y="74733"/>
                      <a:pt x="96926" y="58863"/>
                    </a:cubicBezTo>
                    <a:close/>
                    <a:moveTo>
                      <a:pt x="79400" y="64014"/>
                    </a:moveTo>
                    <a:cubicBezTo>
                      <a:pt x="79279" y="73585"/>
                      <a:pt x="76596" y="81225"/>
                      <a:pt x="71354" y="86935"/>
                    </a:cubicBezTo>
                    <a:cubicBezTo>
                      <a:pt x="66111" y="92665"/>
                      <a:pt x="59172" y="95530"/>
                      <a:pt x="50536" y="95530"/>
                    </a:cubicBezTo>
                    <a:cubicBezTo>
                      <a:pt x="40762" y="95530"/>
                      <a:pt x="32939" y="92767"/>
                      <a:pt x="27066" y="87240"/>
                    </a:cubicBezTo>
                    <a:cubicBezTo>
                      <a:pt x="21194" y="81713"/>
                      <a:pt x="17811" y="73930"/>
                      <a:pt x="16916" y="63892"/>
                    </a:cubicBezTo>
                    <a:lnTo>
                      <a:pt x="79400" y="64014"/>
                    </a:lnTo>
                    <a:close/>
                  </a:path>
                </a:pathLst>
              </a:custGeom>
              <a:solidFill>
                <a:srgbClr val="262626"/>
              </a:solidFill>
              <a:ln w="30" cap="flat">
                <a:noFill/>
                <a:prstDash val="solid"/>
                <a:round/>
              </a:ln>
            </p:spPr>
            <p:txBody>
              <a:bodyPr/>
              <a:lstStyle/>
              <a:p>
                <a:endParaRPr lang="en-US"/>
              </a:p>
            </p:txBody>
          </p:sp>
          <p:sp>
            <p:nvSpPr>
              <p:cNvPr id="4065" name="Freeform: Shape 4064">
                <a:extLst>
                  <a:ext uri="{FF2B5EF4-FFF2-40B4-BE49-F238E27FC236}">
                    <a16:creationId xmlns:a16="http://schemas.microsoft.com/office/drawing/2014/main" id="{15F83F29-E269-F762-E255-29B0E84ACDF9}"/>
                  </a:ext>
                </a:extLst>
              </p:cNvPr>
              <p:cNvSpPr/>
              <p:nvPr/>
            </p:nvSpPr>
            <p:spPr>
              <a:xfrm rot="-5400000" flipV="1">
                <a:off x="2543129" y="1931451"/>
                <a:ext cx="103449" cy="106680"/>
              </a:xfrm>
              <a:custGeom>
                <a:avLst/>
                <a:gdLst>
                  <a:gd name="csX0" fmla="*/ 99611 w 103449"/>
                  <a:gd name="csY0" fmla="*/ 105028 h 106680"/>
                  <a:gd name="csX1" fmla="*/ 61024 w 103449"/>
                  <a:gd name="csY1" fmla="*/ 53120 h 106680"/>
                  <a:gd name="csX2" fmla="*/ 101592 w 103449"/>
                  <a:gd name="csY2" fmla="*/ -1652 h 106680"/>
                  <a:gd name="csX3" fmla="*/ 80927 w 103449"/>
                  <a:gd name="csY3" fmla="*/ -1652 h 106680"/>
                  <a:gd name="csX4" fmla="*/ 49868 w 103449"/>
                  <a:gd name="csY4" fmla="*/ 40258 h 106680"/>
                  <a:gd name="csX5" fmla="*/ 18839 w 103449"/>
                  <a:gd name="csY5" fmla="*/ -1652 h 106680"/>
                  <a:gd name="csX6" fmla="*/ -1857 w 103449"/>
                  <a:gd name="csY6" fmla="*/ -1652 h 106680"/>
                  <a:gd name="csX7" fmla="*/ 39596 w 103449"/>
                  <a:gd name="csY7" fmla="*/ 54157 h 106680"/>
                  <a:gd name="csX8" fmla="*/ 1679 w 103449"/>
                  <a:gd name="csY8" fmla="*/ 105028 h 106680"/>
                  <a:gd name="csX9" fmla="*/ 22344 w 103449"/>
                  <a:gd name="csY9" fmla="*/ 105028 h 106680"/>
                  <a:gd name="csX10" fmla="*/ 50630 w 103449"/>
                  <a:gd name="csY10" fmla="*/ 67019 h 106680"/>
                  <a:gd name="csX11" fmla="*/ 78915 w 103449"/>
                  <a:gd name="csY11" fmla="*/ 105028 h 106680"/>
                  <a:gd name="csX12" fmla="*/ 99611 w 103449"/>
                  <a:gd name="csY12" fmla="*/ 105028 h 1066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3449" h="106680">
                    <a:moveTo>
                      <a:pt x="99611" y="105028"/>
                    </a:moveTo>
                    <a:lnTo>
                      <a:pt x="61024" y="53120"/>
                    </a:lnTo>
                    <a:lnTo>
                      <a:pt x="101592" y="-1652"/>
                    </a:lnTo>
                    <a:lnTo>
                      <a:pt x="80927" y="-1652"/>
                    </a:lnTo>
                    <a:lnTo>
                      <a:pt x="49868" y="40258"/>
                    </a:lnTo>
                    <a:lnTo>
                      <a:pt x="18839" y="-1652"/>
                    </a:lnTo>
                    <a:lnTo>
                      <a:pt x="-1857" y="-1652"/>
                    </a:lnTo>
                    <a:lnTo>
                      <a:pt x="39596" y="54157"/>
                    </a:lnTo>
                    <a:lnTo>
                      <a:pt x="1679" y="105028"/>
                    </a:lnTo>
                    <a:lnTo>
                      <a:pt x="22344" y="105028"/>
                    </a:lnTo>
                    <a:lnTo>
                      <a:pt x="50630" y="67019"/>
                    </a:lnTo>
                    <a:lnTo>
                      <a:pt x="78915" y="105028"/>
                    </a:lnTo>
                    <a:lnTo>
                      <a:pt x="99611" y="105028"/>
                    </a:lnTo>
                    <a:close/>
                  </a:path>
                </a:pathLst>
              </a:custGeom>
              <a:solidFill>
                <a:srgbClr val="262626"/>
              </a:solidFill>
              <a:ln w="30" cap="flat">
                <a:noFill/>
                <a:prstDash val="solid"/>
                <a:round/>
              </a:ln>
            </p:spPr>
            <p:txBody>
              <a:bodyPr/>
              <a:lstStyle/>
              <a:p>
                <a:endParaRPr lang="en-US"/>
              </a:p>
            </p:txBody>
          </p:sp>
        </p:grpSp>
      </p:grpSp>
      <p:grpSp>
        <p:nvGrpSpPr>
          <p:cNvPr id="4138" name="Group 4137">
            <a:extLst>
              <a:ext uri="{FF2B5EF4-FFF2-40B4-BE49-F238E27FC236}">
                <a16:creationId xmlns:a16="http://schemas.microsoft.com/office/drawing/2014/main" id="{9363EF76-1D9C-C0BE-15EC-0BB9DF887A52}"/>
              </a:ext>
            </a:extLst>
          </p:cNvPr>
          <p:cNvGrpSpPr/>
          <p:nvPr/>
        </p:nvGrpSpPr>
        <p:grpSpPr>
          <a:xfrm>
            <a:off x="757901" y="1771624"/>
            <a:ext cx="1909955" cy="1397521"/>
            <a:chOff x="757901" y="1771624"/>
            <a:chExt cx="1909955" cy="1397521"/>
          </a:xfrm>
        </p:grpSpPr>
        <p:sp>
          <p:nvSpPr>
            <p:cNvPr id="25" name="Freeform: Shape 24">
              <a:extLst>
                <a:ext uri="{FF2B5EF4-FFF2-40B4-BE49-F238E27FC236}">
                  <a16:creationId xmlns:a16="http://schemas.microsoft.com/office/drawing/2014/main" id="{BA60EF25-156F-BA1F-7B22-FACA800AF659}"/>
                </a:ext>
              </a:extLst>
            </p:cNvPr>
            <p:cNvSpPr/>
            <p:nvPr/>
          </p:nvSpPr>
          <p:spPr>
            <a:xfrm>
              <a:off x="777019" y="1790742"/>
              <a:ext cx="1871719" cy="1359285"/>
            </a:xfrm>
            <a:custGeom>
              <a:avLst/>
              <a:gdLst>
                <a:gd name="csX0" fmla="*/ 0 w 3108404"/>
                <a:gd name="csY0" fmla="*/ 2257395 h 2257394"/>
                <a:gd name="csX1" fmla="*/ 30084 w 3108404"/>
                <a:gd name="csY1" fmla="*/ 2235479 h 2257394"/>
                <a:gd name="csX2" fmla="*/ 53815 w 3108404"/>
                <a:gd name="csY2" fmla="*/ 2213562 h 2257394"/>
                <a:gd name="csX3" fmla="*/ 71832 w 3108404"/>
                <a:gd name="csY3" fmla="*/ 2191646 h 2257394"/>
                <a:gd name="csX4" fmla="*/ 90288 w 3108404"/>
                <a:gd name="csY4" fmla="*/ 2169729 h 2257394"/>
                <a:gd name="csX5" fmla="*/ 121938 w 3108404"/>
                <a:gd name="csY5" fmla="*/ 2147813 h 2257394"/>
                <a:gd name="csX6" fmla="*/ 132359 w 3108404"/>
                <a:gd name="csY6" fmla="*/ 2125896 h 2257394"/>
                <a:gd name="csX7" fmla="*/ 148507 w 3108404"/>
                <a:gd name="csY7" fmla="*/ 2103980 h 2257394"/>
                <a:gd name="csX8" fmla="*/ 172036 w 3108404"/>
                <a:gd name="csY8" fmla="*/ 2082063 h 2257394"/>
                <a:gd name="csX9" fmla="*/ 190008 w 3108404"/>
                <a:gd name="csY9" fmla="*/ 2060147 h 2257394"/>
                <a:gd name="csX10" fmla="*/ 234315 w 3108404"/>
                <a:gd name="csY10" fmla="*/ 2038230 h 2257394"/>
                <a:gd name="csX11" fmla="*/ 269894 w 3108404"/>
                <a:gd name="csY11" fmla="*/ 2016314 h 2257394"/>
                <a:gd name="csX12" fmla="*/ 288255 w 3108404"/>
                <a:gd name="csY12" fmla="*/ 1994398 h 2257394"/>
                <a:gd name="csX13" fmla="*/ 314806 w 3108404"/>
                <a:gd name="csY13" fmla="*/ 1972481 h 2257394"/>
                <a:gd name="csX14" fmla="*/ 340288 w 3108404"/>
                <a:gd name="csY14" fmla="*/ 1950565 h 2257394"/>
                <a:gd name="csX15" fmla="*/ 357967 w 3108404"/>
                <a:gd name="csY15" fmla="*/ 1928648 h 2257394"/>
                <a:gd name="csX16" fmla="*/ 373625 w 3108404"/>
                <a:gd name="csY16" fmla="*/ 1906732 h 2257394"/>
                <a:gd name="csX17" fmla="*/ 399806 w 3108404"/>
                <a:gd name="csY17" fmla="*/ 1884815 h 2257394"/>
                <a:gd name="csX18" fmla="*/ 416053 w 3108404"/>
                <a:gd name="csY18" fmla="*/ 1862899 h 2257394"/>
                <a:gd name="csX19" fmla="*/ 444251 w 3108404"/>
                <a:gd name="csY19" fmla="*/ 1840982 h 2257394"/>
                <a:gd name="csX20" fmla="*/ 474843 w 3108404"/>
                <a:gd name="csY20" fmla="*/ 1819066 h 2257394"/>
                <a:gd name="csX21" fmla="*/ 494031 w 3108404"/>
                <a:gd name="csY21" fmla="*/ 1797149 h 2257394"/>
                <a:gd name="csX22" fmla="*/ 513585 w 3108404"/>
                <a:gd name="csY22" fmla="*/ 1775233 h 2257394"/>
                <a:gd name="csX23" fmla="*/ 541215 w 3108404"/>
                <a:gd name="csY23" fmla="*/ 1753316 h 2257394"/>
                <a:gd name="csX24" fmla="*/ 570277 w 3108404"/>
                <a:gd name="csY24" fmla="*/ 1731400 h 2257394"/>
                <a:gd name="csX25" fmla="*/ 626644 w 3108404"/>
                <a:gd name="csY25" fmla="*/ 1709484 h 2257394"/>
                <a:gd name="csX26" fmla="*/ 674006 w 3108404"/>
                <a:gd name="csY26" fmla="*/ 1687567 h 2257394"/>
                <a:gd name="csX27" fmla="*/ 708919 w 3108404"/>
                <a:gd name="csY27" fmla="*/ 1665651 h 2257394"/>
                <a:gd name="csX28" fmla="*/ 737877 w 3108404"/>
                <a:gd name="csY28" fmla="*/ 1643734 h 2257394"/>
                <a:gd name="csX29" fmla="*/ 765428 w 3108404"/>
                <a:gd name="csY29" fmla="*/ 1621818 h 2257394"/>
                <a:gd name="csX30" fmla="*/ 838692 w 3108404"/>
                <a:gd name="csY30" fmla="*/ 1599901 h 2257394"/>
                <a:gd name="csX31" fmla="*/ 863063 w 3108404"/>
                <a:gd name="csY31" fmla="*/ 1577985 h 2257394"/>
                <a:gd name="csX32" fmla="*/ 875507 w 3108404"/>
                <a:gd name="csY32" fmla="*/ 1556068 h 2257394"/>
                <a:gd name="csX33" fmla="*/ 898937 w 3108404"/>
                <a:gd name="csY33" fmla="*/ 1534152 h 2257394"/>
                <a:gd name="csX34" fmla="*/ 930265 w 3108404"/>
                <a:gd name="csY34" fmla="*/ 1512235 h 2257394"/>
                <a:gd name="csX35" fmla="*/ 970218 w 3108404"/>
                <a:gd name="csY35" fmla="*/ 1490319 h 2257394"/>
                <a:gd name="csX36" fmla="*/ 990566 w 3108404"/>
                <a:gd name="csY36" fmla="*/ 1468403 h 2257394"/>
                <a:gd name="csX37" fmla="*/ 1032564 w 3108404"/>
                <a:gd name="csY37" fmla="*/ 1446486 h 2257394"/>
                <a:gd name="csX38" fmla="*/ 1050701 w 3108404"/>
                <a:gd name="csY38" fmla="*/ 1424570 h 2257394"/>
                <a:gd name="csX39" fmla="*/ 1127251 w 3108404"/>
                <a:gd name="csY39" fmla="*/ 1402653 h 2257394"/>
                <a:gd name="csX40" fmla="*/ 1142405 w 3108404"/>
                <a:gd name="csY40" fmla="*/ 1380737 h 2257394"/>
                <a:gd name="csX41" fmla="*/ 1180514 w 3108404"/>
                <a:gd name="csY41" fmla="*/ 1358820 h 2257394"/>
                <a:gd name="csX42" fmla="*/ 1193674 w 3108404"/>
                <a:gd name="csY42" fmla="*/ 1336904 h 2257394"/>
                <a:gd name="csX43" fmla="*/ 1215807 w 3108404"/>
                <a:gd name="csY43" fmla="*/ 1314987 h 2257394"/>
                <a:gd name="csX44" fmla="*/ 1234488 w 3108404"/>
                <a:gd name="csY44" fmla="*/ 1293071 h 2257394"/>
                <a:gd name="csX45" fmla="*/ 1266782 w 3108404"/>
                <a:gd name="csY45" fmla="*/ 1271154 h 2257394"/>
                <a:gd name="csX46" fmla="*/ 1307971 w 3108404"/>
                <a:gd name="csY46" fmla="*/ 1249238 h 2257394"/>
                <a:gd name="csX47" fmla="*/ 1337085 w 3108404"/>
                <a:gd name="csY47" fmla="*/ 1227322 h 2257394"/>
                <a:gd name="csX48" fmla="*/ 1358459 w 3108404"/>
                <a:gd name="csY48" fmla="*/ 1205405 h 2257394"/>
                <a:gd name="csX49" fmla="*/ 1394689 w 3108404"/>
                <a:gd name="csY49" fmla="*/ 1183489 h 2257394"/>
                <a:gd name="csX50" fmla="*/ 1416102 w 3108404"/>
                <a:gd name="csY50" fmla="*/ 1161572 h 2257394"/>
                <a:gd name="csX51" fmla="*/ 1446967 w 3108404"/>
                <a:gd name="csY51" fmla="*/ 1139656 h 2257394"/>
                <a:gd name="csX52" fmla="*/ 1460914 w 3108404"/>
                <a:gd name="csY52" fmla="*/ 1117739 h 2257394"/>
                <a:gd name="csX53" fmla="*/ 1505068 w 3108404"/>
                <a:gd name="csY53" fmla="*/ 1095823 h 2257394"/>
                <a:gd name="csX54" fmla="*/ 1526747 w 3108404"/>
                <a:gd name="csY54" fmla="*/ 1073906 h 2257394"/>
                <a:gd name="csX55" fmla="*/ 1544930 w 3108404"/>
                <a:gd name="csY55" fmla="*/ 1051990 h 2257394"/>
                <a:gd name="csX56" fmla="*/ 1563053 w 3108404"/>
                <a:gd name="csY56" fmla="*/ 1030073 h 2257394"/>
                <a:gd name="csX57" fmla="*/ 1581314 w 3108404"/>
                <a:gd name="csY57" fmla="*/ 1008157 h 2257394"/>
                <a:gd name="csX58" fmla="*/ 1616235 w 3108404"/>
                <a:gd name="csY58" fmla="*/ 986241 h 2257394"/>
                <a:gd name="csX59" fmla="*/ 1631721 w 3108404"/>
                <a:gd name="csY59" fmla="*/ 964324 h 2257394"/>
                <a:gd name="csX60" fmla="*/ 1670577 w 3108404"/>
                <a:gd name="csY60" fmla="*/ 942408 h 2257394"/>
                <a:gd name="csX61" fmla="*/ 1808121 w 3108404"/>
                <a:gd name="csY61" fmla="*/ 920491 h 2257394"/>
                <a:gd name="csX62" fmla="*/ 1832536 w 3108404"/>
                <a:gd name="csY62" fmla="*/ 898575 h 2257394"/>
                <a:gd name="csX63" fmla="*/ 1852707 w 3108404"/>
                <a:gd name="csY63" fmla="*/ 876658 h 2257394"/>
                <a:gd name="csX64" fmla="*/ 1870290 w 3108404"/>
                <a:gd name="csY64" fmla="*/ 854742 h 2257394"/>
                <a:gd name="csX65" fmla="*/ 1885018 w 3108404"/>
                <a:gd name="csY65" fmla="*/ 832825 h 2257394"/>
                <a:gd name="csX66" fmla="*/ 1910585 w 3108404"/>
                <a:gd name="csY66" fmla="*/ 810909 h 2257394"/>
                <a:gd name="csX67" fmla="*/ 1945222 w 3108404"/>
                <a:gd name="csY67" fmla="*/ 788992 h 2257394"/>
                <a:gd name="csX68" fmla="*/ 1963252 w 3108404"/>
                <a:gd name="csY68" fmla="*/ 767076 h 2257394"/>
                <a:gd name="csX69" fmla="*/ 1994769 w 3108404"/>
                <a:gd name="csY69" fmla="*/ 745160 h 2257394"/>
                <a:gd name="csX70" fmla="*/ 2023288 w 3108404"/>
                <a:gd name="csY70" fmla="*/ 723243 h 2257394"/>
                <a:gd name="csX71" fmla="*/ 2041297 w 3108404"/>
                <a:gd name="csY71" fmla="*/ 701327 h 2257394"/>
                <a:gd name="csX72" fmla="*/ 2058806 w 3108404"/>
                <a:gd name="csY72" fmla="*/ 679410 h 2257394"/>
                <a:gd name="csX73" fmla="*/ 2085089 w 3108404"/>
                <a:gd name="csY73" fmla="*/ 657494 h 2257394"/>
                <a:gd name="csX74" fmla="*/ 2108387 w 3108404"/>
                <a:gd name="csY74" fmla="*/ 635577 h 2257394"/>
                <a:gd name="csX75" fmla="*/ 2152940 w 3108404"/>
                <a:gd name="csY75" fmla="*/ 613661 h 2257394"/>
                <a:gd name="csX76" fmla="*/ 2180497 w 3108404"/>
                <a:gd name="csY76" fmla="*/ 591744 h 2257394"/>
                <a:gd name="csX77" fmla="*/ 2198782 w 3108404"/>
                <a:gd name="csY77" fmla="*/ 569828 h 2257394"/>
                <a:gd name="csX78" fmla="*/ 2271434 w 3108404"/>
                <a:gd name="csY78" fmla="*/ 547911 h 2257394"/>
                <a:gd name="csX79" fmla="*/ 2284904 w 3108404"/>
                <a:gd name="csY79" fmla="*/ 525995 h 2257394"/>
                <a:gd name="csX80" fmla="*/ 2302552 w 3108404"/>
                <a:gd name="csY80" fmla="*/ 504079 h 2257394"/>
                <a:gd name="csX81" fmla="*/ 2320263 w 3108404"/>
                <a:gd name="csY81" fmla="*/ 482162 h 2257394"/>
                <a:gd name="csX82" fmla="*/ 2364743 w 3108404"/>
                <a:gd name="csY82" fmla="*/ 460246 h 2257394"/>
                <a:gd name="csX83" fmla="*/ 2405908 w 3108404"/>
                <a:gd name="csY83" fmla="*/ 438329 h 2257394"/>
                <a:gd name="csX84" fmla="*/ 2478875 w 3108404"/>
                <a:gd name="csY84" fmla="*/ 416413 h 2257394"/>
                <a:gd name="csX85" fmla="*/ 2494057 w 3108404"/>
                <a:gd name="csY85" fmla="*/ 394496 h 2257394"/>
                <a:gd name="csX86" fmla="*/ 2521871 w 3108404"/>
                <a:gd name="csY86" fmla="*/ 372580 h 2257394"/>
                <a:gd name="csX87" fmla="*/ 2541914 w 3108404"/>
                <a:gd name="csY87" fmla="*/ 350663 h 2257394"/>
                <a:gd name="csX88" fmla="*/ 2583546 w 3108404"/>
                <a:gd name="csY88" fmla="*/ 328747 h 2257394"/>
                <a:gd name="csX89" fmla="*/ 2618909 w 3108404"/>
                <a:gd name="csY89" fmla="*/ 306830 h 2257394"/>
                <a:gd name="csX90" fmla="*/ 2643264 w 3108404"/>
                <a:gd name="csY90" fmla="*/ 284914 h 2257394"/>
                <a:gd name="csX91" fmla="*/ 2680105 w 3108404"/>
                <a:gd name="csY91" fmla="*/ 262998 h 2257394"/>
                <a:gd name="csX92" fmla="*/ 2703591 w 3108404"/>
                <a:gd name="csY92" fmla="*/ 241081 h 2257394"/>
                <a:gd name="csX93" fmla="*/ 2717767 w 3108404"/>
                <a:gd name="csY93" fmla="*/ 219165 h 2257394"/>
                <a:gd name="csX94" fmla="*/ 2740082 w 3108404"/>
                <a:gd name="csY94" fmla="*/ 197248 h 2257394"/>
                <a:gd name="csX95" fmla="*/ 2779777 w 3108404"/>
                <a:gd name="csY95" fmla="*/ 175332 h 2257394"/>
                <a:gd name="csX96" fmla="*/ 2832422 w 3108404"/>
                <a:gd name="csY96" fmla="*/ 153415 h 2257394"/>
                <a:gd name="csX97" fmla="*/ 2866690 w 3108404"/>
                <a:gd name="csY97" fmla="*/ 131499 h 2257394"/>
                <a:gd name="csX98" fmla="*/ 2896469 w 3108404"/>
                <a:gd name="csY98" fmla="*/ 109582 h 2257394"/>
                <a:gd name="csX99" fmla="*/ 2915455 w 3108404"/>
                <a:gd name="csY99" fmla="*/ 87666 h 2257394"/>
                <a:gd name="csX100" fmla="*/ 2938917 w 3108404"/>
                <a:gd name="csY100" fmla="*/ 65749 h 2257394"/>
                <a:gd name="csX101" fmla="*/ 3036088 w 3108404"/>
                <a:gd name="csY101" fmla="*/ 43833 h 2257394"/>
                <a:gd name="csX102" fmla="*/ 3062734 w 3108404"/>
                <a:gd name="csY102" fmla="*/ 21916 h 2257394"/>
                <a:gd name="csX103" fmla="*/ 3108404 w 3108404"/>
                <a:gd name="csY103" fmla="*/ 0 h 22573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Lst>
              <a:rect l="l" t="t" r="r" b="b"/>
              <a:pathLst>
                <a:path w="3108404" h="2257394">
                  <a:moveTo>
                    <a:pt x="0" y="2257395"/>
                  </a:moveTo>
                  <a:lnTo>
                    <a:pt x="30084" y="2235479"/>
                  </a:lnTo>
                  <a:lnTo>
                    <a:pt x="53815" y="2213562"/>
                  </a:lnTo>
                  <a:lnTo>
                    <a:pt x="71832" y="2191646"/>
                  </a:lnTo>
                  <a:lnTo>
                    <a:pt x="90288" y="2169729"/>
                  </a:lnTo>
                  <a:lnTo>
                    <a:pt x="121938" y="2147813"/>
                  </a:lnTo>
                  <a:lnTo>
                    <a:pt x="132359" y="2125896"/>
                  </a:lnTo>
                  <a:lnTo>
                    <a:pt x="148507" y="2103980"/>
                  </a:lnTo>
                  <a:lnTo>
                    <a:pt x="172036" y="2082063"/>
                  </a:lnTo>
                  <a:lnTo>
                    <a:pt x="190008" y="2060147"/>
                  </a:lnTo>
                  <a:lnTo>
                    <a:pt x="234315" y="2038230"/>
                  </a:lnTo>
                  <a:lnTo>
                    <a:pt x="269894" y="2016314"/>
                  </a:lnTo>
                  <a:lnTo>
                    <a:pt x="288255" y="1994398"/>
                  </a:lnTo>
                  <a:lnTo>
                    <a:pt x="314806" y="1972481"/>
                  </a:lnTo>
                  <a:lnTo>
                    <a:pt x="340288" y="1950565"/>
                  </a:lnTo>
                  <a:lnTo>
                    <a:pt x="357967" y="1928648"/>
                  </a:lnTo>
                  <a:lnTo>
                    <a:pt x="373625" y="1906732"/>
                  </a:lnTo>
                  <a:lnTo>
                    <a:pt x="399806" y="1884815"/>
                  </a:lnTo>
                  <a:lnTo>
                    <a:pt x="416053" y="1862899"/>
                  </a:lnTo>
                  <a:lnTo>
                    <a:pt x="444251" y="1840982"/>
                  </a:lnTo>
                  <a:lnTo>
                    <a:pt x="474843" y="1819066"/>
                  </a:lnTo>
                  <a:lnTo>
                    <a:pt x="494031" y="1797149"/>
                  </a:lnTo>
                  <a:lnTo>
                    <a:pt x="513585" y="1775233"/>
                  </a:lnTo>
                  <a:lnTo>
                    <a:pt x="541215" y="1753316"/>
                  </a:lnTo>
                  <a:lnTo>
                    <a:pt x="570277" y="1731400"/>
                  </a:lnTo>
                  <a:lnTo>
                    <a:pt x="626644" y="1709484"/>
                  </a:lnTo>
                  <a:lnTo>
                    <a:pt x="674006" y="1687567"/>
                  </a:lnTo>
                  <a:lnTo>
                    <a:pt x="708919" y="1665651"/>
                  </a:lnTo>
                  <a:lnTo>
                    <a:pt x="737877" y="1643734"/>
                  </a:lnTo>
                  <a:lnTo>
                    <a:pt x="765428" y="1621818"/>
                  </a:lnTo>
                  <a:lnTo>
                    <a:pt x="838692" y="1599901"/>
                  </a:lnTo>
                  <a:lnTo>
                    <a:pt x="863063" y="1577985"/>
                  </a:lnTo>
                  <a:lnTo>
                    <a:pt x="875507" y="1556068"/>
                  </a:lnTo>
                  <a:lnTo>
                    <a:pt x="898937" y="1534152"/>
                  </a:lnTo>
                  <a:lnTo>
                    <a:pt x="930265" y="1512235"/>
                  </a:lnTo>
                  <a:lnTo>
                    <a:pt x="970218" y="1490319"/>
                  </a:lnTo>
                  <a:lnTo>
                    <a:pt x="990566" y="1468403"/>
                  </a:lnTo>
                  <a:lnTo>
                    <a:pt x="1032564" y="1446486"/>
                  </a:lnTo>
                  <a:lnTo>
                    <a:pt x="1050701" y="1424570"/>
                  </a:lnTo>
                  <a:lnTo>
                    <a:pt x="1127251" y="1402653"/>
                  </a:lnTo>
                  <a:lnTo>
                    <a:pt x="1142405" y="1380737"/>
                  </a:lnTo>
                  <a:lnTo>
                    <a:pt x="1180514" y="1358820"/>
                  </a:lnTo>
                  <a:lnTo>
                    <a:pt x="1193674" y="1336904"/>
                  </a:lnTo>
                  <a:lnTo>
                    <a:pt x="1215807" y="1314987"/>
                  </a:lnTo>
                  <a:lnTo>
                    <a:pt x="1234488" y="1293071"/>
                  </a:lnTo>
                  <a:lnTo>
                    <a:pt x="1266782" y="1271154"/>
                  </a:lnTo>
                  <a:lnTo>
                    <a:pt x="1307971" y="1249238"/>
                  </a:lnTo>
                  <a:lnTo>
                    <a:pt x="1337085" y="1227322"/>
                  </a:lnTo>
                  <a:lnTo>
                    <a:pt x="1358459" y="1205405"/>
                  </a:lnTo>
                  <a:lnTo>
                    <a:pt x="1394689" y="1183489"/>
                  </a:lnTo>
                  <a:lnTo>
                    <a:pt x="1416102" y="1161572"/>
                  </a:lnTo>
                  <a:lnTo>
                    <a:pt x="1446967" y="1139656"/>
                  </a:lnTo>
                  <a:lnTo>
                    <a:pt x="1460914" y="1117739"/>
                  </a:lnTo>
                  <a:lnTo>
                    <a:pt x="1505068" y="1095823"/>
                  </a:lnTo>
                  <a:lnTo>
                    <a:pt x="1526747" y="1073906"/>
                  </a:lnTo>
                  <a:lnTo>
                    <a:pt x="1544930" y="1051990"/>
                  </a:lnTo>
                  <a:lnTo>
                    <a:pt x="1563053" y="1030073"/>
                  </a:lnTo>
                  <a:lnTo>
                    <a:pt x="1581314" y="1008157"/>
                  </a:lnTo>
                  <a:lnTo>
                    <a:pt x="1616235" y="986241"/>
                  </a:lnTo>
                  <a:lnTo>
                    <a:pt x="1631721" y="964324"/>
                  </a:lnTo>
                  <a:lnTo>
                    <a:pt x="1670577" y="942408"/>
                  </a:lnTo>
                  <a:lnTo>
                    <a:pt x="1808121" y="920491"/>
                  </a:lnTo>
                  <a:lnTo>
                    <a:pt x="1832536" y="898575"/>
                  </a:lnTo>
                  <a:lnTo>
                    <a:pt x="1852707" y="876658"/>
                  </a:lnTo>
                  <a:lnTo>
                    <a:pt x="1870290" y="854742"/>
                  </a:lnTo>
                  <a:lnTo>
                    <a:pt x="1885018" y="832825"/>
                  </a:lnTo>
                  <a:lnTo>
                    <a:pt x="1910585" y="810909"/>
                  </a:lnTo>
                  <a:lnTo>
                    <a:pt x="1945222" y="788992"/>
                  </a:lnTo>
                  <a:lnTo>
                    <a:pt x="1963252" y="767076"/>
                  </a:lnTo>
                  <a:lnTo>
                    <a:pt x="1994769" y="745160"/>
                  </a:lnTo>
                  <a:lnTo>
                    <a:pt x="2023288" y="723243"/>
                  </a:lnTo>
                  <a:lnTo>
                    <a:pt x="2041297" y="701327"/>
                  </a:lnTo>
                  <a:lnTo>
                    <a:pt x="2058806" y="679410"/>
                  </a:lnTo>
                  <a:lnTo>
                    <a:pt x="2085089" y="657494"/>
                  </a:lnTo>
                  <a:lnTo>
                    <a:pt x="2108387" y="635577"/>
                  </a:lnTo>
                  <a:lnTo>
                    <a:pt x="2152940" y="613661"/>
                  </a:lnTo>
                  <a:lnTo>
                    <a:pt x="2180497" y="591744"/>
                  </a:lnTo>
                  <a:lnTo>
                    <a:pt x="2198782" y="569828"/>
                  </a:lnTo>
                  <a:lnTo>
                    <a:pt x="2271434" y="547911"/>
                  </a:lnTo>
                  <a:lnTo>
                    <a:pt x="2284904" y="525995"/>
                  </a:lnTo>
                  <a:lnTo>
                    <a:pt x="2302552" y="504079"/>
                  </a:lnTo>
                  <a:lnTo>
                    <a:pt x="2320263" y="482162"/>
                  </a:lnTo>
                  <a:lnTo>
                    <a:pt x="2364743" y="460246"/>
                  </a:lnTo>
                  <a:lnTo>
                    <a:pt x="2405908" y="438329"/>
                  </a:lnTo>
                  <a:lnTo>
                    <a:pt x="2478875" y="416413"/>
                  </a:lnTo>
                  <a:lnTo>
                    <a:pt x="2494057" y="394496"/>
                  </a:lnTo>
                  <a:lnTo>
                    <a:pt x="2521871" y="372580"/>
                  </a:lnTo>
                  <a:lnTo>
                    <a:pt x="2541914" y="350663"/>
                  </a:lnTo>
                  <a:lnTo>
                    <a:pt x="2583546" y="328747"/>
                  </a:lnTo>
                  <a:lnTo>
                    <a:pt x="2618909" y="306830"/>
                  </a:lnTo>
                  <a:lnTo>
                    <a:pt x="2643264" y="284914"/>
                  </a:lnTo>
                  <a:lnTo>
                    <a:pt x="2680105" y="262998"/>
                  </a:lnTo>
                  <a:lnTo>
                    <a:pt x="2703591" y="241081"/>
                  </a:lnTo>
                  <a:lnTo>
                    <a:pt x="2717767" y="219165"/>
                  </a:lnTo>
                  <a:lnTo>
                    <a:pt x="2740082" y="197248"/>
                  </a:lnTo>
                  <a:lnTo>
                    <a:pt x="2779777" y="175332"/>
                  </a:lnTo>
                  <a:lnTo>
                    <a:pt x="2832422" y="153415"/>
                  </a:lnTo>
                  <a:lnTo>
                    <a:pt x="2866690" y="131499"/>
                  </a:lnTo>
                  <a:lnTo>
                    <a:pt x="2896469" y="109582"/>
                  </a:lnTo>
                  <a:lnTo>
                    <a:pt x="2915455" y="87666"/>
                  </a:lnTo>
                  <a:lnTo>
                    <a:pt x="2938917" y="65749"/>
                  </a:lnTo>
                  <a:lnTo>
                    <a:pt x="3036088" y="43833"/>
                  </a:lnTo>
                  <a:lnTo>
                    <a:pt x="3062734" y="21916"/>
                  </a:lnTo>
                  <a:lnTo>
                    <a:pt x="3108404" y="0"/>
                  </a:lnTo>
                </a:path>
              </a:pathLst>
            </a:custGeom>
            <a:noFill/>
            <a:ln w="12700" cap="rnd">
              <a:solidFill>
                <a:srgbClr val="808080"/>
              </a:solidFill>
              <a:prstDash val="solid"/>
              <a:round/>
            </a:ln>
          </p:spPr>
          <p:txBody>
            <a:bodyPr/>
            <a:lstStyle/>
            <a:p>
              <a:endParaRPr lang="en-US"/>
            </a:p>
          </p:txBody>
        </p:sp>
        <p:grpSp>
          <p:nvGrpSpPr>
            <p:cNvPr id="28" name="Graphic 4">
              <a:extLst>
                <a:ext uri="{FF2B5EF4-FFF2-40B4-BE49-F238E27FC236}">
                  <a16:creationId xmlns:a16="http://schemas.microsoft.com/office/drawing/2014/main" id="{29292F7F-FBDA-BDD1-5361-2B50AF3930B2}"/>
                </a:ext>
              </a:extLst>
            </p:cNvPr>
            <p:cNvGrpSpPr/>
            <p:nvPr/>
          </p:nvGrpSpPr>
          <p:grpSpPr>
            <a:xfrm>
              <a:off x="757901" y="1771624"/>
              <a:ext cx="1909955" cy="1397521"/>
              <a:chOff x="3310907" y="1263347"/>
              <a:chExt cx="3171904" cy="2320894"/>
            </a:xfrm>
          </p:grpSpPr>
          <p:sp>
            <p:nvSpPr>
              <p:cNvPr id="3944" name="Freeform: Shape 3943">
                <a:extLst>
                  <a:ext uri="{FF2B5EF4-FFF2-40B4-BE49-F238E27FC236}">
                    <a16:creationId xmlns:a16="http://schemas.microsoft.com/office/drawing/2014/main" id="{3456CF00-A33E-BD2D-CDFA-457A0A5B2241}"/>
                  </a:ext>
                </a:extLst>
              </p:cNvPr>
              <p:cNvSpPr/>
              <p:nvPr/>
            </p:nvSpPr>
            <p:spPr>
              <a:xfrm>
                <a:off x="3310907" y="3520742"/>
                <a:ext cx="63500" cy="63500"/>
              </a:xfrm>
              <a:custGeom>
                <a:avLst/>
                <a:gdLst>
                  <a:gd name="csX0" fmla="*/ 31833 w 63500"/>
                  <a:gd name="csY0" fmla="*/ 63721 h 63500"/>
                  <a:gd name="csX1" fmla="*/ 54284 w 63500"/>
                  <a:gd name="csY1" fmla="*/ 54422 h 63500"/>
                  <a:gd name="csX2" fmla="*/ 63583 w 63500"/>
                  <a:gd name="csY2" fmla="*/ 31971 h 63500"/>
                  <a:gd name="csX3" fmla="*/ 54284 w 63500"/>
                  <a:gd name="csY3" fmla="*/ 9521 h 63500"/>
                  <a:gd name="csX4" fmla="*/ 31833 w 63500"/>
                  <a:gd name="csY4" fmla="*/ 221 h 63500"/>
                  <a:gd name="csX5" fmla="*/ 9383 w 63500"/>
                  <a:gd name="csY5" fmla="*/ 9521 h 63500"/>
                  <a:gd name="csX6" fmla="*/ 83 w 63500"/>
                  <a:gd name="csY6" fmla="*/ 31971 h 63500"/>
                  <a:gd name="csX7" fmla="*/ 9383 w 63500"/>
                  <a:gd name="csY7" fmla="*/ 54422 h 63500"/>
                  <a:gd name="csX8" fmla="*/ 31833 w 63500"/>
                  <a:gd name="csY8" fmla="*/ 6372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33" y="63721"/>
                    </a:moveTo>
                    <a:cubicBezTo>
                      <a:pt x="40253" y="63721"/>
                      <a:pt x="48330" y="60376"/>
                      <a:pt x="54284" y="54422"/>
                    </a:cubicBezTo>
                    <a:cubicBezTo>
                      <a:pt x="60238" y="48468"/>
                      <a:pt x="63583" y="40391"/>
                      <a:pt x="63583" y="31971"/>
                    </a:cubicBezTo>
                    <a:cubicBezTo>
                      <a:pt x="63583" y="23551"/>
                      <a:pt x="60238" y="15475"/>
                      <a:pt x="54284" y="9521"/>
                    </a:cubicBezTo>
                    <a:cubicBezTo>
                      <a:pt x="48330" y="3567"/>
                      <a:pt x="40253" y="221"/>
                      <a:pt x="31833" y="221"/>
                    </a:cubicBezTo>
                    <a:cubicBezTo>
                      <a:pt x="23413" y="221"/>
                      <a:pt x="15337" y="3567"/>
                      <a:pt x="9383" y="9521"/>
                    </a:cubicBezTo>
                    <a:cubicBezTo>
                      <a:pt x="3429" y="15475"/>
                      <a:pt x="83" y="23551"/>
                      <a:pt x="83" y="31971"/>
                    </a:cubicBezTo>
                    <a:cubicBezTo>
                      <a:pt x="83" y="40391"/>
                      <a:pt x="3429" y="48468"/>
                      <a:pt x="9383" y="54422"/>
                    </a:cubicBezTo>
                    <a:cubicBezTo>
                      <a:pt x="15337" y="60376"/>
                      <a:pt x="23413" y="63721"/>
                      <a:pt x="31833" y="63721"/>
                    </a:cubicBezTo>
                    <a:close/>
                  </a:path>
                </a:pathLst>
              </a:custGeom>
              <a:solidFill>
                <a:srgbClr val="67B57B"/>
              </a:solidFill>
              <a:ln w="3175" cap="flat">
                <a:solidFill>
                  <a:srgbClr val="FFFFFF"/>
                </a:solidFill>
                <a:prstDash val="solid"/>
                <a:round/>
              </a:ln>
            </p:spPr>
            <p:txBody>
              <a:bodyPr/>
              <a:lstStyle/>
              <a:p>
                <a:endParaRPr lang="en-US"/>
              </a:p>
            </p:txBody>
          </p:sp>
          <p:sp>
            <p:nvSpPr>
              <p:cNvPr id="3945" name="Freeform: Shape 3944">
                <a:extLst>
                  <a:ext uri="{FF2B5EF4-FFF2-40B4-BE49-F238E27FC236}">
                    <a16:creationId xmlns:a16="http://schemas.microsoft.com/office/drawing/2014/main" id="{CE6F9CE7-AFF0-7A7C-E505-8A7D64F4054C}"/>
                  </a:ext>
                </a:extLst>
              </p:cNvPr>
              <p:cNvSpPr/>
              <p:nvPr/>
            </p:nvSpPr>
            <p:spPr>
              <a:xfrm>
                <a:off x="3340991" y="3498826"/>
                <a:ext cx="63500" cy="63500"/>
              </a:xfrm>
              <a:custGeom>
                <a:avLst/>
                <a:gdLst>
                  <a:gd name="csX0" fmla="*/ 31836 w 63500"/>
                  <a:gd name="csY0" fmla="*/ 63720 h 63500"/>
                  <a:gd name="csX1" fmla="*/ 54286 w 63500"/>
                  <a:gd name="csY1" fmla="*/ 54420 h 63500"/>
                  <a:gd name="csX2" fmla="*/ 63586 w 63500"/>
                  <a:gd name="csY2" fmla="*/ 31969 h 63500"/>
                  <a:gd name="csX3" fmla="*/ 54286 w 63500"/>
                  <a:gd name="csY3" fmla="*/ 9519 h 63500"/>
                  <a:gd name="csX4" fmla="*/ 31836 w 63500"/>
                  <a:gd name="csY4" fmla="*/ 219 h 63500"/>
                  <a:gd name="csX5" fmla="*/ 9385 w 63500"/>
                  <a:gd name="csY5" fmla="*/ 9519 h 63500"/>
                  <a:gd name="csX6" fmla="*/ 86 w 63500"/>
                  <a:gd name="csY6" fmla="*/ 31969 h 63500"/>
                  <a:gd name="csX7" fmla="*/ 9385 w 63500"/>
                  <a:gd name="csY7" fmla="*/ 54420 h 63500"/>
                  <a:gd name="csX8" fmla="*/ 31836 w 63500"/>
                  <a:gd name="csY8" fmla="*/ 6372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36" y="63720"/>
                    </a:moveTo>
                    <a:cubicBezTo>
                      <a:pt x="40256" y="63720"/>
                      <a:pt x="48332" y="60374"/>
                      <a:pt x="54286" y="54420"/>
                    </a:cubicBezTo>
                    <a:cubicBezTo>
                      <a:pt x="60240" y="48466"/>
                      <a:pt x="63586" y="40390"/>
                      <a:pt x="63586" y="31969"/>
                    </a:cubicBezTo>
                    <a:cubicBezTo>
                      <a:pt x="63586" y="23549"/>
                      <a:pt x="60240" y="15473"/>
                      <a:pt x="54286" y="9519"/>
                    </a:cubicBezTo>
                    <a:cubicBezTo>
                      <a:pt x="48332" y="3565"/>
                      <a:pt x="40256" y="219"/>
                      <a:pt x="31836" y="219"/>
                    </a:cubicBezTo>
                    <a:cubicBezTo>
                      <a:pt x="23415" y="219"/>
                      <a:pt x="15339" y="3565"/>
                      <a:pt x="9385" y="9519"/>
                    </a:cubicBezTo>
                    <a:cubicBezTo>
                      <a:pt x="3431" y="15473"/>
                      <a:pt x="86" y="23549"/>
                      <a:pt x="86" y="31969"/>
                    </a:cubicBezTo>
                    <a:cubicBezTo>
                      <a:pt x="86" y="40390"/>
                      <a:pt x="3431" y="48466"/>
                      <a:pt x="9385" y="54420"/>
                    </a:cubicBezTo>
                    <a:cubicBezTo>
                      <a:pt x="15339" y="60374"/>
                      <a:pt x="23415" y="63720"/>
                      <a:pt x="31836" y="63720"/>
                    </a:cubicBezTo>
                    <a:close/>
                  </a:path>
                </a:pathLst>
              </a:custGeom>
              <a:solidFill>
                <a:srgbClr val="67B57B"/>
              </a:solidFill>
              <a:ln w="3175" cap="flat">
                <a:solidFill>
                  <a:srgbClr val="FFFFFF"/>
                </a:solidFill>
                <a:prstDash val="solid"/>
                <a:round/>
              </a:ln>
            </p:spPr>
            <p:txBody>
              <a:bodyPr/>
              <a:lstStyle/>
              <a:p>
                <a:endParaRPr lang="en-US"/>
              </a:p>
            </p:txBody>
          </p:sp>
          <p:sp>
            <p:nvSpPr>
              <p:cNvPr id="3946" name="Freeform: Shape 3945">
                <a:extLst>
                  <a:ext uri="{FF2B5EF4-FFF2-40B4-BE49-F238E27FC236}">
                    <a16:creationId xmlns:a16="http://schemas.microsoft.com/office/drawing/2014/main" id="{356D0D8E-19F4-809A-D9FD-BC1363F94ACA}"/>
                  </a:ext>
                </a:extLst>
              </p:cNvPr>
              <p:cNvSpPr/>
              <p:nvPr/>
            </p:nvSpPr>
            <p:spPr>
              <a:xfrm>
                <a:off x="3364723" y="3476909"/>
                <a:ext cx="63500" cy="63500"/>
              </a:xfrm>
              <a:custGeom>
                <a:avLst/>
                <a:gdLst>
                  <a:gd name="csX0" fmla="*/ 31837 w 63500"/>
                  <a:gd name="csY0" fmla="*/ 63718 h 63500"/>
                  <a:gd name="csX1" fmla="*/ 54288 w 63500"/>
                  <a:gd name="csY1" fmla="*/ 54418 h 63500"/>
                  <a:gd name="csX2" fmla="*/ 63587 w 63500"/>
                  <a:gd name="csY2" fmla="*/ 31968 h 63500"/>
                  <a:gd name="csX3" fmla="*/ 54288 w 63500"/>
                  <a:gd name="csY3" fmla="*/ 9517 h 63500"/>
                  <a:gd name="csX4" fmla="*/ 31837 w 63500"/>
                  <a:gd name="csY4" fmla="*/ 218 h 63500"/>
                  <a:gd name="csX5" fmla="*/ 9387 w 63500"/>
                  <a:gd name="csY5" fmla="*/ 9517 h 63500"/>
                  <a:gd name="csX6" fmla="*/ 87 w 63500"/>
                  <a:gd name="csY6" fmla="*/ 31968 h 63500"/>
                  <a:gd name="csX7" fmla="*/ 9387 w 63500"/>
                  <a:gd name="csY7" fmla="*/ 54418 h 63500"/>
                  <a:gd name="csX8" fmla="*/ 31837 w 63500"/>
                  <a:gd name="csY8" fmla="*/ 6371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37" y="63718"/>
                    </a:moveTo>
                    <a:cubicBezTo>
                      <a:pt x="40258" y="63718"/>
                      <a:pt x="48334" y="60372"/>
                      <a:pt x="54288" y="54418"/>
                    </a:cubicBezTo>
                    <a:cubicBezTo>
                      <a:pt x="60242" y="48464"/>
                      <a:pt x="63587" y="40388"/>
                      <a:pt x="63587" y="31968"/>
                    </a:cubicBezTo>
                    <a:cubicBezTo>
                      <a:pt x="63587" y="23548"/>
                      <a:pt x="60242" y="15471"/>
                      <a:pt x="54288" y="9517"/>
                    </a:cubicBezTo>
                    <a:cubicBezTo>
                      <a:pt x="48334" y="3563"/>
                      <a:pt x="40258" y="218"/>
                      <a:pt x="31837" y="218"/>
                    </a:cubicBezTo>
                    <a:cubicBezTo>
                      <a:pt x="23417" y="218"/>
                      <a:pt x="15341" y="3563"/>
                      <a:pt x="9387" y="9517"/>
                    </a:cubicBezTo>
                    <a:cubicBezTo>
                      <a:pt x="3433" y="15471"/>
                      <a:pt x="87" y="23548"/>
                      <a:pt x="87" y="31968"/>
                    </a:cubicBezTo>
                    <a:cubicBezTo>
                      <a:pt x="87" y="40388"/>
                      <a:pt x="3433" y="48464"/>
                      <a:pt x="9387" y="54418"/>
                    </a:cubicBezTo>
                    <a:cubicBezTo>
                      <a:pt x="15341" y="60372"/>
                      <a:pt x="23417" y="63718"/>
                      <a:pt x="31837" y="63718"/>
                    </a:cubicBezTo>
                    <a:close/>
                  </a:path>
                </a:pathLst>
              </a:custGeom>
              <a:solidFill>
                <a:srgbClr val="67B57B"/>
              </a:solidFill>
              <a:ln w="3175" cap="flat">
                <a:solidFill>
                  <a:srgbClr val="FFFFFF"/>
                </a:solidFill>
                <a:prstDash val="solid"/>
                <a:round/>
              </a:ln>
            </p:spPr>
            <p:txBody>
              <a:bodyPr/>
              <a:lstStyle/>
              <a:p>
                <a:endParaRPr lang="en-US"/>
              </a:p>
            </p:txBody>
          </p:sp>
          <p:sp>
            <p:nvSpPr>
              <p:cNvPr id="3947" name="Freeform: Shape 3946">
                <a:extLst>
                  <a:ext uri="{FF2B5EF4-FFF2-40B4-BE49-F238E27FC236}">
                    <a16:creationId xmlns:a16="http://schemas.microsoft.com/office/drawing/2014/main" id="{9D161FC4-15C0-5A09-5AC3-B18DEA4E5884}"/>
                  </a:ext>
                </a:extLst>
              </p:cNvPr>
              <p:cNvSpPr/>
              <p:nvPr/>
            </p:nvSpPr>
            <p:spPr>
              <a:xfrm>
                <a:off x="3382739" y="3454993"/>
                <a:ext cx="63500" cy="63500"/>
              </a:xfrm>
              <a:custGeom>
                <a:avLst/>
                <a:gdLst>
                  <a:gd name="csX0" fmla="*/ 31839 w 63500"/>
                  <a:gd name="csY0" fmla="*/ 63716 h 63500"/>
                  <a:gd name="csX1" fmla="*/ 54289 w 63500"/>
                  <a:gd name="csY1" fmla="*/ 54417 h 63500"/>
                  <a:gd name="csX2" fmla="*/ 63589 w 63500"/>
                  <a:gd name="csY2" fmla="*/ 31966 h 63500"/>
                  <a:gd name="csX3" fmla="*/ 54289 w 63500"/>
                  <a:gd name="csY3" fmla="*/ 9515 h 63500"/>
                  <a:gd name="csX4" fmla="*/ 31839 w 63500"/>
                  <a:gd name="csY4" fmla="*/ 216 h 63500"/>
                  <a:gd name="csX5" fmla="*/ 9388 w 63500"/>
                  <a:gd name="csY5" fmla="*/ 9515 h 63500"/>
                  <a:gd name="csX6" fmla="*/ 89 w 63500"/>
                  <a:gd name="csY6" fmla="*/ 31966 h 63500"/>
                  <a:gd name="csX7" fmla="*/ 9388 w 63500"/>
                  <a:gd name="csY7" fmla="*/ 54417 h 63500"/>
                  <a:gd name="csX8" fmla="*/ 31839 w 63500"/>
                  <a:gd name="csY8" fmla="*/ 6371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39" y="63716"/>
                    </a:moveTo>
                    <a:cubicBezTo>
                      <a:pt x="40259" y="63716"/>
                      <a:pt x="48336" y="60371"/>
                      <a:pt x="54289" y="54417"/>
                    </a:cubicBezTo>
                    <a:cubicBezTo>
                      <a:pt x="60243" y="48463"/>
                      <a:pt x="63589" y="40386"/>
                      <a:pt x="63589" y="31966"/>
                    </a:cubicBezTo>
                    <a:cubicBezTo>
                      <a:pt x="63589" y="23546"/>
                      <a:pt x="60243" y="15469"/>
                      <a:pt x="54289" y="9515"/>
                    </a:cubicBezTo>
                    <a:cubicBezTo>
                      <a:pt x="48336" y="3561"/>
                      <a:pt x="40259" y="216"/>
                      <a:pt x="31839" y="216"/>
                    </a:cubicBezTo>
                    <a:cubicBezTo>
                      <a:pt x="23419" y="216"/>
                      <a:pt x="15342" y="3561"/>
                      <a:pt x="9388" y="9515"/>
                    </a:cubicBezTo>
                    <a:cubicBezTo>
                      <a:pt x="3434" y="15469"/>
                      <a:pt x="89" y="23546"/>
                      <a:pt x="89" y="31966"/>
                    </a:cubicBezTo>
                    <a:cubicBezTo>
                      <a:pt x="89" y="40386"/>
                      <a:pt x="3434" y="48463"/>
                      <a:pt x="9388" y="54417"/>
                    </a:cubicBezTo>
                    <a:cubicBezTo>
                      <a:pt x="15342" y="60371"/>
                      <a:pt x="23419" y="63716"/>
                      <a:pt x="31839" y="63716"/>
                    </a:cubicBezTo>
                    <a:close/>
                  </a:path>
                </a:pathLst>
              </a:custGeom>
              <a:solidFill>
                <a:srgbClr val="67B57B"/>
              </a:solidFill>
              <a:ln w="3175" cap="flat">
                <a:solidFill>
                  <a:srgbClr val="FFFFFF"/>
                </a:solidFill>
                <a:prstDash val="solid"/>
                <a:round/>
              </a:ln>
            </p:spPr>
            <p:txBody>
              <a:bodyPr/>
              <a:lstStyle/>
              <a:p>
                <a:endParaRPr lang="en-US"/>
              </a:p>
            </p:txBody>
          </p:sp>
          <p:sp>
            <p:nvSpPr>
              <p:cNvPr id="3948" name="Freeform: Shape 3947">
                <a:extLst>
                  <a:ext uri="{FF2B5EF4-FFF2-40B4-BE49-F238E27FC236}">
                    <a16:creationId xmlns:a16="http://schemas.microsoft.com/office/drawing/2014/main" id="{5978E613-8BDC-B92A-15D1-91AE5C39E592}"/>
                  </a:ext>
                </a:extLst>
              </p:cNvPr>
              <p:cNvSpPr/>
              <p:nvPr/>
            </p:nvSpPr>
            <p:spPr>
              <a:xfrm>
                <a:off x="3401196" y="3433076"/>
                <a:ext cx="63500" cy="63500"/>
              </a:xfrm>
              <a:custGeom>
                <a:avLst/>
                <a:gdLst>
                  <a:gd name="csX0" fmla="*/ 31840 w 63500"/>
                  <a:gd name="csY0" fmla="*/ 63714 h 63500"/>
                  <a:gd name="csX1" fmla="*/ 54291 w 63500"/>
                  <a:gd name="csY1" fmla="*/ 54415 h 63500"/>
                  <a:gd name="csX2" fmla="*/ 63590 w 63500"/>
                  <a:gd name="csY2" fmla="*/ 31964 h 63500"/>
                  <a:gd name="csX3" fmla="*/ 54291 w 63500"/>
                  <a:gd name="csY3" fmla="*/ 9514 h 63500"/>
                  <a:gd name="csX4" fmla="*/ 31840 w 63500"/>
                  <a:gd name="csY4" fmla="*/ 214 h 63500"/>
                  <a:gd name="csX5" fmla="*/ 9390 w 63500"/>
                  <a:gd name="csY5" fmla="*/ 9514 h 63500"/>
                  <a:gd name="csX6" fmla="*/ 90 w 63500"/>
                  <a:gd name="csY6" fmla="*/ 31964 h 63500"/>
                  <a:gd name="csX7" fmla="*/ 9390 w 63500"/>
                  <a:gd name="csY7" fmla="*/ 54415 h 63500"/>
                  <a:gd name="csX8" fmla="*/ 31840 w 63500"/>
                  <a:gd name="csY8" fmla="*/ 6371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40" y="63714"/>
                    </a:moveTo>
                    <a:cubicBezTo>
                      <a:pt x="40261" y="63714"/>
                      <a:pt x="48337" y="60369"/>
                      <a:pt x="54291" y="54415"/>
                    </a:cubicBezTo>
                    <a:cubicBezTo>
                      <a:pt x="60245" y="48461"/>
                      <a:pt x="63590" y="40385"/>
                      <a:pt x="63590" y="31964"/>
                    </a:cubicBezTo>
                    <a:cubicBezTo>
                      <a:pt x="63590" y="23544"/>
                      <a:pt x="60245" y="15468"/>
                      <a:pt x="54291" y="9514"/>
                    </a:cubicBezTo>
                    <a:cubicBezTo>
                      <a:pt x="48337" y="3560"/>
                      <a:pt x="40261" y="214"/>
                      <a:pt x="31840" y="214"/>
                    </a:cubicBezTo>
                    <a:cubicBezTo>
                      <a:pt x="23420" y="214"/>
                      <a:pt x="15344" y="3560"/>
                      <a:pt x="9390" y="9514"/>
                    </a:cubicBezTo>
                    <a:cubicBezTo>
                      <a:pt x="3436" y="15468"/>
                      <a:pt x="90" y="23544"/>
                      <a:pt x="90" y="31964"/>
                    </a:cubicBezTo>
                    <a:cubicBezTo>
                      <a:pt x="90" y="40385"/>
                      <a:pt x="3436" y="48461"/>
                      <a:pt x="9390" y="54415"/>
                    </a:cubicBezTo>
                    <a:cubicBezTo>
                      <a:pt x="15344" y="60369"/>
                      <a:pt x="23420" y="63714"/>
                      <a:pt x="31840" y="63714"/>
                    </a:cubicBezTo>
                    <a:close/>
                  </a:path>
                </a:pathLst>
              </a:custGeom>
              <a:solidFill>
                <a:srgbClr val="67B57B"/>
              </a:solidFill>
              <a:ln w="3175" cap="flat">
                <a:solidFill>
                  <a:srgbClr val="FFFFFF"/>
                </a:solidFill>
                <a:prstDash val="solid"/>
                <a:round/>
              </a:ln>
            </p:spPr>
            <p:txBody>
              <a:bodyPr/>
              <a:lstStyle/>
              <a:p>
                <a:endParaRPr lang="en-US"/>
              </a:p>
            </p:txBody>
          </p:sp>
          <p:sp>
            <p:nvSpPr>
              <p:cNvPr id="3949" name="Freeform: Shape 3948">
                <a:extLst>
                  <a:ext uri="{FF2B5EF4-FFF2-40B4-BE49-F238E27FC236}">
                    <a16:creationId xmlns:a16="http://schemas.microsoft.com/office/drawing/2014/main" id="{A22435A2-512C-0448-C3D9-48EB223F8FF9}"/>
                  </a:ext>
                </a:extLst>
              </p:cNvPr>
              <p:cNvSpPr/>
              <p:nvPr/>
            </p:nvSpPr>
            <p:spPr>
              <a:xfrm>
                <a:off x="3432845" y="3411160"/>
                <a:ext cx="63500" cy="63500"/>
              </a:xfrm>
              <a:custGeom>
                <a:avLst/>
                <a:gdLst>
                  <a:gd name="csX0" fmla="*/ 31843 w 63500"/>
                  <a:gd name="csY0" fmla="*/ 63713 h 63500"/>
                  <a:gd name="csX1" fmla="*/ 54293 w 63500"/>
                  <a:gd name="csY1" fmla="*/ 54413 h 63500"/>
                  <a:gd name="csX2" fmla="*/ 63593 w 63500"/>
                  <a:gd name="csY2" fmla="*/ 31963 h 63500"/>
                  <a:gd name="csX3" fmla="*/ 54293 w 63500"/>
                  <a:gd name="csY3" fmla="*/ 9512 h 63500"/>
                  <a:gd name="csX4" fmla="*/ 31843 w 63500"/>
                  <a:gd name="csY4" fmla="*/ 213 h 63500"/>
                  <a:gd name="csX5" fmla="*/ 9392 w 63500"/>
                  <a:gd name="csY5" fmla="*/ 9512 h 63500"/>
                  <a:gd name="csX6" fmla="*/ 93 w 63500"/>
                  <a:gd name="csY6" fmla="*/ 31963 h 63500"/>
                  <a:gd name="csX7" fmla="*/ 9392 w 63500"/>
                  <a:gd name="csY7" fmla="*/ 54413 h 63500"/>
                  <a:gd name="csX8" fmla="*/ 31843 w 63500"/>
                  <a:gd name="csY8" fmla="*/ 6371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43" y="63713"/>
                    </a:moveTo>
                    <a:cubicBezTo>
                      <a:pt x="40263" y="63713"/>
                      <a:pt x="48339" y="60367"/>
                      <a:pt x="54293" y="54413"/>
                    </a:cubicBezTo>
                    <a:cubicBezTo>
                      <a:pt x="60247" y="48459"/>
                      <a:pt x="63593" y="40383"/>
                      <a:pt x="63593" y="31963"/>
                    </a:cubicBezTo>
                    <a:cubicBezTo>
                      <a:pt x="63593" y="23542"/>
                      <a:pt x="60247" y="15466"/>
                      <a:pt x="54293" y="9512"/>
                    </a:cubicBezTo>
                    <a:cubicBezTo>
                      <a:pt x="48339" y="3558"/>
                      <a:pt x="40263" y="213"/>
                      <a:pt x="31843" y="213"/>
                    </a:cubicBezTo>
                    <a:cubicBezTo>
                      <a:pt x="23423" y="213"/>
                      <a:pt x="15346" y="3558"/>
                      <a:pt x="9392" y="9512"/>
                    </a:cubicBezTo>
                    <a:cubicBezTo>
                      <a:pt x="3438" y="15466"/>
                      <a:pt x="93" y="23542"/>
                      <a:pt x="93" y="31963"/>
                    </a:cubicBezTo>
                    <a:cubicBezTo>
                      <a:pt x="93" y="40383"/>
                      <a:pt x="3438" y="48459"/>
                      <a:pt x="9392" y="54413"/>
                    </a:cubicBezTo>
                    <a:cubicBezTo>
                      <a:pt x="15346" y="60367"/>
                      <a:pt x="23423" y="63713"/>
                      <a:pt x="31843" y="63713"/>
                    </a:cubicBezTo>
                    <a:close/>
                  </a:path>
                </a:pathLst>
              </a:custGeom>
              <a:solidFill>
                <a:srgbClr val="67B57B"/>
              </a:solidFill>
              <a:ln w="3175" cap="flat">
                <a:solidFill>
                  <a:srgbClr val="FFFFFF"/>
                </a:solidFill>
                <a:prstDash val="solid"/>
                <a:round/>
              </a:ln>
            </p:spPr>
            <p:txBody>
              <a:bodyPr/>
              <a:lstStyle/>
              <a:p>
                <a:endParaRPr lang="en-US"/>
              </a:p>
            </p:txBody>
          </p:sp>
          <p:sp>
            <p:nvSpPr>
              <p:cNvPr id="3950" name="Freeform: Shape 3949">
                <a:extLst>
                  <a:ext uri="{FF2B5EF4-FFF2-40B4-BE49-F238E27FC236}">
                    <a16:creationId xmlns:a16="http://schemas.microsoft.com/office/drawing/2014/main" id="{BA08AD5A-73A1-99BC-02EC-811E622B41FD}"/>
                  </a:ext>
                </a:extLst>
              </p:cNvPr>
              <p:cNvSpPr/>
              <p:nvPr/>
            </p:nvSpPr>
            <p:spPr>
              <a:xfrm>
                <a:off x="3443267" y="3389243"/>
                <a:ext cx="63500" cy="63500"/>
              </a:xfrm>
              <a:custGeom>
                <a:avLst/>
                <a:gdLst>
                  <a:gd name="csX0" fmla="*/ 31844 w 63500"/>
                  <a:gd name="csY0" fmla="*/ 63711 h 63500"/>
                  <a:gd name="csX1" fmla="*/ 54294 w 63500"/>
                  <a:gd name="csY1" fmla="*/ 54412 h 63500"/>
                  <a:gd name="csX2" fmla="*/ 63594 w 63500"/>
                  <a:gd name="csY2" fmla="*/ 31961 h 63500"/>
                  <a:gd name="csX3" fmla="*/ 54294 w 63500"/>
                  <a:gd name="csY3" fmla="*/ 9510 h 63500"/>
                  <a:gd name="csX4" fmla="*/ 31844 w 63500"/>
                  <a:gd name="csY4" fmla="*/ 211 h 63500"/>
                  <a:gd name="csX5" fmla="*/ 9393 w 63500"/>
                  <a:gd name="csY5" fmla="*/ 9510 h 63500"/>
                  <a:gd name="csX6" fmla="*/ 94 w 63500"/>
                  <a:gd name="csY6" fmla="*/ 31961 h 63500"/>
                  <a:gd name="csX7" fmla="*/ 9393 w 63500"/>
                  <a:gd name="csY7" fmla="*/ 54412 h 63500"/>
                  <a:gd name="csX8" fmla="*/ 31844 w 63500"/>
                  <a:gd name="csY8" fmla="*/ 6371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44" y="63711"/>
                    </a:moveTo>
                    <a:cubicBezTo>
                      <a:pt x="40264" y="63711"/>
                      <a:pt x="48340" y="60365"/>
                      <a:pt x="54294" y="54412"/>
                    </a:cubicBezTo>
                    <a:cubicBezTo>
                      <a:pt x="60248" y="48458"/>
                      <a:pt x="63594" y="40381"/>
                      <a:pt x="63594" y="31961"/>
                    </a:cubicBezTo>
                    <a:cubicBezTo>
                      <a:pt x="63594" y="23541"/>
                      <a:pt x="60248" y="15464"/>
                      <a:pt x="54294" y="9510"/>
                    </a:cubicBezTo>
                    <a:cubicBezTo>
                      <a:pt x="48340" y="3556"/>
                      <a:pt x="40264" y="211"/>
                      <a:pt x="31844" y="211"/>
                    </a:cubicBezTo>
                    <a:cubicBezTo>
                      <a:pt x="23423" y="211"/>
                      <a:pt x="15347" y="3556"/>
                      <a:pt x="9393" y="9510"/>
                    </a:cubicBezTo>
                    <a:cubicBezTo>
                      <a:pt x="3439" y="15464"/>
                      <a:pt x="94" y="23541"/>
                      <a:pt x="94" y="31961"/>
                    </a:cubicBezTo>
                    <a:cubicBezTo>
                      <a:pt x="94" y="40381"/>
                      <a:pt x="3439" y="48458"/>
                      <a:pt x="9393" y="54412"/>
                    </a:cubicBezTo>
                    <a:cubicBezTo>
                      <a:pt x="15347" y="60365"/>
                      <a:pt x="23423" y="63711"/>
                      <a:pt x="31844" y="63711"/>
                    </a:cubicBezTo>
                    <a:close/>
                  </a:path>
                </a:pathLst>
              </a:custGeom>
              <a:solidFill>
                <a:srgbClr val="67B57B"/>
              </a:solidFill>
              <a:ln w="3175" cap="flat">
                <a:solidFill>
                  <a:srgbClr val="FFFFFF"/>
                </a:solidFill>
                <a:prstDash val="solid"/>
                <a:round/>
              </a:ln>
            </p:spPr>
            <p:txBody>
              <a:bodyPr/>
              <a:lstStyle/>
              <a:p>
                <a:endParaRPr lang="en-US"/>
              </a:p>
            </p:txBody>
          </p:sp>
          <p:sp>
            <p:nvSpPr>
              <p:cNvPr id="3951" name="Freeform: Shape 3950">
                <a:extLst>
                  <a:ext uri="{FF2B5EF4-FFF2-40B4-BE49-F238E27FC236}">
                    <a16:creationId xmlns:a16="http://schemas.microsoft.com/office/drawing/2014/main" id="{C6740B8A-250E-1242-7445-1AED58F17706}"/>
                  </a:ext>
                </a:extLst>
              </p:cNvPr>
              <p:cNvSpPr/>
              <p:nvPr/>
            </p:nvSpPr>
            <p:spPr>
              <a:xfrm>
                <a:off x="3459414" y="3367327"/>
                <a:ext cx="63500" cy="63500"/>
              </a:xfrm>
              <a:custGeom>
                <a:avLst/>
                <a:gdLst>
                  <a:gd name="csX0" fmla="*/ 31845 w 63500"/>
                  <a:gd name="csY0" fmla="*/ 63709 h 63500"/>
                  <a:gd name="csX1" fmla="*/ 54296 w 63500"/>
                  <a:gd name="csY1" fmla="*/ 54410 h 63500"/>
                  <a:gd name="csX2" fmla="*/ 63595 w 63500"/>
                  <a:gd name="csY2" fmla="*/ 31959 h 63500"/>
                  <a:gd name="csX3" fmla="*/ 54296 w 63500"/>
                  <a:gd name="csY3" fmla="*/ 9509 h 63500"/>
                  <a:gd name="csX4" fmla="*/ 31845 w 63500"/>
                  <a:gd name="csY4" fmla="*/ 209 h 63500"/>
                  <a:gd name="csX5" fmla="*/ 9394 w 63500"/>
                  <a:gd name="csY5" fmla="*/ 9509 h 63500"/>
                  <a:gd name="csX6" fmla="*/ 95 w 63500"/>
                  <a:gd name="csY6" fmla="*/ 31959 h 63500"/>
                  <a:gd name="csX7" fmla="*/ 9394 w 63500"/>
                  <a:gd name="csY7" fmla="*/ 54410 h 63500"/>
                  <a:gd name="csX8" fmla="*/ 31845 w 63500"/>
                  <a:gd name="csY8" fmla="*/ 6370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45" y="63709"/>
                    </a:moveTo>
                    <a:cubicBezTo>
                      <a:pt x="40265" y="63709"/>
                      <a:pt x="48342" y="60364"/>
                      <a:pt x="54296" y="54410"/>
                    </a:cubicBezTo>
                    <a:cubicBezTo>
                      <a:pt x="60250" y="48456"/>
                      <a:pt x="63595" y="40379"/>
                      <a:pt x="63595" y="31959"/>
                    </a:cubicBezTo>
                    <a:cubicBezTo>
                      <a:pt x="63595" y="23539"/>
                      <a:pt x="60250" y="15462"/>
                      <a:pt x="54296" y="9509"/>
                    </a:cubicBezTo>
                    <a:cubicBezTo>
                      <a:pt x="48342" y="3555"/>
                      <a:pt x="40265" y="209"/>
                      <a:pt x="31845" y="209"/>
                    </a:cubicBezTo>
                    <a:cubicBezTo>
                      <a:pt x="23425" y="209"/>
                      <a:pt x="15348" y="3555"/>
                      <a:pt x="9394" y="9509"/>
                    </a:cubicBezTo>
                    <a:cubicBezTo>
                      <a:pt x="3440" y="15462"/>
                      <a:pt x="95" y="23539"/>
                      <a:pt x="95" y="31959"/>
                    </a:cubicBezTo>
                    <a:cubicBezTo>
                      <a:pt x="95" y="40379"/>
                      <a:pt x="3440" y="48456"/>
                      <a:pt x="9394" y="54410"/>
                    </a:cubicBezTo>
                    <a:cubicBezTo>
                      <a:pt x="15348" y="60364"/>
                      <a:pt x="23425" y="63709"/>
                      <a:pt x="31845" y="63709"/>
                    </a:cubicBezTo>
                    <a:close/>
                  </a:path>
                </a:pathLst>
              </a:custGeom>
              <a:solidFill>
                <a:srgbClr val="67B57B"/>
              </a:solidFill>
              <a:ln w="3175" cap="flat">
                <a:solidFill>
                  <a:srgbClr val="FFFFFF"/>
                </a:solidFill>
                <a:prstDash val="solid"/>
                <a:round/>
              </a:ln>
            </p:spPr>
            <p:txBody>
              <a:bodyPr/>
              <a:lstStyle/>
              <a:p>
                <a:endParaRPr lang="en-US"/>
              </a:p>
            </p:txBody>
          </p:sp>
          <p:sp>
            <p:nvSpPr>
              <p:cNvPr id="3952" name="Freeform: Shape 3951">
                <a:extLst>
                  <a:ext uri="{FF2B5EF4-FFF2-40B4-BE49-F238E27FC236}">
                    <a16:creationId xmlns:a16="http://schemas.microsoft.com/office/drawing/2014/main" id="{E191C28E-4E3A-07CA-02DB-A0D848D9132E}"/>
                  </a:ext>
                </a:extLst>
              </p:cNvPr>
              <p:cNvSpPr/>
              <p:nvPr/>
            </p:nvSpPr>
            <p:spPr>
              <a:xfrm>
                <a:off x="3482943" y="3345410"/>
                <a:ext cx="63500" cy="63500"/>
              </a:xfrm>
              <a:custGeom>
                <a:avLst/>
                <a:gdLst>
                  <a:gd name="csX0" fmla="*/ 31847 w 63500"/>
                  <a:gd name="csY0" fmla="*/ 63707 h 63500"/>
                  <a:gd name="csX1" fmla="*/ 54297 w 63500"/>
                  <a:gd name="csY1" fmla="*/ 54408 h 63500"/>
                  <a:gd name="csX2" fmla="*/ 63597 w 63500"/>
                  <a:gd name="csY2" fmla="*/ 31957 h 63500"/>
                  <a:gd name="csX3" fmla="*/ 54297 w 63500"/>
                  <a:gd name="csY3" fmla="*/ 9507 h 63500"/>
                  <a:gd name="csX4" fmla="*/ 31847 w 63500"/>
                  <a:gd name="csY4" fmla="*/ 207 h 63500"/>
                  <a:gd name="csX5" fmla="*/ 9396 w 63500"/>
                  <a:gd name="csY5" fmla="*/ 9507 h 63500"/>
                  <a:gd name="csX6" fmla="*/ 97 w 63500"/>
                  <a:gd name="csY6" fmla="*/ 31957 h 63500"/>
                  <a:gd name="csX7" fmla="*/ 9396 w 63500"/>
                  <a:gd name="csY7" fmla="*/ 54408 h 63500"/>
                  <a:gd name="csX8" fmla="*/ 31847 w 63500"/>
                  <a:gd name="csY8" fmla="*/ 6370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47" y="63707"/>
                    </a:moveTo>
                    <a:cubicBezTo>
                      <a:pt x="40267" y="63707"/>
                      <a:pt x="48343" y="60362"/>
                      <a:pt x="54297" y="54408"/>
                    </a:cubicBezTo>
                    <a:cubicBezTo>
                      <a:pt x="60251" y="48454"/>
                      <a:pt x="63597" y="40378"/>
                      <a:pt x="63597" y="31957"/>
                    </a:cubicBezTo>
                    <a:cubicBezTo>
                      <a:pt x="63597" y="23537"/>
                      <a:pt x="60251" y="15461"/>
                      <a:pt x="54297" y="9507"/>
                    </a:cubicBezTo>
                    <a:cubicBezTo>
                      <a:pt x="48343" y="3553"/>
                      <a:pt x="40267" y="207"/>
                      <a:pt x="31847" y="207"/>
                    </a:cubicBezTo>
                    <a:cubicBezTo>
                      <a:pt x="23427" y="207"/>
                      <a:pt x="15350" y="3553"/>
                      <a:pt x="9396" y="9507"/>
                    </a:cubicBezTo>
                    <a:cubicBezTo>
                      <a:pt x="3442" y="15461"/>
                      <a:pt x="97" y="23537"/>
                      <a:pt x="97" y="31957"/>
                    </a:cubicBezTo>
                    <a:cubicBezTo>
                      <a:pt x="97" y="40378"/>
                      <a:pt x="3442" y="48454"/>
                      <a:pt x="9396" y="54408"/>
                    </a:cubicBezTo>
                    <a:cubicBezTo>
                      <a:pt x="15350" y="60362"/>
                      <a:pt x="23427" y="63707"/>
                      <a:pt x="31847" y="63707"/>
                    </a:cubicBezTo>
                    <a:close/>
                  </a:path>
                </a:pathLst>
              </a:custGeom>
              <a:solidFill>
                <a:srgbClr val="67B57B"/>
              </a:solidFill>
              <a:ln w="3175" cap="flat">
                <a:solidFill>
                  <a:srgbClr val="FFFFFF"/>
                </a:solidFill>
                <a:prstDash val="solid"/>
                <a:round/>
              </a:ln>
            </p:spPr>
            <p:txBody>
              <a:bodyPr/>
              <a:lstStyle/>
              <a:p>
                <a:endParaRPr lang="en-US"/>
              </a:p>
            </p:txBody>
          </p:sp>
          <p:sp>
            <p:nvSpPr>
              <p:cNvPr id="3953" name="Freeform: Shape 3952">
                <a:extLst>
                  <a:ext uri="{FF2B5EF4-FFF2-40B4-BE49-F238E27FC236}">
                    <a16:creationId xmlns:a16="http://schemas.microsoft.com/office/drawing/2014/main" id="{C7A30613-2D13-EC12-8969-1DEF246E8AD6}"/>
                  </a:ext>
                </a:extLst>
              </p:cNvPr>
              <p:cNvSpPr/>
              <p:nvPr/>
            </p:nvSpPr>
            <p:spPr>
              <a:xfrm>
                <a:off x="3500915" y="3323494"/>
                <a:ext cx="63500" cy="63500"/>
              </a:xfrm>
              <a:custGeom>
                <a:avLst/>
                <a:gdLst>
                  <a:gd name="csX0" fmla="*/ 31848 w 63500"/>
                  <a:gd name="csY0" fmla="*/ 63706 h 63500"/>
                  <a:gd name="csX1" fmla="*/ 54299 w 63500"/>
                  <a:gd name="csY1" fmla="*/ 54406 h 63500"/>
                  <a:gd name="csX2" fmla="*/ 63598 w 63500"/>
                  <a:gd name="csY2" fmla="*/ 31956 h 63500"/>
                  <a:gd name="csX3" fmla="*/ 54299 w 63500"/>
                  <a:gd name="csY3" fmla="*/ 9505 h 63500"/>
                  <a:gd name="csX4" fmla="*/ 31848 w 63500"/>
                  <a:gd name="csY4" fmla="*/ 206 h 63500"/>
                  <a:gd name="csX5" fmla="*/ 9398 w 63500"/>
                  <a:gd name="csY5" fmla="*/ 9505 h 63500"/>
                  <a:gd name="csX6" fmla="*/ 98 w 63500"/>
                  <a:gd name="csY6" fmla="*/ 31956 h 63500"/>
                  <a:gd name="csX7" fmla="*/ 9398 w 63500"/>
                  <a:gd name="csY7" fmla="*/ 54406 h 63500"/>
                  <a:gd name="csX8" fmla="*/ 31848 w 63500"/>
                  <a:gd name="csY8" fmla="*/ 6370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48" y="63706"/>
                    </a:moveTo>
                    <a:cubicBezTo>
                      <a:pt x="40268" y="63706"/>
                      <a:pt x="48345" y="60360"/>
                      <a:pt x="54299" y="54406"/>
                    </a:cubicBezTo>
                    <a:cubicBezTo>
                      <a:pt x="60253" y="48452"/>
                      <a:pt x="63598" y="40376"/>
                      <a:pt x="63598" y="31956"/>
                    </a:cubicBezTo>
                    <a:cubicBezTo>
                      <a:pt x="63598" y="23535"/>
                      <a:pt x="60253" y="15459"/>
                      <a:pt x="54299" y="9505"/>
                    </a:cubicBezTo>
                    <a:cubicBezTo>
                      <a:pt x="48345" y="3551"/>
                      <a:pt x="40268" y="206"/>
                      <a:pt x="31848" y="206"/>
                    </a:cubicBezTo>
                    <a:cubicBezTo>
                      <a:pt x="23428" y="206"/>
                      <a:pt x="15351" y="3551"/>
                      <a:pt x="9398" y="9505"/>
                    </a:cubicBezTo>
                    <a:cubicBezTo>
                      <a:pt x="3444" y="15459"/>
                      <a:pt x="98" y="23535"/>
                      <a:pt x="98" y="31956"/>
                    </a:cubicBezTo>
                    <a:cubicBezTo>
                      <a:pt x="98" y="40376"/>
                      <a:pt x="3444" y="48452"/>
                      <a:pt x="9398" y="54406"/>
                    </a:cubicBezTo>
                    <a:cubicBezTo>
                      <a:pt x="15351" y="60360"/>
                      <a:pt x="23428" y="63706"/>
                      <a:pt x="31848" y="63706"/>
                    </a:cubicBezTo>
                    <a:close/>
                  </a:path>
                </a:pathLst>
              </a:custGeom>
              <a:solidFill>
                <a:srgbClr val="67B57B"/>
              </a:solidFill>
              <a:ln w="3175" cap="flat">
                <a:solidFill>
                  <a:srgbClr val="FFFFFF"/>
                </a:solidFill>
                <a:prstDash val="solid"/>
                <a:round/>
              </a:ln>
            </p:spPr>
            <p:txBody>
              <a:bodyPr/>
              <a:lstStyle/>
              <a:p>
                <a:endParaRPr lang="en-US"/>
              </a:p>
            </p:txBody>
          </p:sp>
          <p:sp>
            <p:nvSpPr>
              <p:cNvPr id="3954" name="Freeform: Shape 3953">
                <a:extLst>
                  <a:ext uri="{FF2B5EF4-FFF2-40B4-BE49-F238E27FC236}">
                    <a16:creationId xmlns:a16="http://schemas.microsoft.com/office/drawing/2014/main" id="{8DA5D135-F20D-4CF9-34B7-4FA450C11CCF}"/>
                  </a:ext>
                </a:extLst>
              </p:cNvPr>
              <p:cNvSpPr/>
              <p:nvPr/>
            </p:nvSpPr>
            <p:spPr>
              <a:xfrm>
                <a:off x="3545223" y="3301577"/>
                <a:ext cx="63500" cy="63500"/>
              </a:xfrm>
              <a:custGeom>
                <a:avLst/>
                <a:gdLst>
                  <a:gd name="csX0" fmla="*/ 31852 w 63500"/>
                  <a:gd name="csY0" fmla="*/ 63704 h 63500"/>
                  <a:gd name="csX1" fmla="*/ 54302 w 63500"/>
                  <a:gd name="csY1" fmla="*/ 54405 h 63500"/>
                  <a:gd name="csX2" fmla="*/ 63602 w 63500"/>
                  <a:gd name="csY2" fmla="*/ 31954 h 63500"/>
                  <a:gd name="csX3" fmla="*/ 54302 w 63500"/>
                  <a:gd name="csY3" fmla="*/ 9503 h 63500"/>
                  <a:gd name="csX4" fmla="*/ 31852 w 63500"/>
                  <a:gd name="csY4" fmla="*/ 204 h 63500"/>
                  <a:gd name="csX5" fmla="*/ 9401 w 63500"/>
                  <a:gd name="csY5" fmla="*/ 9503 h 63500"/>
                  <a:gd name="csX6" fmla="*/ 102 w 63500"/>
                  <a:gd name="csY6" fmla="*/ 31954 h 63500"/>
                  <a:gd name="csX7" fmla="*/ 9401 w 63500"/>
                  <a:gd name="csY7" fmla="*/ 54405 h 63500"/>
                  <a:gd name="csX8" fmla="*/ 31852 w 63500"/>
                  <a:gd name="csY8" fmla="*/ 6370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2" y="63704"/>
                    </a:moveTo>
                    <a:cubicBezTo>
                      <a:pt x="40272" y="63704"/>
                      <a:pt x="48348" y="60359"/>
                      <a:pt x="54302" y="54405"/>
                    </a:cubicBezTo>
                    <a:cubicBezTo>
                      <a:pt x="60256" y="48451"/>
                      <a:pt x="63602" y="40374"/>
                      <a:pt x="63602" y="31954"/>
                    </a:cubicBezTo>
                    <a:cubicBezTo>
                      <a:pt x="63602" y="23534"/>
                      <a:pt x="60256" y="15457"/>
                      <a:pt x="54302" y="9503"/>
                    </a:cubicBezTo>
                    <a:cubicBezTo>
                      <a:pt x="48348" y="3549"/>
                      <a:pt x="40272" y="204"/>
                      <a:pt x="31852" y="204"/>
                    </a:cubicBezTo>
                    <a:cubicBezTo>
                      <a:pt x="23431" y="204"/>
                      <a:pt x="15355" y="3549"/>
                      <a:pt x="9401" y="9503"/>
                    </a:cubicBezTo>
                    <a:cubicBezTo>
                      <a:pt x="3447" y="15457"/>
                      <a:pt x="102" y="23534"/>
                      <a:pt x="102" y="31954"/>
                    </a:cubicBezTo>
                    <a:cubicBezTo>
                      <a:pt x="102" y="40374"/>
                      <a:pt x="3447" y="48451"/>
                      <a:pt x="9401" y="54405"/>
                    </a:cubicBezTo>
                    <a:cubicBezTo>
                      <a:pt x="15355" y="60359"/>
                      <a:pt x="23431" y="63704"/>
                      <a:pt x="31852" y="63704"/>
                    </a:cubicBezTo>
                    <a:close/>
                  </a:path>
                </a:pathLst>
              </a:custGeom>
              <a:solidFill>
                <a:srgbClr val="67B57B"/>
              </a:solidFill>
              <a:ln w="3175" cap="flat">
                <a:solidFill>
                  <a:srgbClr val="FFFFFF"/>
                </a:solidFill>
                <a:prstDash val="solid"/>
                <a:round/>
              </a:ln>
            </p:spPr>
            <p:txBody>
              <a:bodyPr/>
              <a:lstStyle/>
              <a:p>
                <a:endParaRPr lang="en-US"/>
              </a:p>
            </p:txBody>
          </p:sp>
          <p:sp>
            <p:nvSpPr>
              <p:cNvPr id="3955" name="Freeform: Shape 3954">
                <a:extLst>
                  <a:ext uri="{FF2B5EF4-FFF2-40B4-BE49-F238E27FC236}">
                    <a16:creationId xmlns:a16="http://schemas.microsoft.com/office/drawing/2014/main" id="{D44513F1-0295-F212-63CB-D7DBB609C808}"/>
                  </a:ext>
                </a:extLst>
              </p:cNvPr>
              <p:cNvSpPr/>
              <p:nvPr/>
            </p:nvSpPr>
            <p:spPr>
              <a:xfrm>
                <a:off x="3580802" y="3279661"/>
                <a:ext cx="63500" cy="63500"/>
              </a:xfrm>
              <a:custGeom>
                <a:avLst/>
                <a:gdLst>
                  <a:gd name="csX0" fmla="*/ 31854 w 63500"/>
                  <a:gd name="csY0" fmla="*/ 63702 h 63500"/>
                  <a:gd name="csX1" fmla="*/ 54305 w 63500"/>
                  <a:gd name="csY1" fmla="*/ 54403 h 63500"/>
                  <a:gd name="csX2" fmla="*/ 63604 w 63500"/>
                  <a:gd name="csY2" fmla="*/ 31952 h 63500"/>
                  <a:gd name="csX3" fmla="*/ 54305 w 63500"/>
                  <a:gd name="csY3" fmla="*/ 9502 h 63500"/>
                  <a:gd name="csX4" fmla="*/ 31854 w 63500"/>
                  <a:gd name="csY4" fmla="*/ 202 h 63500"/>
                  <a:gd name="csX5" fmla="*/ 9404 w 63500"/>
                  <a:gd name="csY5" fmla="*/ 9502 h 63500"/>
                  <a:gd name="csX6" fmla="*/ 104 w 63500"/>
                  <a:gd name="csY6" fmla="*/ 31952 h 63500"/>
                  <a:gd name="csX7" fmla="*/ 9404 w 63500"/>
                  <a:gd name="csY7" fmla="*/ 54403 h 63500"/>
                  <a:gd name="csX8" fmla="*/ 31854 w 63500"/>
                  <a:gd name="csY8" fmla="*/ 6370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4" y="63702"/>
                    </a:moveTo>
                    <a:cubicBezTo>
                      <a:pt x="40275" y="63702"/>
                      <a:pt x="48351" y="60357"/>
                      <a:pt x="54305" y="54403"/>
                    </a:cubicBezTo>
                    <a:cubicBezTo>
                      <a:pt x="60259" y="48449"/>
                      <a:pt x="63604" y="40372"/>
                      <a:pt x="63604" y="31952"/>
                    </a:cubicBezTo>
                    <a:cubicBezTo>
                      <a:pt x="63604" y="23532"/>
                      <a:pt x="60259" y="15456"/>
                      <a:pt x="54305" y="9502"/>
                    </a:cubicBezTo>
                    <a:cubicBezTo>
                      <a:pt x="48351" y="3548"/>
                      <a:pt x="40275" y="202"/>
                      <a:pt x="31854" y="202"/>
                    </a:cubicBezTo>
                    <a:cubicBezTo>
                      <a:pt x="23434" y="202"/>
                      <a:pt x="15358" y="3548"/>
                      <a:pt x="9404" y="9502"/>
                    </a:cubicBezTo>
                    <a:cubicBezTo>
                      <a:pt x="3450" y="15456"/>
                      <a:pt x="104" y="23532"/>
                      <a:pt x="104" y="31952"/>
                    </a:cubicBezTo>
                    <a:cubicBezTo>
                      <a:pt x="104" y="40372"/>
                      <a:pt x="3450" y="48449"/>
                      <a:pt x="9404" y="54403"/>
                    </a:cubicBezTo>
                    <a:cubicBezTo>
                      <a:pt x="15358" y="60357"/>
                      <a:pt x="23434" y="63702"/>
                      <a:pt x="31854" y="63702"/>
                    </a:cubicBezTo>
                    <a:close/>
                  </a:path>
                </a:pathLst>
              </a:custGeom>
              <a:solidFill>
                <a:srgbClr val="67B57B"/>
              </a:solidFill>
              <a:ln w="3175" cap="flat">
                <a:solidFill>
                  <a:srgbClr val="FFFFFF"/>
                </a:solidFill>
                <a:prstDash val="solid"/>
                <a:round/>
              </a:ln>
            </p:spPr>
            <p:txBody>
              <a:bodyPr/>
              <a:lstStyle/>
              <a:p>
                <a:endParaRPr lang="en-US"/>
              </a:p>
            </p:txBody>
          </p:sp>
          <p:sp>
            <p:nvSpPr>
              <p:cNvPr id="3956" name="Freeform: Shape 3955">
                <a:extLst>
                  <a:ext uri="{FF2B5EF4-FFF2-40B4-BE49-F238E27FC236}">
                    <a16:creationId xmlns:a16="http://schemas.microsoft.com/office/drawing/2014/main" id="{42CA2657-30E2-C256-208E-70358C26803D}"/>
                  </a:ext>
                </a:extLst>
              </p:cNvPr>
              <p:cNvSpPr/>
              <p:nvPr/>
            </p:nvSpPr>
            <p:spPr>
              <a:xfrm>
                <a:off x="3599162" y="3257745"/>
                <a:ext cx="63500" cy="63500"/>
              </a:xfrm>
              <a:custGeom>
                <a:avLst/>
                <a:gdLst>
                  <a:gd name="csX0" fmla="*/ 31856 w 63500"/>
                  <a:gd name="csY0" fmla="*/ 63701 h 63500"/>
                  <a:gd name="csX1" fmla="*/ 54307 w 63500"/>
                  <a:gd name="csY1" fmla="*/ 54401 h 63500"/>
                  <a:gd name="csX2" fmla="*/ 63606 w 63500"/>
                  <a:gd name="csY2" fmla="*/ 31951 h 63500"/>
                  <a:gd name="csX3" fmla="*/ 54307 w 63500"/>
                  <a:gd name="csY3" fmla="*/ 9500 h 63500"/>
                  <a:gd name="csX4" fmla="*/ 31856 w 63500"/>
                  <a:gd name="csY4" fmla="*/ 201 h 63500"/>
                  <a:gd name="csX5" fmla="*/ 9405 w 63500"/>
                  <a:gd name="csY5" fmla="*/ 9500 h 63500"/>
                  <a:gd name="csX6" fmla="*/ 106 w 63500"/>
                  <a:gd name="csY6" fmla="*/ 31951 h 63500"/>
                  <a:gd name="csX7" fmla="*/ 9405 w 63500"/>
                  <a:gd name="csY7" fmla="*/ 54401 h 63500"/>
                  <a:gd name="csX8" fmla="*/ 31856 w 63500"/>
                  <a:gd name="csY8" fmla="*/ 6370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6" y="63701"/>
                    </a:moveTo>
                    <a:cubicBezTo>
                      <a:pt x="40276" y="63701"/>
                      <a:pt x="48353" y="60355"/>
                      <a:pt x="54307" y="54401"/>
                    </a:cubicBezTo>
                    <a:cubicBezTo>
                      <a:pt x="60261" y="48447"/>
                      <a:pt x="63606" y="40371"/>
                      <a:pt x="63606" y="31951"/>
                    </a:cubicBezTo>
                    <a:cubicBezTo>
                      <a:pt x="63606" y="23530"/>
                      <a:pt x="60261" y="15454"/>
                      <a:pt x="54307" y="9500"/>
                    </a:cubicBezTo>
                    <a:cubicBezTo>
                      <a:pt x="48353" y="3546"/>
                      <a:pt x="40276" y="201"/>
                      <a:pt x="31856" y="201"/>
                    </a:cubicBezTo>
                    <a:cubicBezTo>
                      <a:pt x="23436" y="201"/>
                      <a:pt x="15359" y="3546"/>
                      <a:pt x="9405" y="9500"/>
                    </a:cubicBezTo>
                    <a:cubicBezTo>
                      <a:pt x="3451" y="15454"/>
                      <a:pt x="106" y="23530"/>
                      <a:pt x="106" y="31951"/>
                    </a:cubicBezTo>
                    <a:cubicBezTo>
                      <a:pt x="106" y="40371"/>
                      <a:pt x="3451" y="48447"/>
                      <a:pt x="9405" y="54401"/>
                    </a:cubicBezTo>
                    <a:cubicBezTo>
                      <a:pt x="15359" y="60355"/>
                      <a:pt x="23436" y="63701"/>
                      <a:pt x="31856" y="63701"/>
                    </a:cubicBezTo>
                    <a:close/>
                  </a:path>
                </a:pathLst>
              </a:custGeom>
              <a:solidFill>
                <a:srgbClr val="67B57B"/>
              </a:solidFill>
              <a:ln w="3175" cap="flat">
                <a:solidFill>
                  <a:srgbClr val="FFFFFF"/>
                </a:solidFill>
                <a:prstDash val="solid"/>
                <a:round/>
              </a:ln>
            </p:spPr>
            <p:txBody>
              <a:bodyPr/>
              <a:lstStyle/>
              <a:p>
                <a:endParaRPr lang="en-US"/>
              </a:p>
            </p:txBody>
          </p:sp>
          <p:sp>
            <p:nvSpPr>
              <p:cNvPr id="3957" name="Freeform: Shape 3956">
                <a:extLst>
                  <a:ext uri="{FF2B5EF4-FFF2-40B4-BE49-F238E27FC236}">
                    <a16:creationId xmlns:a16="http://schemas.microsoft.com/office/drawing/2014/main" id="{36CCCC9C-00C9-80C0-1C83-41163155701A}"/>
                  </a:ext>
                </a:extLst>
              </p:cNvPr>
              <p:cNvSpPr/>
              <p:nvPr/>
            </p:nvSpPr>
            <p:spPr>
              <a:xfrm>
                <a:off x="3625713" y="3235828"/>
                <a:ext cx="63500" cy="63500"/>
              </a:xfrm>
              <a:custGeom>
                <a:avLst/>
                <a:gdLst>
                  <a:gd name="csX0" fmla="*/ 31858 w 63500"/>
                  <a:gd name="csY0" fmla="*/ 63699 h 63500"/>
                  <a:gd name="csX1" fmla="*/ 54309 w 63500"/>
                  <a:gd name="csY1" fmla="*/ 54399 h 63500"/>
                  <a:gd name="csX2" fmla="*/ 63608 w 63500"/>
                  <a:gd name="csY2" fmla="*/ 31949 h 63500"/>
                  <a:gd name="csX3" fmla="*/ 54309 w 63500"/>
                  <a:gd name="csY3" fmla="*/ 9498 h 63500"/>
                  <a:gd name="csX4" fmla="*/ 31858 w 63500"/>
                  <a:gd name="csY4" fmla="*/ 199 h 63500"/>
                  <a:gd name="csX5" fmla="*/ 9407 w 63500"/>
                  <a:gd name="csY5" fmla="*/ 9498 h 63500"/>
                  <a:gd name="csX6" fmla="*/ 108 w 63500"/>
                  <a:gd name="csY6" fmla="*/ 31949 h 63500"/>
                  <a:gd name="csX7" fmla="*/ 9407 w 63500"/>
                  <a:gd name="csY7" fmla="*/ 54399 h 63500"/>
                  <a:gd name="csX8" fmla="*/ 31858 w 63500"/>
                  <a:gd name="csY8" fmla="*/ 6369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8" y="63699"/>
                    </a:moveTo>
                    <a:cubicBezTo>
                      <a:pt x="40278" y="63699"/>
                      <a:pt x="48355" y="60353"/>
                      <a:pt x="54309" y="54399"/>
                    </a:cubicBezTo>
                    <a:cubicBezTo>
                      <a:pt x="60263" y="48445"/>
                      <a:pt x="63608" y="40369"/>
                      <a:pt x="63608" y="31949"/>
                    </a:cubicBezTo>
                    <a:cubicBezTo>
                      <a:pt x="63608" y="23529"/>
                      <a:pt x="60263" y="15452"/>
                      <a:pt x="54309" y="9498"/>
                    </a:cubicBezTo>
                    <a:cubicBezTo>
                      <a:pt x="48355" y="3544"/>
                      <a:pt x="40278" y="199"/>
                      <a:pt x="31858" y="199"/>
                    </a:cubicBezTo>
                    <a:cubicBezTo>
                      <a:pt x="23438" y="199"/>
                      <a:pt x="15361" y="3544"/>
                      <a:pt x="9407" y="9498"/>
                    </a:cubicBezTo>
                    <a:cubicBezTo>
                      <a:pt x="3453" y="15452"/>
                      <a:pt x="108" y="23529"/>
                      <a:pt x="108" y="31949"/>
                    </a:cubicBezTo>
                    <a:cubicBezTo>
                      <a:pt x="108" y="40369"/>
                      <a:pt x="3453" y="48445"/>
                      <a:pt x="9407" y="54399"/>
                    </a:cubicBezTo>
                    <a:cubicBezTo>
                      <a:pt x="15361" y="60353"/>
                      <a:pt x="23438" y="63699"/>
                      <a:pt x="31858" y="63699"/>
                    </a:cubicBezTo>
                    <a:close/>
                  </a:path>
                </a:pathLst>
              </a:custGeom>
              <a:solidFill>
                <a:srgbClr val="67B57B"/>
              </a:solidFill>
              <a:ln w="3175" cap="flat">
                <a:solidFill>
                  <a:srgbClr val="FFFFFF"/>
                </a:solidFill>
                <a:prstDash val="solid"/>
                <a:round/>
              </a:ln>
            </p:spPr>
            <p:txBody>
              <a:bodyPr/>
              <a:lstStyle/>
              <a:p>
                <a:endParaRPr lang="en-US"/>
              </a:p>
            </p:txBody>
          </p:sp>
          <p:sp>
            <p:nvSpPr>
              <p:cNvPr id="3958" name="Freeform: Shape 3957">
                <a:extLst>
                  <a:ext uri="{FF2B5EF4-FFF2-40B4-BE49-F238E27FC236}">
                    <a16:creationId xmlns:a16="http://schemas.microsoft.com/office/drawing/2014/main" id="{3735F5C0-A8BC-C56C-A3FE-CAD3326A2F7C}"/>
                  </a:ext>
                </a:extLst>
              </p:cNvPr>
              <p:cNvSpPr/>
              <p:nvPr/>
            </p:nvSpPr>
            <p:spPr>
              <a:xfrm>
                <a:off x="3651196" y="3213912"/>
                <a:ext cx="63500" cy="63500"/>
              </a:xfrm>
              <a:custGeom>
                <a:avLst/>
                <a:gdLst>
                  <a:gd name="csX0" fmla="*/ 31860 w 63500"/>
                  <a:gd name="csY0" fmla="*/ 63697 h 63500"/>
                  <a:gd name="csX1" fmla="*/ 54311 w 63500"/>
                  <a:gd name="csY1" fmla="*/ 54398 h 63500"/>
                  <a:gd name="csX2" fmla="*/ 63610 w 63500"/>
                  <a:gd name="csY2" fmla="*/ 31947 h 63500"/>
                  <a:gd name="csX3" fmla="*/ 54311 w 63500"/>
                  <a:gd name="csY3" fmla="*/ 9496 h 63500"/>
                  <a:gd name="csX4" fmla="*/ 31860 w 63500"/>
                  <a:gd name="csY4" fmla="*/ 197 h 63500"/>
                  <a:gd name="csX5" fmla="*/ 9409 w 63500"/>
                  <a:gd name="csY5" fmla="*/ 9496 h 63500"/>
                  <a:gd name="csX6" fmla="*/ 110 w 63500"/>
                  <a:gd name="csY6" fmla="*/ 31947 h 63500"/>
                  <a:gd name="csX7" fmla="*/ 9409 w 63500"/>
                  <a:gd name="csY7" fmla="*/ 54398 h 63500"/>
                  <a:gd name="csX8" fmla="*/ 31860 w 63500"/>
                  <a:gd name="csY8" fmla="*/ 6369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0" y="63697"/>
                    </a:moveTo>
                    <a:cubicBezTo>
                      <a:pt x="40280" y="63697"/>
                      <a:pt x="48357" y="60352"/>
                      <a:pt x="54311" y="54398"/>
                    </a:cubicBezTo>
                    <a:cubicBezTo>
                      <a:pt x="60265" y="48444"/>
                      <a:pt x="63610" y="40367"/>
                      <a:pt x="63610" y="31947"/>
                    </a:cubicBezTo>
                    <a:cubicBezTo>
                      <a:pt x="63610" y="23527"/>
                      <a:pt x="60265" y="15450"/>
                      <a:pt x="54311" y="9496"/>
                    </a:cubicBezTo>
                    <a:cubicBezTo>
                      <a:pt x="48357" y="3542"/>
                      <a:pt x="40280" y="197"/>
                      <a:pt x="31860" y="197"/>
                    </a:cubicBezTo>
                    <a:cubicBezTo>
                      <a:pt x="23440" y="197"/>
                      <a:pt x="15363" y="3542"/>
                      <a:pt x="9409" y="9496"/>
                    </a:cubicBezTo>
                    <a:cubicBezTo>
                      <a:pt x="3455" y="15450"/>
                      <a:pt x="110" y="23527"/>
                      <a:pt x="110" y="31947"/>
                    </a:cubicBezTo>
                    <a:cubicBezTo>
                      <a:pt x="110" y="40367"/>
                      <a:pt x="3455" y="48444"/>
                      <a:pt x="9409" y="54398"/>
                    </a:cubicBezTo>
                    <a:cubicBezTo>
                      <a:pt x="15363" y="60352"/>
                      <a:pt x="23440" y="63697"/>
                      <a:pt x="31860" y="63697"/>
                    </a:cubicBezTo>
                    <a:close/>
                  </a:path>
                </a:pathLst>
              </a:custGeom>
              <a:solidFill>
                <a:srgbClr val="67B57B"/>
              </a:solidFill>
              <a:ln w="3175" cap="flat">
                <a:solidFill>
                  <a:srgbClr val="FFFFFF"/>
                </a:solidFill>
                <a:prstDash val="solid"/>
                <a:round/>
              </a:ln>
            </p:spPr>
            <p:txBody>
              <a:bodyPr/>
              <a:lstStyle/>
              <a:p>
                <a:endParaRPr lang="en-US"/>
              </a:p>
            </p:txBody>
          </p:sp>
          <p:sp>
            <p:nvSpPr>
              <p:cNvPr id="3959" name="Freeform: Shape 3958">
                <a:extLst>
                  <a:ext uri="{FF2B5EF4-FFF2-40B4-BE49-F238E27FC236}">
                    <a16:creationId xmlns:a16="http://schemas.microsoft.com/office/drawing/2014/main" id="{CC17C526-223A-5E58-750D-A582AC9A8EDA}"/>
                  </a:ext>
                </a:extLst>
              </p:cNvPr>
              <p:cNvSpPr/>
              <p:nvPr/>
            </p:nvSpPr>
            <p:spPr>
              <a:xfrm>
                <a:off x="3668875" y="3191995"/>
                <a:ext cx="63500" cy="63500"/>
              </a:xfrm>
              <a:custGeom>
                <a:avLst/>
                <a:gdLst>
                  <a:gd name="csX0" fmla="*/ 31861 w 63500"/>
                  <a:gd name="csY0" fmla="*/ 63695 h 63500"/>
                  <a:gd name="csX1" fmla="*/ 54312 w 63500"/>
                  <a:gd name="csY1" fmla="*/ 54396 h 63500"/>
                  <a:gd name="csX2" fmla="*/ 63611 w 63500"/>
                  <a:gd name="csY2" fmla="*/ 31945 h 63500"/>
                  <a:gd name="csX3" fmla="*/ 54312 w 63500"/>
                  <a:gd name="csY3" fmla="*/ 9495 h 63500"/>
                  <a:gd name="csX4" fmla="*/ 31861 w 63500"/>
                  <a:gd name="csY4" fmla="*/ 195 h 63500"/>
                  <a:gd name="csX5" fmla="*/ 9411 w 63500"/>
                  <a:gd name="csY5" fmla="*/ 9495 h 63500"/>
                  <a:gd name="csX6" fmla="*/ 111 w 63500"/>
                  <a:gd name="csY6" fmla="*/ 31945 h 63500"/>
                  <a:gd name="csX7" fmla="*/ 9411 w 63500"/>
                  <a:gd name="csY7" fmla="*/ 54396 h 63500"/>
                  <a:gd name="csX8" fmla="*/ 31861 w 63500"/>
                  <a:gd name="csY8" fmla="*/ 6369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1" y="63695"/>
                    </a:moveTo>
                    <a:cubicBezTo>
                      <a:pt x="40282" y="63695"/>
                      <a:pt x="48358" y="60350"/>
                      <a:pt x="54312" y="54396"/>
                    </a:cubicBezTo>
                    <a:cubicBezTo>
                      <a:pt x="60266" y="48442"/>
                      <a:pt x="63611" y="40366"/>
                      <a:pt x="63611" y="31945"/>
                    </a:cubicBezTo>
                    <a:cubicBezTo>
                      <a:pt x="63611" y="23525"/>
                      <a:pt x="60266" y="15449"/>
                      <a:pt x="54312" y="9495"/>
                    </a:cubicBezTo>
                    <a:cubicBezTo>
                      <a:pt x="48358" y="3541"/>
                      <a:pt x="40282" y="195"/>
                      <a:pt x="31861" y="195"/>
                    </a:cubicBezTo>
                    <a:cubicBezTo>
                      <a:pt x="23441" y="195"/>
                      <a:pt x="15365" y="3541"/>
                      <a:pt x="9411" y="9495"/>
                    </a:cubicBezTo>
                    <a:cubicBezTo>
                      <a:pt x="3457" y="15449"/>
                      <a:pt x="111" y="23525"/>
                      <a:pt x="111" y="31945"/>
                    </a:cubicBezTo>
                    <a:cubicBezTo>
                      <a:pt x="111" y="40366"/>
                      <a:pt x="3457" y="48442"/>
                      <a:pt x="9411" y="54396"/>
                    </a:cubicBezTo>
                    <a:cubicBezTo>
                      <a:pt x="15365" y="60350"/>
                      <a:pt x="23441" y="63695"/>
                      <a:pt x="31861" y="63695"/>
                    </a:cubicBezTo>
                    <a:close/>
                  </a:path>
                </a:pathLst>
              </a:custGeom>
              <a:solidFill>
                <a:srgbClr val="67B57B"/>
              </a:solidFill>
              <a:ln w="3175" cap="flat">
                <a:solidFill>
                  <a:srgbClr val="FFFFFF"/>
                </a:solidFill>
                <a:prstDash val="solid"/>
                <a:round/>
              </a:ln>
            </p:spPr>
            <p:txBody>
              <a:bodyPr/>
              <a:lstStyle/>
              <a:p>
                <a:endParaRPr lang="en-US"/>
              </a:p>
            </p:txBody>
          </p:sp>
          <p:sp>
            <p:nvSpPr>
              <p:cNvPr id="3960" name="Freeform: Shape 3959">
                <a:extLst>
                  <a:ext uri="{FF2B5EF4-FFF2-40B4-BE49-F238E27FC236}">
                    <a16:creationId xmlns:a16="http://schemas.microsoft.com/office/drawing/2014/main" id="{04ED27A0-BA6D-AEDE-7C0A-72F8C247B1E5}"/>
                  </a:ext>
                </a:extLst>
              </p:cNvPr>
              <p:cNvSpPr/>
              <p:nvPr/>
            </p:nvSpPr>
            <p:spPr>
              <a:xfrm>
                <a:off x="3684532" y="3170079"/>
                <a:ext cx="63500" cy="63500"/>
              </a:xfrm>
              <a:custGeom>
                <a:avLst/>
                <a:gdLst>
                  <a:gd name="csX0" fmla="*/ 31863 w 63500"/>
                  <a:gd name="csY0" fmla="*/ 63694 h 63500"/>
                  <a:gd name="csX1" fmla="*/ 54313 w 63500"/>
                  <a:gd name="csY1" fmla="*/ 54394 h 63500"/>
                  <a:gd name="csX2" fmla="*/ 63613 w 63500"/>
                  <a:gd name="csY2" fmla="*/ 31944 h 63500"/>
                  <a:gd name="csX3" fmla="*/ 54313 w 63500"/>
                  <a:gd name="csY3" fmla="*/ 9493 h 63500"/>
                  <a:gd name="csX4" fmla="*/ 31863 w 63500"/>
                  <a:gd name="csY4" fmla="*/ 194 h 63500"/>
                  <a:gd name="csX5" fmla="*/ 9412 w 63500"/>
                  <a:gd name="csY5" fmla="*/ 9493 h 63500"/>
                  <a:gd name="csX6" fmla="*/ 113 w 63500"/>
                  <a:gd name="csY6" fmla="*/ 31944 h 63500"/>
                  <a:gd name="csX7" fmla="*/ 9412 w 63500"/>
                  <a:gd name="csY7" fmla="*/ 54394 h 63500"/>
                  <a:gd name="csX8" fmla="*/ 31863 w 63500"/>
                  <a:gd name="csY8" fmla="*/ 6369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3" y="63694"/>
                    </a:moveTo>
                    <a:cubicBezTo>
                      <a:pt x="40283" y="63694"/>
                      <a:pt x="48359" y="60348"/>
                      <a:pt x="54313" y="54394"/>
                    </a:cubicBezTo>
                    <a:cubicBezTo>
                      <a:pt x="60267" y="48440"/>
                      <a:pt x="63613" y="40364"/>
                      <a:pt x="63613" y="31944"/>
                    </a:cubicBezTo>
                    <a:cubicBezTo>
                      <a:pt x="63613" y="23523"/>
                      <a:pt x="60267" y="15447"/>
                      <a:pt x="54313" y="9493"/>
                    </a:cubicBezTo>
                    <a:cubicBezTo>
                      <a:pt x="48359" y="3539"/>
                      <a:pt x="40283" y="194"/>
                      <a:pt x="31863" y="194"/>
                    </a:cubicBezTo>
                    <a:cubicBezTo>
                      <a:pt x="23442" y="194"/>
                      <a:pt x="15366" y="3539"/>
                      <a:pt x="9412" y="9493"/>
                    </a:cubicBezTo>
                    <a:cubicBezTo>
                      <a:pt x="3458" y="15447"/>
                      <a:pt x="113" y="23523"/>
                      <a:pt x="113" y="31944"/>
                    </a:cubicBezTo>
                    <a:cubicBezTo>
                      <a:pt x="113" y="40364"/>
                      <a:pt x="3458" y="48440"/>
                      <a:pt x="9412" y="54394"/>
                    </a:cubicBezTo>
                    <a:cubicBezTo>
                      <a:pt x="15366" y="60348"/>
                      <a:pt x="23442" y="63694"/>
                      <a:pt x="31863" y="63694"/>
                    </a:cubicBezTo>
                    <a:close/>
                  </a:path>
                </a:pathLst>
              </a:custGeom>
              <a:solidFill>
                <a:srgbClr val="67B57B"/>
              </a:solidFill>
              <a:ln w="3175" cap="flat">
                <a:solidFill>
                  <a:srgbClr val="FFFFFF"/>
                </a:solidFill>
                <a:prstDash val="solid"/>
                <a:round/>
              </a:ln>
            </p:spPr>
            <p:txBody>
              <a:bodyPr/>
              <a:lstStyle/>
              <a:p>
                <a:endParaRPr lang="en-US"/>
              </a:p>
            </p:txBody>
          </p:sp>
          <p:sp>
            <p:nvSpPr>
              <p:cNvPr id="3961" name="Freeform: Shape 3960">
                <a:extLst>
                  <a:ext uri="{FF2B5EF4-FFF2-40B4-BE49-F238E27FC236}">
                    <a16:creationId xmlns:a16="http://schemas.microsoft.com/office/drawing/2014/main" id="{7CC14825-90B4-989F-E628-8F272D9D8E0F}"/>
                  </a:ext>
                </a:extLst>
              </p:cNvPr>
              <p:cNvSpPr/>
              <p:nvPr/>
            </p:nvSpPr>
            <p:spPr>
              <a:xfrm>
                <a:off x="3710713" y="3148162"/>
                <a:ext cx="63500" cy="63500"/>
              </a:xfrm>
              <a:custGeom>
                <a:avLst/>
                <a:gdLst>
                  <a:gd name="csX0" fmla="*/ 31865 w 63500"/>
                  <a:gd name="csY0" fmla="*/ 63692 h 63500"/>
                  <a:gd name="csX1" fmla="*/ 54315 w 63500"/>
                  <a:gd name="csY1" fmla="*/ 54393 h 63500"/>
                  <a:gd name="csX2" fmla="*/ 63615 w 63500"/>
                  <a:gd name="csY2" fmla="*/ 31942 h 63500"/>
                  <a:gd name="csX3" fmla="*/ 54315 w 63500"/>
                  <a:gd name="csY3" fmla="*/ 9491 h 63500"/>
                  <a:gd name="csX4" fmla="*/ 31865 w 63500"/>
                  <a:gd name="csY4" fmla="*/ 192 h 63500"/>
                  <a:gd name="csX5" fmla="*/ 9414 w 63500"/>
                  <a:gd name="csY5" fmla="*/ 9491 h 63500"/>
                  <a:gd name="csX6" fmla="*/ 115 w 63500"/>
                  <a:gd name="csY6" fmla="*/ 31942 h 63500"/>
                  <a:gd name="csX7" fmla="*/ 9414 w 63500"/>
                  <a:gd name="csY7" fmla="*/ 54393 h 63500"/>
                  <a:gd name="csX8" fmla="*/ 31865 w 63500"/>
                  <a:gd name="csY8" fmla="*/ 6369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5" y="63692"/>
                    </a:moveTo>
                    <a:cubicBezTo>
                      <a:pt x="40285" y="63692"/>
                      <a:pt x="48361" y="60347"/>
                      <a:pt x="54315" y="54393"/>
                    </a:cubicBezTo>
                    <a:cubicBezTo>
                      <a:pt x="60269" y="48439"/>
                      <a:pt x="63615" y="40362"/>
                      <a:pt x="63615" y="31942"/>
                    </a:cubicBezTo>
                    <a:cubicBezTo>
                      <a:pt x="63615" y="23522"/>
                      <a:pt x="60269" y="15445"/>
                      <a:pt x="54315" y="9491"/>
                    </a:cubicBezTo>
                    <a:cubicBezTo>
                      <a:pt x="48361" y="3537"/>
                      <a:pt x="40285" y="192"/>
                      <a:pt x="31865" y="192"/>
                    </a:cubicBezTo>
                    <a:cubicBezTo>
                      <a:pt x="23444" y="192"/>
                      <a:pt x="15368" y="3537"/>
                      <a:pt x="9414" y="9491"/>
                    </a:cubicBezTo>
                    <a:cubicBezTo>
                      <a:pt x="3460" y="15445"/>
                      <a:pt x="115" y="23522"/>
                      <a:pt x="115" y="31942"/>
                    </a:cubicBezTo>
                    <a:cubicBezTo>
                      <a:pt x="115" y="40362"/>
                      <a:pt x="3460" y="48439"/>
                      <a:pt x="9414" y="54393"/>
                    </a:cubicBezTo>
                    <a:cubicBezTo>
                      <a:pt x="15368" y="60347"/>
                      <a:pt x="23444" y="63692"/>
                      <a:pt x="31865" y="63692"/>
                    </a:cubicBezTo>
                    <a:close/>
                  </a:path>
                </a:pathLst>
              </a:custGeom>
              <a:solidFill>
                <a:srgbClr val="67B57B"/>
              </a:solidFill>
              <a:ln w="3175" cap="flat">
                <a:solidFill>
                  <a:srgbClr val="FFFFFF"/>
                </a:solidFill>
                <a:prstDash val="solid"/>
                <a:round/>
              </a:ln>
            </p:spPr>
            <p:txBody>
              <a:bodyPr/>
              <a:lstStyle/>
              <a:p>
                <a:endParaRPr lang="en-US"/>
              </a:p>
            </p:txBody>
          </p:sp>
          <p:sp>
            <p:nvSpPr>
              <p:cNvPr id="3962" name="Freeform: Shape 3961">
                <a:extLst>
                  <a:ext uri="{FF2B5EF4-FFF2-40B4-BE49-F238E27FC236}">
                    <a16:creationId xmlns:a16="http://schemas.microsoft.com/office/drawing/2014/main" id="{D274307C-7386-8286-3F12-0EA56501D5C8}"/>
                  </a:ext>
                </a:extLst>
              </p:cNvPr>
              <p:cNvSpPr/>
              <p:nvPr/>
            </p:nvSpPr>
            <p:spPr>
              <a:xfrm>
                <a:off x="3726960" y="3126246"/>
                <a:ext cx="63500" cy="63500"/>
              </a:xfrm>
              <a:custGeom>
                <a:avLst/>
                <a:gdLst>
                  <a:gd name="csX0" fmla="*/ 31866 w 63500"/>
                  <a:gd name="csY0" fmla="*/ 63690 h 63500"/>
                  <a:gd name="csX1" fmla="*/ 54317 w 63500"/>
                  <a:gd name="csY1" fmla="*/ 54391 h 63500"/>
                  <a:gd name="csX2" fmla="*/ 63616 w 63500"/>
                  <a:gd name="csY2" fmla="*/ 31940 h 63500"/>
                  <a:gd name="csX3" fmla="*/ 54317 w 63500"/>
                  <a:gd name="csY3" fmla="*/ 9490 h 63500"/>
                  <a:gd name="csX4" fmla="*/ 31866 w 63500"/>
                  <a:gd name="csY4" fmla="*/ 190 h 63500"/>
                  <a:gd name="csX5" fmla="*/ 9415 w 63500"/>
                  <a:gd name="csY5" fmla="*/ 9490 h 63500"/>
                  <a:gd name="csX6" fmla="*/ 116 w 63500"/>
                  <a:gd name="csY6" fmla="*/ 31940 h 63500"/>
                  <a:gd name="csX7" fmla="*/ 9415 w 63500"/>
                  <a:gd name="csY7" fmla="*/ 54391 h 63500"/>
                  <a:gd name="csX8" fmla="*/ 31866 w 63500"/>
                  <a:gd name="csY8" fmla="*/ 6369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6" y="63690"/>
                    </a:moveTo>
                    <a:cubicBezTo>
                      <a:pt x="40286" y="63690"/>
                      <a:pt x="48363" y="60345"/>
                      <a:pt x="54317" y="54391"/>
                    </a:cubicBezTo>
                    <a:cubicBezTo>
                      <a:pt x="60271" y="48437"/>
                      <a:pt x="63616" y="40360"/>
                      <a:pt x="63616" y="31940"/>
                    </a:cubicBezTo>
                    <a:cubicBezTo>
                      <a:pt x="63616" y="23520"/>
                      <a:pt x="60271" y="15443"/>
                      <a:pt x="54317" y="9490"/>
                    </a:cubicBezTo>
                    <a:cubicBezTo>
                      <a:pt x="48363" y="3536"/>
                      <a:pt x="40286" y="190"/>
                      <a:pt x="31866" y="190"/>
                    </a:cubicBezTo>
                    <a:cubicBezTo>
                      <a:pt x="23446" y="190"/>
                      <a:pt x="15369" y="3536"/>
                      <a:pt x="9415" y="9490"/>
                    </a:cubicBezTo>
                    <a:cubicBezTo>
                      <a:pt x="3461" y="15443"/>
                      <a:pt x="116" y="23520"/>
                      <a:pt x="116" y="31940"/>
                    </a:cubicBezTo>
                    <a:cubicBezTo>
                      <a:pt x="116" y="40360"/>
                      <a:pt x="3461" y="48437"/>
                      <a:pt x="9415" y="54391"/>
                    </a:cubicBezTo>
                    <a:cubicBezTo>
                      <a:pt x="15369" y="60345"/>
                      <a:pt x="23446" y="63690"/>
                      <a:pt x="31866" y="63690"/>
                    </a:cubicBezTo>
                    <a:close/>
                  </a:path>
                </a:pathLst>
              </a:custGeom>
              <a:solidFill>
                <a:srgbClr val="67B57B"/>
              </a:solidFill>
              <a:ln w="3175" cap="flat">
                <a:solidFill>
                  <a:srgbClr val="FFFFFF"/>
                </a:solidFill>
                <a:prstDash val="solid"/>
                <a:round/>
              </a:ln>
            </p:spPr>
            <p:txBody>
              <a:bodyPr/>
              <a:lstStyle/>
              <a:p>
                <a:endParaRPr lang="en-US"/>
              </a:p>
            </p:txBody>
          </p:sp>
          <p:sp>
            <p:nvSpPr>
              <p:cNvPr id="3963" name="Freeform: Shape 3962">
                <a:extLst>
                  <a:ext uri="{FF2B5EF4-FFF2-40B4-BE49-F238E27FC236}">
                    <a16:creationId xmlns:a16="http://schemas.microsoft.com/office/drawing/2014/main" id="{DD5E27D0-055F-E046-3AB5-026CE13FEF7F}"/>
                  </a:ext>
                </a:extLst>
              </p:cNvPr>
              <p:cNvSpPr/>
              <p:nvPr/>
            </p:nvSpPr>
            <p:spPr>
              <a:xfrm>
                <a:off x="3755158" y="3104329"/>
                <a:ext cx="63500" cy="63500"/>
              </a:xfrm>
              <a:custGeom>
                <a:avLst/>
                <a:gdLst>
                  <a:gd name="csX0" fmla="*/ 31868 w 63500"/>
                  <a:gd name="csY0" fmla="*/ 63688 h 63500"/>
                  <a:gd name="csX1" fmla="*/ 54319 w 63500"/>
                  <a:gd name="csY1" fmla="*/ 54389 h 63500"/>
                  <a:gd name="csX2" fmla="*/ 63618 w 63500"/>
                  <a:gd name="csY2" fmla="*/ 31938 h 63500"/>
                  <a:gd name="csX3" fmla="*/ 54319 w 63500"/>
                  <a:gd name="csY3" fmla="*/ 9488 h 63500"/>
                  <a:gd name="csX4" fmla="*/ 31868 w 63500"/>
                  <a:gd name="csY4" fmla="*/ 188 h 63500"/>
                  <a:gd name="csX5" fmla="*/ 9418 w 63500"/>
                  <a:gd name="csY5" fmla="*/ 9488 h 63500"/>
                  <a:gd name="csX6" fmla="*/ 118 w 63500"/>
                  <a:gd name="csY6" fmla="*/ 31938 h 63500"/>
                  <a:gd name="csX7" fmla="*/ 9418 w 63500"/>
                  <a:gd name="csY7" fmla="*/ 54389 h 63500"/>
                  <a:gd name="csX8" fmla="*/ 31868 w 63500"/>
                  <a:gd name="csY8" fmla="*/ 6368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8" y="63688"/>
                    </a:moveTo>
                    <a:cubicBezTo>
                      <a:pt x="40288" y="63688"/>
                      <a:pt x="48365" y="60343"/>
                      <a:pt x="54319" y="54389"/>
                    </a:cubicBezTo>
                    <a:cubicBezTo>
                      <a:pt x="60273" y="48435"/>
                      <a:pt x="63618" y="40359"/>
                      <a:pt x="63618" y="31938"/>
                    </a:cubicBezTo>
                    <a:cubicBezTo>
                      <a:pt x="63618" y="23518"/>
                      <a:pt x="60273" y="15442"/>
                      <a:pt x="54319" y="9488"/>
                    </a:cubicBezTo>
                    <a:cubicBezTo>
                      <a:pt x="48365" y="3534"/>
                      <a:pt x="40288" y="188"/>
                      <a:pt x="31868" y="188"/>
                    </a:cubicBezTo>
                    <a:cubicBezTo>
                      <a:pt x="23448" y="188"/>
                      <a:pt x="15372" y="3534"/>
                      <a:pt x="9418" y="9488"/>
                    </a:cubicBezTo>
                    <a:cubicBezTo>
                      <a:pt x="3464" y="15442"/>
                      <a:pt x="118" y="23518"/>
                      <a:pt x="118" y="31938"/>
                    </a:cubicBezTo>
                    <a:cubicBezTo>
                      <a:pt x="118" y="40359"/>
                      <a:pt x="3464" y="48435"/>
                      <a:pt x="9418" y="54389"/>
                    </a:cubicBezTo>
                    <a:cubicBezTo>
                      <a:pt x="15372" y="60343"/>
                      <a:pt x="23448" y="63688"/>
                      <a:pt x="31868" y="63688"/>
                    </a:cubicBezTo>
                    <a:close/>
                  </a:path>
                </a:pathLst>
              </a:custGeom>
              <a:solidFill>
                <a:srgbClr val="67B57B"/>
              </a:solidFill>
              <a:ln w="3175" cap="flat">
                <a:solidFill>
                  <a:srgbClr val="FFFFFF"/>
                </a:solidFill>
                <a:prstDash val="solid"/>
                <a:round/>
              </a:ln>
            </p:spPr>
            <p:txBody>
              <a:bodyPr/>
              <a:lstStyle/>
              <a:p>
                <a:endParaRPr lang="en-US"/>
              </a:p>
            </p:txBody>
          </p:sp>
          <p:sp>
            <p:nvSpPr>
              <p:cNvPr id="3964" name="Freeform: Shape 3963">
                <a:extLst>
                  <a:ext uri="{FF2B5EF4-FFF2-40B4-BE49-F238E27FC236}">
                    <a16:creationId xmlns:a16="http://schemas.microsoft.com/office/drawing/2014/main" id="{968D79C9-A985-653F-093C-EFA904753B5F}"/>
                  </a:ext>
                </a:extLst>
              </p:cNvPr>
              <p:cNvSpPr/>
              <p:nvPr/>
            </p:nvSpPr>
            <p:spPr>
              <a:xfrm>
                <a:off x="3785750" y="3082413"/>
                <a:ext cx="63500" cy="63500"/>
              </a:xfrm>
              <a:custGeom>
                <a:avLst/>
                <a:gdLst>
                  <a:gd name="csX0" fmla="*/ 31871 w 63500"/>
                  <a:gd name="csY0" fmla="*/ 63687 h 63500"/>
                  <a:gd name="csX1" fmla="*/ 54321 w 63500"/>
                  <a:gd name="csY1" fmla="*/ 54387 h 63500"/>
                  <a:gd name="csX2" fmla="*/ 63621 w 63500"/>
                  <a:gd name="csY2" fmla="*/ 31937 h 63500"/>
                  <a:gd name="csX3" fmla="*/ 54321 w 63500"/>
                  <a:gd name="csY3" fmla="*/ 9486 h 63500"/>
                  <a:gd name="csX4" fmla="*/ 31871 w 63500"/>
                  <a:gd name="csY4" fmla="*/ 187 h 63500"/>
                  <a:gd name="csX5" fmla="*/ 9420 w 63500"/>
                  <a:gd name="csY5" fmla="*/ 9486 h 63500"/>
                  <a:gd name="csX6" fmla="*/ 121 w 63500"/>
                  <a:gd name="csY6" fmla="*/ 31937 h 63500"/>
                  <a:gd name="csX7" fmla="*/ 9420 w 63500"/>
                  <a:gd name="csY7" fmla="*/ 54387 h 63500"/>
                  <a:gd name="csX8" fmla="*/ 31871 w 63500"/>
                  <a:gd name="csY8" fmla="*/ 6368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71" y="63687"/>
                    </a:moveTo>
                    <a:cubicBezTo>
                      <a:pt x="40291" y="63687"/>
                      <a:pt x="48367" y="60341"/>
                      <a:pt x="54321" y="54387"/>
                    </a:cubicBezTo>
                    <a:cubicBezTo>
                      <a:pt x="60275" y="48433"/>
                      <a:pt x="63621" y="40357"/>
                      <a:pt x="63621" y="31937"/>
                    </a:cubicBezTo>
                    <a:cubicBezTo>
                      <a:pt x="63621" y="23517"/>
                      <a:pt x="60275" y="15440"/>
                      <a:pt x="54321" y="9486"/>
                    </a:cubicBezTo>
                    <a:cubicBezTo>
                      <a:pt x="48367" y="3532"/>
                      <a:pt x="40291" y="187"/>
                      <a:pt x="31871" y="187"/>
                    </a:cubicBezTo>
                    <a:cubicBezTo>
                      <a:pt x="23450" y="187"/>
                      <a:pt x="15374" y="3532"/>
                      <a:pt x="9420" y="9486"/>
                    </a:cubicBezTo>
                    <a:cubicBezTo>
                      <a:pt x="3466" y="15440"/>
                      <a:pt x="121" y="23517"/>
                      <a:pt x="121" y="31937"/>
                    </a:cubicBezTo>
                    <a:cubicBezTo>
                      <a:pt x="121" y="40357"/>
                      <a:pt x="3466" y="48433"/>
                      <a:pt x="9420" y="54387"/>
                    </a:cubicBezTo>
                    <a:cubicBezTo>
                      <a:pt x="15374" y="60341"/>
                      <a:pt x="23450" y="63687"/>
                      <a:pt x="31871" y="63687"/>
                    </a:cubicBezTo>
                    <a:close/>
                  </a:path>
                </a:pathLst>
              </a:custGeom>
              <a:solidFill>
                <a:srgbClr val="67B57B"/>
              </a:solidFill>
              <a:ln w="3175" cap="flat">
                <a:solidFill>
                  <a:srgbClr val="FFFFFF"/>
                </a:solidFill>
                <a:prstDash val="solid"/>
                <a:round/>
              </a:ln>
            </p:spPr>
            <p:txBody>
              <a:bodyPr/>
              <a:lstStyle/>
              <a:p>
                <a:endParaRPr lang="en-US"/>
              </a:p>
            </p:txBody>
          </p:sp>
          <p:sp>
            <p:nvSpPr>
              <p:cNvPr id="3965" name="Freeform: Shape 3964">
                <a:extLst>
                  <a:ext uri="{FF2B5EF4-FFF2-40B4-BE49-F238E27FC236}">
                    <a16:creationId xmlns:a16="http://schemas.microsoft.com/office/drawing/2014/main" id="{72840C1C-F7D8-7E95-4104-7CC76ABD8220}"/>
                  </a:ext>
                </a:extLst>
              </p:cNvPr>
              <p:cNvSpPr/>
              <p:nvPr/>
            </p:nvSpPr>
            <p:spPr>
              <a:xfrm>
                <a:off x="3804938" y="3060496"/>
                <a:ext cx="63500" cy="63500"/>
              </a:xfrm>
              <a:custGeom>
                <a:avLst/>
                <a:gdLst>
                  <a:gd name="csX0" fmla="*/ 31872 w 63500"/>
                  <a:gd name="csY0" fmla="*/ 63685 h 63500"/>
                  <a:gd name="csX1" fmla="*/ 54323 w 63500"/>
                  <a:gd name="csY1" fmla="*/ 54386 h 63500"/>
                  <a:gd name="csX2" fmla="*/ 63622 w 63500"/>
                  <a:gd name="csY2" fmla="*/ 31935 h 63500"/>
                  <a:gd name="csX3" fmla="*/ 54323 w 63500"/>
                  <a:gd name="csY3" fmla="*/ 9484 h 63500"/>
                  <a:gd name="csX4" fmla="*/ 31872 w 63500"/>
                  <a:gd name="csY4" fmla="*/ 185 h 63500"/>
                  <a:gd name="csX5" fmla="*/ 9421 w 63500"/>
                  <a:gd name="csY5" fmla="*/ 9484 h 63500"/>
                  <a:gd name="csX6" fmla="*/ 122 w 63500"/>
                  <a:gd name="csY6" fmla="*/ 31935 h 63500"/>
                  <a:gd name="csX7" fmla="*/ 9421 w 63500"/>
                  <a:gd name="csY7" fmla="*/ 54386 h 63500"/>
                  <a:gd name="csX8" fmla="*/ 31872 w 63500"/>
                  <a:gd name="csY8" fmla="*/ 6368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72" y="63685"/>
                    </a:moveTo>
                    <a:cubicBezTo>
                      <a:pt x="40292" y="63685"/>
                      <a:pt x="48369" y="60340"/>
                      <a:pt x="54323" y="54386"/>
                    </a:cubicBezTo>
                    <a:cubicBezTo>
                      <a:pt x="60277" y="48432"/>
                      <a:pt x="63622" y="40355"/>
                      <a:pt x="63622" y="31935"/>
                    </a:cubicBezTo>
                    <a:cubicBezTo>
                      <a:pt x="63622" y="23515"/>
                      <a:pt x="60277" y="15438"/>
                      <a:pt x="54323" y="9484"/>
                    </a:cubicBezTo>
                    <a:cubicBezTo>
                      <a:pt x="48369" y="3530"/>
                      <a:pt x="40292" y="185"/>
                      <a:pt x="31872" y="185"/>
                    </a:cubicBezTo>
                    <a:cubicBezTo>
                      <a:pt x="23452" y="185"/>
                      <a:pt x="15375" y="3530"/>
                      <a:pt x="9421" y="9484"/>
                    </a:cubicBezTo>
                    <a:cubicBezTo>
                      <a:pt x="3467" y="15438"/>
                      <a:pt x="122" y="23515"/>
                      <a:pt x="122" y="31935"/>
                    </a:cubicBezTo>
                    <a:cubicBezTo>
                      <a:pt x="122" y="40355"/>
                      <a:pt x="3467" y="48432"/>
                      <a:pt x="9421" y="54386"/>
                    </a:cubicBezTo>
                    <a:cubicBezTo>
                      <a:pt x="15375" y="60340"/>
                      <a:pt x="23452" y="63685"/>
                      <a:pt x="31872" y="63685"/>
                    </a:cubicBezTo>
                    <a:close/>
                  </a:path>
                </a:pathLst>
              </a:custGeom>
              <a:solidFill>
                <a:srgbClr val="67B57B"/>
              </a:solidFill>
              <a:ln w="3175" cap="flat">
                <a:solidFill>
                  <a:srgbClr val="FFFFFF"/>
                </a:solidFill>
                <a:prstDash val="solid"/>
                <a:round/>
              </a:ln>
            </p:spPr>
            <p:txBody>
              <a:bodyPr/>
              <a:lstStyle/>
              <a:p>
                <a:endParaRPr lang="en-US"/>
              </a:p>
            </p:txBody>
          </p:sp>
          <p:sp>
            <p:nvSpPr>
              <p:cNvPr id="3966" name="Freeform: Shape 3965">
                <a:extLst>
                  <a:ext uri="{FF2B5EF4-FFF2-40B4-BE49-F238E27FC236}">
                    <a16:creationId xmlns:a16="http://schemas.microsoft.com/office/drawing/2014/main" id="{98F41AB4-409B-8E64-A81D-96DF05318D4B}"/>
                  </a:ext>
                </a:extLst>
              </p:cNvPr>
              <p:cNvSpPr/>
              <p:nvPr/>
            </p:nvSpPr>
            <p:spPr>
              <a:xfrm>
                <a:off x="3824493" y="3038580"/>
                <a:ext cx="63500" cy="63500"/>
              </a:xfrm>
              <a:custGeom>
                <a:avLst/>
                <a:gdLst>
                  <a:gd name="csX0" fmla="*/ 31874 w 63500"/>
                  <a:gd name="csY0" fmla="*/ 63683 h 63500"/>
                  <a:gd name="csX1" fmla="*/ 54324 w 63500"/>
                  <a:gd name="csY1" fmla="*/ 54384 h 63500"/>
                  <a:gd name="csX2" fmla="*/ 63624 w 63500"/>
                  <a:gd name="csY2" fmla="*/ 31933 h 63500"/>
                  <a:gd name="csX3" fmla="*/ 54324 w 63500"/>
                  <a:gd name="csY3" fmla="*/ 9483 h 63500"/>
                  <a:gd name="csX4" fmla="*/ 31874 w 63500"/>
                  <a:gd name="csY4" fmla="*/ 183 h 63500"/>
                  <a:gd name="csX5" fmla="*/ 9423 w 63500"/>
                  <a:gd name="csY5" fmla="*/ 9483 h 63500"/>
                  <a:gd name="csX6" fmla="*/ 124 w 63500"/>
                  <a:gd name="csY6" fmla="*/ 31933 h 63500"/>
                  <a:gd name="csX7" fmla="*/ 9423 w 63500"/>
                  <a:gd name="csY7" fmla="*/ 54384 h 63500"/>
                  <a:gd name="csX8" fmla="*/ 31874 w 63500"/>
                  <a:gd name="csY8" fmla="*/ 6368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74" y="63683"/>
                    </a:moveTo>
                    <a:cubicBezTo>
                      <a:pt x="40294" y="63683"/>
                      <a:pt x="48370" y="60338"/>
                      <a:pt x="54324" y="54384"/>
                    </a:cubicBezTo>
                    <a:cubicBezTo>
                      <a:pt x="60278" y="48430"/>
                      <a:pt x="63624" y="40353"/>
                      <a:pt x="63624" y="31933"/>
                    </a:cubicBezTo>
                    <a:cubicBezTo>
                      <a:pt x="63624" y="23513"/>
                      <a:pt x="60278" y="15437"/>
                      <a:pt x="54324" y="9483"/>
                    </a:cubicBezTo>
                    <a:cubicBezTo>
                      <a:pt x="48370" y="3529"/>
                      <a:pt x="40294" y="183"/>
                      <a:pt x="31874" y="183"/>
                    </a:cubicBezTo>
                    <a:cubicBezTo>
                      <a:pt x="23453" y="183"/>
                      <a:pt x="15377" y="3529"/>
                      <a:pt x="9423" y="9483"/>
                    </a:cubicBezTo>
                    <a:cubicBezTo>
                      <a:pt x="3469" y="15437"/>
                      <a:pt x="124" y="23513"/>
                      <a:pt x="124" y="31933"/>
                    </a:cubicBezTo>
                    <a:cubicBezTo>
                      <a:pt x="124" y="40353"/>
                      <a:pt x="3469" y="48430"/>
                      <a:pt x="9423" y="54384"/>
                    </a:cubicBezTo>
                    <a:cubicBezTo>
                      <a:pt x="15377" y="60338"/>
                      <a:pt x="23453" y="63683"/>
                      <a:pt x="31874" y="63683"/>
                    </a:cubicBezTo>
                    <a:close/>
                  </a:path>
                </a:pathLst>
              </a:custGeom>
              <a:solidFill>
                <a:srgbClr val="67B57B"/>
              </a:solidFill>
              <a:ln w="3175" cap="flat">
                <a:solidFill>
                  <a:srgbClr val="FFFFFF"/>
                </a:solidFill>
                <a:prstDash val="solid"/>
                <a:round/>
              </a:ln>
            </p:spPr>
            <p:txBody>
              <a:bodyPr/>
              <a:lstStyle/>
              <a:p>
                <a:endParaRPr lang="en-US"/>
              </a:p>
            </p:txBody>
          </p:sp>
          <p:sp>
            <p:nvSpPr>
              <p:cNvPr id="3967" name="Freeform: Shape 3966">
                <a:extLst>
                  <a:ext uri="{FF2B5EF4-FFF2-40B4-BE49-F238E27FC236}">
                    <a16:creationId xmlns:a16="http://schemas.microsoft.com/office/drawing/2014/main" id="{FCE2A3CE-39C5-1E4E-C52A-5DC7D87BC142}"/>
                  </a:ext>
                </a:extLst>
              </p:cNvPr>
              <p:cNvSpPr/>
              <p:nvPr/>
            </p:nvSpPr>
            <p:spPr>
              <a:xfrm>
                <a:off x="3852122" y="3016663"/>
                <a:ext cx="63500" cy="63500"/>
              </a:xfrm>
              <a:custGeom>
                <a:avLst/>
                <a:gdLst>
                  <a:gd name="csX0" fmla="*/ 31876 w 63500"/>
                  <a:gd name="csY0" fmla="*/ 63682 h 63500"/>
                  <a:gd name="csX1" fmla="*/ 54326 w 63500"/>
                  <a:gd name="csY1" fmla="*/ 54382 h 63500"/>
                  <a:gd name="csX2" fmla="*/ 63626 w 63500"/>
                  <a:gd name="csY2" fmla="*/ 31932 h 63500"/>
                  <a:gd name="csX3" fmla="*/ 54326 w 63500"/>
                  <a:gd name="csY3" fmla="*/ 9481 h 63500"/>
                  <a:gd name="csX4" fmla="*/ 31876 w 63500"/>
                  <a:gd name="csY4" fmla="*/ 182 h 63500"/>
                  <a:gd name="csX5" fmla="*/ 9425 w 63500"/>
                  <a:gd name="csY5" fmla="*/ 9481 h 63500"/>
                  <a:gd name="csX6" fmla="*/ 126 w 63500"/>
                  <a:gd name="csY6" fmla="*/ 31932 h 63500"/>
                  <a:gd name="csX7" fmla="*/ 9425 w 63500"/>
                  <a:gd name="csY7" fmla="*/ 54382 h 63500"/>
                  <a:gd name="csX8" fmla="*/ 31876 w 63500"/>
                  <a:gd name="csY8" fmla="*/ 6368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76" y="63682"/>
                    </a:moveTo>
                    <a:cubicBezTo>
                      <a:pt x="40296" y="63682"/>
                      <a:pt x="48372" y="60336"/>
                      <a:pt x="54326" y="54382"/>
                    </a:cubicBezTo>
                    <a:cubicBezTo>
                      <a:pt x="60280" y="48428"/>
                      <a:pt x="63626" y="40352"/>
                      <a:pt x="63626" y="31932"/>
                    </a:cubicBezTo>
                    <a:cubicBezTo>
                      <a:pt x="63626" y="23511"/>
                      <a:pt x="60280" y="15435"/>
                      <a:pt x="54326" y="9481"/>
                    </a:cubicBezTo>
                    <a:cubicBezTo>
                      <a:pt x="48372" y="3527"/>
                      <a:pt x="40296" y="182"/>
                      <a:pt x="31876" y="182"/>
                    </a:cubicBezTo>
                    <a:cubicBezTo>
                      <a:pt x="23456" y="182"/>
                      <a:pt x="15379" y="3527"/>
                      <a:pt x="9425" y="9481"/>
                    </a:cubicBezTo>
                    <a:cubicBezTo>
                      <a:pt x="3471" y="15435"/>
                      <a:pt x="126" y="23511"/>
                      <a:pt x="126" y="31932"/>
                    </a:cubicBezTo>
                    <a:cubicBezTo>
                      <a:pt x="126" y="40352"/>
                      <a:pt x="3471" y="48428"/>
                      <a:pt x="9425" y="54382"/>
                    </a:cubicBezTo>
                    <a:cubicBezTo>
                      <a:pt x="15379" y="60336"/>
                      <a:pt x="23456" y="63682"/>
                      <a:pt x="31876" y="63682"/>
                    </a:cubicBezTo>
                    <a:close/>
                  </a:path>
                </a:pathLst>
              </a:custGeom>
              <a:solidFill>
                <a:srgbClr val="67B57B"/>
              </a:solidFill>
              <a:ln w="3175" cap="flat">
                <a:solidFill>
                  <a:srgbClr val="FFFFFF"/>
                </a:solidFill>
                <a:prstDash val="solid"/>
                <a:round/>
              </a:ln>
            </p:spPr>
            <p:txBody>
              <a:bodyPr/>
              <a:lstStyle/>
              <a:p>
                <a:endParaRPr lang="en-US"/>
              </a:p>
            </p:txBody>
          </p:sp>
          <p:sp>
            <p:nvSpPr>
              <p:cNvPr id="3968" name="Freeform: Shape 3967">
                <a:extLst>
                  <a:ext uri="{FF2B5EF4-FFF2-40B4-BE49-F238E27FC236}">
                    <a16:creationId xmlns:a16="http://schemas.microsoft.com/office/drawing/2014/main" id="{C78F2EBC-2D77-0C30-1522-C0E2D7A1F579}"/>
                  </a:ext>
                </a:extLst>
              </p:cNvPr>
              <p:cNvSpPr/>
              <p:nvPr/>
            </p:nvSpPr>
            <p:spPr>
              <a:xfrm>
                <a:off x="3881184" y="2994747"/>
                <a:ext cx="63500" cy="63500"/>
              </a:xfrm>
              <a:custGeom>
                <a:avLst/>
                <a:gdLst>
                  <a:gd name="csX0" fmla="*/ 31878 w 63500"/>
                  <a:gd name="csY0" fmla="*/ 63680 h 63500"/>
                  <a:gd name="csX1" fmla="*/ 54329 w 63500"/>
                  <a:gd name="csY1" fmla="*/ 54380 h 63500"/>
                  <a:gd name="csX2" fmla="*/ 63628 w 63500"/>
                  <a:gd name="csY2" fmla="*/ 31930 h 63500"/>
                  <a:gd name="csX3" fmla="*/ 54329 w 63500"/>
                  <a:gd name="csY3" fmla="*/ 9479 h 63500"/>
                  <a:gd name="csX4" fmla="*/ 31878 w 63500"/>
                  <a:gd name="csY4" fmla="*/ 180 h 63500"/>
                  <a:gd name="csX5" fmla="*/ 9427 w 63500"/>
                  <a:gd name="csY5" fmla="*/ 9479 h 63500"/>
                  <a:gd name="csX6" fmla="*/ 128 w 63500"/>
                  <a:gd name="csY6" fmla="*/ 31930 h 63500"/>
                  <a:gd name="csX7" fmla="*/ 9427 w 63500"/>
                  <a:gd name="csY7" fmla="*/ 54380 h 63500"/>
                  <a:gd name="csX8" fmla="*/ 31878 w 63500"/>
                  <a:gd name="csY8" fmla="*/ 6368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78" y="63680"/>
                    </a:moveTo>
                    <a:cubicBezTo>
                      <a:pt x="40298" y="63680"/>
                      <a:pt x="48375" y="60334"/>
                      <a:pt x="54329" y="54380"/>
                    </a:cubicBezTo>
                    <a:cubicBezTo>
                      <a:pt x="60283" y="48426"/>
                      <a:pt x="63628" y="40350"/>
                      <a:pt x="63628" y="31930"/>
                    </a:cubicBezTo>
                    <a:cubicBezTo>
                      <a:pt x="63628" y="23510"/>
                      <a:pt x="60283" y="15433"/>
                      <a:pt x="54329" y="9479"/>
                    </a:cubicBezTo>
                    <a:cubicBezTo>
                      <a:pt x="48375" y="3525"/>
                      <a:pt x="40298" y="180"/>
                      <a:pt x="31878" y="180"/>
                    </a:cubicBezTo>
                    <a:cubicBezTo>
                      <a:pt x="23458" y="180"/>
                      <a:pt x="15381" y="3525"/>
                      <a:pt x="9427" y="9479"/>
                    </a:cubicBezTo>
                    <a:cubicBezTo>
                      <a:pt x="3473" y="15433"/>
                      <a:pt x="128" y="23510"/>
                      <a:pt x="128" y="31930"/>
                    </a:cubicBezTo>
                    <a:cubicBezTo>
                      <a:pt x="128" y="40350"/>
                      <a:pt x="3473" y="48426"/>
                      <a:pt x="9427" y="54380"/>
                    </a:cubicBezTo>
                    <a:cubicBezTo>
                      <a:pt x="15381" y="60334"/>
                      <a:pt x="23458" y="63680"/>
                      <a:pt x="31878" y="63680"/>
                    </a:cubicBezTo>
                    <a:close/>
                  </a:path>
                </a:pathLst>
              </a:custGeom>
              <a:solidFill>
                <a:srgbClr val="67B57B"/>
              </a:solidFill>
              <a:ln w="3175" cap="flat">
                <a:solidFill>
                  <a:srgbClr val="FFFFFF"/>
                </a:solidFill>
                <a:prstDash val="solid"/>
                <a:round/>
              </a:ln>
            </p:spPr>
            <p:txBody>
              <a:bodyPr/>
              <a:lstStyle/>
              <a:p>
                <a:endParaRPr lang="en-US"/>
              </a:p>
            </p:txBody>
          </p:sp>
          <p:sp>
            <p:nvSpPr>
              <p:cNvPr id="3969" name="Freeform: Shape 3968">
                <a:extLst>
                  <a:ext uri="{FF2B5EF4-FFF2-40B4-BE49-F238E27FC236}">
                    <a16:creationId xmlns:a16="http://schemas.microsoft.com/office/drawing/2014/main" id="{7747EBE9-E3F3-BD88-6DC0-DD42A74C5582}"/>
                  </a:ext>
                </a:extLst>
              </p:cNvPr>
              <p:cNvSpPr/>
              <p:nvPr/>
            </p:nvSpPr>
            <p:spPr>
              <a:xfrm>
                <a:off x="3937552" y="2972831"/>
                <a:ext cx="63500" cy="63500"/>
              </a:xfrm>
              <a:custGeom>
                <a:avLst/>
                <a:gdLst>
                  <a:gd name="csX0" fmla="*/ 31883 w 63500"/>
                  <a:gd name="csY0" fmla="*/ 63678 h 63500"/>
                  <a:gd name="csX1" fmla="*/ 54333 w 63500"/>
                  <a:gd name="csY1" fmla="*/ 54379 h 63500"/>
                  <a:gd name="csX2" fmla="*/ 63633 w 63500"/>
                  <a:gd name="csY2" fmla="*/ 31928 h 63500"/>
                  <a:gd name="csX3" fmla="*/ 54333 w 63500"/>
                  <a:gd name="csY3" fmla="*/ 9477 h 63500"/>
                  <a:gd name="csX4" fmla="*/ 31883 w 63500"/>
                  <a:gd name="csY4" fmla="*/ 178 h 63500"/>
                  <a:gd name="csX5" fmla="*/ 9432 w 63500"/>
                  <a:gd name="csY5" fmla="*/ 9477 h 63500"/>
                  <a:gd name="csX6" fmla="*/ 133 w 63500"/>
                  <a:gd name="csY6" fmla="*/ 31928 h 63500"/>
                  <a:gd name="csX7" fmla="*/ 9432 w 63500"/>
                  <a:gd name="csY7" fmla="*/ 54379 h 63500"/>
                  <a:gd name="csX8" fmla="*/ 31883 w 63500"/>
                  <a:gd name="csY8" fmla="*/ 6367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83" y="63678"/>
                    </a:moveTo>
                    <a:cubicBezTo>
                      <a:pt x="40303" y="63678"/>
                      <a:pt x="48379" y="60333"/>
                      <a:pt x="54333" y="54379"/>
                    </a:cubicBezTo>
                    <a:cubicBezTo>
                      <a:pt x="60287" y="48425"/>
                      <a:pt x="63633" y="40348"/>
                      <a:pt x="63633" y="31928"/>
                    </a:cubicBezTo>
                    <a:cubicBezTo>
                      <a:pt x="63633" y="23508"/>
                      <a:pt x="60287" y="15431"/>
                      <a:pt x="54333" y="9477"/>
                    </a:cubicBezTo>
                    <a:cubicBezTo>
                      <a:pt x="48379" y="3523"/>
                      <a:pt x="40303" y="178"/>
                      <a:pt x="31883" y="178"/>
                    </a:cubicBezTo>
                    <a:cubicBezTo>
                      <a:pt x="23462" y="178"/>
                      <a:pt x="15386" y="3523"/>
                      <a:pt x="9432" y="9477"/>
                    </a:cubicBezTo>
                    <a:cubicBezTo>
                      <a:pt x="3478" y="15431"/>
                      <a:pt x="133" y="23508"/>
                      <a:pt x="133" y="31928"/>
                    </a:cubicBezTo>
                    <a:cubicBezTo>
                      <a:pt x="133" y="40348"/>
                      <a:pt x="3478" y="48425"/>
                      <a:pt x="9432" y="54379"/>
                    </a:cubicBezTo>
                    <a:cubicBezTo>
                      <a:pt x="15386" y="60333"/>
                      <a:pt x="23462" y="63678"/>
                      <a:pt x="31883" y="63678"/>
                    </a:cubicBezTo>
                    <a:close/>
                  </a:path>
                </a:pathLst>
              </a:custGeom>
              <a:solidFill>
                <a:srgbClr val="67B57B"/>
              </a:solidFill>
              <a:ln w="3175" cap="flat">
                <a:solidFill>
                  <a:srgbClr val="FFFFFF"/>
                </a:solidFill>
                <a:prstDash val="solid"/>
                <a:round/>
              </a:ln>
            </p:spPr>
            <p:txBody>
              <a:bodyPr/>
              <a:lstStyle/>
              <a:p>
                <a:endParaRPr lang="en-US"/>
              </a:p>
            </p:txBody>
          </p:sp>
          <p:sp>
            <p:nvSpPr>
              <p:cNvPr id="3970" name="Freeform: Shape 3969">
                <a:extLst>
                  <a:ext uri="{FF2B5EF4-FFF2-40B4-BE49-F238E27FC236}">
                    <a16:creationId xmlns:a16="http://schemas.microsoft.com/office/drawing/2014/main" id="{ACAA399B-C2BC-9361-2B93-CDEBC496BB99}"/>
                  </a:ext>
                </a:extLst>
              </p:cNvPr>
              <p:cNvSpPr/>
              <p:nvPr/>
            </p:nvSpPr>
            <p:spPr>
              <a:xfrm>
                <a:off x="3984914" y="2950914"/>
                <a:ext cx="63500" cy="63500"/>
              </a:xfrm>
              <a:custGeom>
                <a:avLst/>
                <a:gdLst>
                  <a:gd name="csX0" fmla="*/ 31886 w 63500"/>
                  <a:gd name="csY0" fmla="*/ 63676 h 63500"/>
                  <a:gd name="csX1" fmla="*/ 54337 w 63500"/>
                  <a:gd name="csY1" fmla="*/ 54377 h 63500"/>
                  <a:gd name="csX2" fmla="*/ 63636 w 63500"/>
                  <a:gd name="csY2" fmla="*/ 31926 h 63500"/>
                  <a:gd name="csX3" fmla="*/ 54337 w 63500"/>
                  <a:gd name="csY3" fmla="*/ 9476 h 63500"/>
                  <a:gd name="csX4" fmla="*/ 31886 w 63500"/>
                  <a:gd name="csY4" fmla="*/ 176 h 63500"/>
                  <a:gd name="csX5" fmla="*/ 9436 w 63500"/>
                  <a:gd name="csY5" fmla="*/ 9476 h 63500"/>
                  <a:gd name="csX6" fmla="*/ 136 w 63500"/>
                  <a:gd name="csY6" fmla="*/ 31926 h 63500"/>
                  <a:gd name="csX7" fmla="*/ 9436 w 63500"/>
                  <a:gd name="csY7" fmla="*/ 54377 h 63500"/>
                  <a:gd name="csX8" fmla="*/ 31886 w 63500"/>
                  <a:gd name="csY8" fmla="*/ 6367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86" y="63676"/>
                    </a:moveTo>
                    <a:cubicBezTo>
                      <a:pt x="40306" y="63676"/>
                      <a:pt x="48383" y="60331"/>
                      <a:pt x="54337" y="54377"/>
                    </a:cubicBezTo>
                    <a:cubicBezTo>
                      <a:pt x="60291" y="48423"/>
                      <a:pt x="63636" y="40347"/>
                      <a:pt x="63636" y="31926"/>
                    </a:cubicBezTo>
                    <a:cubicBezTo>
                      <a:pt x="63636" y="23506"/>
                      <a:pt x="60291" y="15430"/>
                      <a:pt x="54337" y="9476"/>
                    </a:cubicBezTo>
                    <a:cubicBezTo>
                      <a:pt x="48383" y="3522"/>
                      <a:pt x="40306" y="176"/>
                      <a:pt x="31886" y="176"/>
                    </a:cubicBezTo>
                    <a:cubicBezTo>
                      <a:pt x="23466" y="176"/>
                      <a:pt x="15390" y="3522"/>
                      <a:pt x="9436" y="9476"/>
                    </a:cubicBezTo>
                    <a:cubicBezTo>
                      <a:pt x="3482" y="15430"/>
                      <a:pt x="136" y="23506"/>
                      <a:pt x="136" y="31926"/>
                    </a:cubicBezTo>
                    <a:cubicBezTo>
                      <a:pt x="136" y="40347"/>
                      <a:pt x="3482" y="48423"/>
                      <a:pt x="9436" y="54377"/>
                    </a:cubicBezTo>
                    <a:cubicBezTo>
                      <a:pt x="15390" y="60331"/>
                      <a:pt x="23466" y="63676"/>
                      <a:pt x="31886" y="63676"/>
                    </a:cubicBezTo>
                    <a:close/>
                  </a:path>
                </a:pathLst>
              </a:custGeom>
              <a:solidFill>
                <a:srgbClr val="67B57B"/>
              </a:solidFill>
              <a:ln w="3175" cap="flat">
                <a:solidFill>
                  <a:srgbClr val="FFFFFF"/>
                </a:solidFill>
                <a:prstDash val="solid"/>
                <a:round/>
              </a:ln>
            </p:spPr>
            <p:txBody>
              <a:bodyPr/>
              <a:lstStyle/>
              <a:p>
                <a:endParaRPr lang="en-US"/>
              </a:p>
            </p:txBody>
          </p:sp>
          <p:sp>
            <p:nvSpPr>
              <p:cNvPr id="3971" name="Freeform: Shape 3970">
                <a:extLst>
                  <a:ext uri="{FF2B5EF4-FFF2-40B4-BE49-F238E27FC236}">
                    <a16:creationId xmlns:a16="http://schemas.microsoft.com/office/drawing/2014/main" id="{07F66C95-93F1-99E1-426D-13C9D5929962}"/>
                  </a:ext>
                </a:extLst>
              </p:cNvPr>
              <p:cNvSpPr/>
              <p:nvPr/>
            </p:nvSpPr>
            <p:spPr>
              <a:xfrm>
                <a:off x="4019826" y="2928998"/>
                <a:ext cx="63500" cy="63500"/>
              </a:xfrm>
              <a:custGeom>
                <a:avLst/>
                <a:gdLst>
                  <a:gd name="csX0" fmla="*/ 31889 w 63500"/>
                  <a:gd name="csY0" fmla="*/ 63675 h 63500"/>
                  <a:gd name="csX1" fmla="*/ 54340 w 63500"/>
                  <a:gd name="csY1" fmla="*/ 54375 h 63500"/>
                  <a:gd name="csX2" fmla="*/ 63639 w 63500"/>
                  <a:gd name="csY2" fmla="*/ 31925 h 63500"/>
                  <a:gd name="csX3" fmla="*/ 54340 w 63500"/>
                  <a:gd name="csY3" fmla="*/ 9474 h 63500"/>
                  <a:gd name="csX4" fmla="*/ 31889 w 63500"/>
                  <a:gd name="csY4" fmla="*/ 175 h 63500"/>
                  <a:gd name="csX5" fmla="*/ 9438 w 63500"/>
                  <a:gd name="csY5" fmla="*/ 9474 h 63500"/>
                  <a:gd name="csX6" fmla="*/ 139 w 63500"/>
                  <a:gd name="csY6" fmla="*/ 31925 h 63500"/>
                  <a:gd name="csX7" fmla="*/ 9438 w 63500"/>
                  <a:gd name="csY7" fmla="*/ 54375 h 63500"/>
                  <a:gd name="csX8" fmla="*/ 31889 w 63500"/>
                  <a:gd name="csY8" fmla="*/ 6367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89" y="63675"/>
                    </a:moveTo>
                    <a:cubicBezTo>
                      <a:pt x="40309" y="63675"/>
                      <a:pt x="48386" y="60329"/>
                      <a:pt x="54340" y="54375"/>
                    </a:cubicBezTo>
                    <a:cubicBezTo>
                      <a:pt x="60294" y="48421"/>
                      <a:pt x="63639" y="40345"/>
                      <a:pt x="63639" y="31925"/>
                    </a:cubicBezTo>
                    <a:cubicBezTo>
                      <a:pt x="63639" y="23504"/>
                      <a:pt x="60294" y="15428"/>
                      <a:pt x="54340" y="9474"/>
                    </a:cubicBezTo>
                    <a:cubicBezTo>
                      <a:pt x="48386" y="3520"/>
                      <a:pt x="40309" y="175"/>
                      <a:pt x="31889" y="175"/>
                    </a:cubicBezTo>
                    <a:cubicBezTo>
                      <a:pt x="23469" y="175"/>
                      <a:pt x="15392" y="3520"/>
                      <a:pt x="9438" y="9474"/>
                    </a:cubicBezTo>
                    <a:cubicBezTo>
                      <a:pt x="3484" y="15428"/>
                      <a:pt x="139" y="23504"/>
                      <a:pt x="139" y="31925"/>
                    </a:cubicBezTo>
                    <a:cubicBezTo>
                      <a:pt x="139" y="40345"/>
                      <a:pt x="3484" y="48421"/>
                      <a:pt x="9438" y="54375"/>
                    </a:cubicBezTo>
                    <a:cubicBezTo>
                      <a:pt x="15392" y="60329"/>
                      <a:pt x="23469" y="63675"/>
                      <a:pt x="31889" y="63675"/>
                    </a:cubicBezTo>
                    <a:close/>
                  </a:path>
                </a:pathLst>
              </a:custGeom>
              <a:solidFill>
                <a:srgbClr val="67B57B"/>
              </a:solidFill>
              <a:ln w="3175" cap="flat">
                <a:solidFill>
                  <a:srgbClr val="FFFFFF"/>
                </a:solidFill>
                <a:prstDash val="solid"/>
                <a:round/>
              </a:ln>
            </p:spPr>
            <p:txBody>
              <a:bodyPr/>
              <a:lstStyle/>
              <a:p>
                <a:endParaRPr lang="en-US"/>
              </a:p>
            </p:txBody>
          </p:sp>
          <p:sp>
            <p:nvSpPr>
              <p:cNvPr id="3972" name="Freeform: Shape 3971">
                <a:extLst>
                  <a:ext uri="{FF2B5EF4-FFF2-40B4-BE49-F238E27FC236}">
                    <a16:creationId xmlns:a16="http://schemas.microsoft.com/office/drawing/2014/main" id="{7E723609-17C4-623C-D9E5-4B8F932C002E}"/>
                  </a:ext>
                </a:extLst>
              </p:cNvPr>
              <p:cNvSpPr/>
              <p:nvPr/>
            </p:nvSpPr>
            <p:spPr>
              <a:xfrm>
                <a:off x="4048785" y="2907081"/>
                <a:ext cx="63500" cy="63500"/>
              </a:xfrm>
              <a:custGeom>
                <a:avLst/>
                <a:gdLst>
                  <a:gd name="csX0" fmla="*/ 31891 w 63500"/>
                  <a:gd name="csY0" fmla="*/ 63673 h 63500"/>
                  <a:gd name="csX1" fmla="*/ 54342 w 63500"/>
                  <a:gd name="csY1" fmla="*/ 54374 h 63500"/>
                  <a:gd name="csX2" fmla="*/ 63641 w 63500"/>
                  <a:gd name="csY2" fmla="*/ 31923 h 63500"/>
                  <a:gd name="csX3" fmla="*/ 54342 w 63500"/>
                  <a:gd name="csY3" fmla="*/ 9472 h 63500"/>
                  <a:gd name="csX4" fmla="*/ 31891 w 63500"/>
                  <a:gd name="csY4" fmla="*/ 173 h 63500"/>
                  <a:gd name="csX5" fmla="*/ 9441 w 63500"/>
                  <a:gd name="csY5" fmla="*/ 9472 h 63500"/>
                  <a:gd name="csX6" fmla="*/ 141 w 63500"/>
                  <a:gd name="csY6" fmla="*/ 31923 h 63500"/>
                  <a:gd name="csX7" fmla="*/ 9441 w 63500"/>
                  <a:gd name="csY7" fmla="*/ 54374 h 63500"/>
                  <a:gd name="csX8" fmla="*/ 31891 w 63500"/>
                  <a:gd name="csY8" fmla="*/ 6367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91" y="63673"/>
                    </a:moveTo>
                    <a:cubicBezTo>
                      <a:pt x="40312" y="63673"/>
                      <a:pt x="48388" y="60328"/>
                      <a:pt x="54342" y="54374"/>
                    </a:cubicBezTo>
                    <a:cubicBezTo>
                      <a:pt x="60296" y="48420"/>
                      <a:pt x="63641" y="40343"/>
                      <a:pt x="63641" y="31923"/>
                    </a:cubicBezTo>
                    <a:cubicBezTo>
                      <a:pt x="63641" y="23503"/>
                      <a:pt x="60296" y="15426"/>
                      <a:pt x="54342" y="9472"/>
                    </a:cubicBezTo>
                    <a:cubicBezTo>
                      <a:pt x="48388" y="3518"/>
                      <a:pt x="40312" y="173"/>
                      <a:pt x="31891" y="173"/>
                    </a:cubicBezTo>
                    <a:cubicBezTo>
                      <a:pt x="23471" y="173"/>
                      <a:pt x="15395" y="3518"/>
                      <a:pt x="9441" y="9472"/>
                    </a:cubicBezTo>
                    <a:cubicBezTo>
                      <a:pt x="3487" y="15426"/>
                      <a:pt x="141" y="23503"/>
                      <a:pt x="141" y="31923"/>
                    </a:cubicBezTo>
                    <a:cubicBezTo>
                      <a:pt x="141" y="40343"/>
                      <a:pt x="3487" y="48420"/>
                      <a:pt x="9441" y="54374"/>
                    </a:cubicBezTo>
                    <a:cubicBezTo>
                      <a:pt x="15395" y="60328"/>
                      <a:pt x="23471" y="63673"/>
                      <a:pt x="31891" y="63673"/>
                    </a:cubicBezTo>
                    <a:close/>
                  </a:path>
                </a:pathLst>
              </a:custGeom>
              <a:solidFill>
                <a:srgbClr val="67B57B"/>
              </a:solidFill>
              <a:ln w="3175" cap="flat">
                <a:solidFill>
                  <a:srgbClr val="FFFFFF"/>
                </a:solidFill>
                <a:prstDash val="solid"/>
                <a:round/>
              </a:ln>
            </p:spPr>
            <p:txBody>
              <a:bodyPr/>
              <a:lstStyle/>
              <a:p>
                <a:endParaRPr lang="en-US"/>
              </a:p>
            </p:txBody>
          </p:sp>
          <p:sp>
            <p:nvSpPr>
              <p:cNvPr id="3973" name="Freeform: Shape 3972">
                <a:extLst>
                  <a:ext uri="{FF2B5EF4-FFF2-40B4-BE49-F238E27FC236}">
                    <a16:creationId xmlns:a16="http://schemas.microsoft.com/office/drawing/2014/main" id="{E6026E78-5D0F-3AB1-6F93-A6330A9E1725}"/>
                  </a:ext>
                </a:extLst>
              </p:cNvPr>
              <p:cNvSpPr/>
              <p:nvPr/>
            </p:nvSpPr>
            <p:spPr>
              <a:xfrm>
                <a:off x="4076336" y="2885165"/>
                <a:ext cx="63500" cy="63500"/>
              </a:xfrm>
              <a:custGeom>
                <a:avLst/>
                <a:gdLst>
                  <a:gd name="csX0" fmla="*/ 31893 w 63500"/>
                  <a:gd name="csY0" fmla="*/ 63671 h 63500"/>
                  <a:gd name="csX1" fmla="*/ 54344 w 63500"/>
                  <a:gd name="csY1" fmla="*/ 54372 h 63500"/>
                  <a:gd name="csX2" fmla="*/ 63643 w 63500"/>
                  <a:gd name="csY2" fmla="*/ 31921 h 63500"/>
                  <a:gd name="csX3" fmla="*/ 54344 w 63500"/>
                  <a:gd name="csY3" fmla="*/ 9471 h 63500"/>
                  <a:gd name="csX4" fmla="*/ 31893 w 63500"/>
                  <a:gd name="csY4" fmla="*/ 171 h 63500"/>
                  <a:gd name="csX5" fmla="*/ 9443 w 63500"/>
                  <a:gd name="csY5" fmla="*/ 9471 h 63500"/>
                  <a:gd name="csX6" fmla="*/ 143 w 63500"/>
                  <a:gd name="csY6" fmla="*/ 31921 h 63500"/>
                  <a:gd name="csX7" fmla="*/ 9443 w 63500"/>
                  <a:gd name="csY7" fmla="*/ 54372 h 63500"/>
                  <a:gd name="csX8" fmla="*/ 31893 w 63500"/>
                  <a:gd name="csY8" fmla="*/ 6367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93" y="63671"/>
                    </a:moveTo>
                    <a:cubicBezTo>
                      <a:pt x="40314" y="63671"/>
                      <a:pt x="48390" y="60326"/>
                      <a:pt x="54344" y="54372"/>
                    </a:cubicBezTo>
                    <a:cubicBezTo>
                      <a:pt x="60298" y="48418"/>
                      <a:pt x="63643" y="40341"/>
                      <a:pt x="63643" y="31921"/>
                    </a:cubicBezTo>
                    <a:cubicBezTo>
                      <a:pt x="63643" y="23501"/>
                      <a:pt x="60298" y="15425"/>
                      <a:pt x="54344" y="9471"/>
                    </a:cubicBezTo>
                    <a:cubicBezTo>
                      <a:pt x="48390" y="3517"/>
                      <a:pt x="40314" y="171"/>
                      <a:pt x="31893" y="171"/>
                    </a:cubicBezTo>
                    <a:cubicBezTo>
                      <a:pt x="23473" y="171"/>
                      <a:pt x="15397" y="3517"/>
                      <a:pt x="9443" y="9471"/>
                    </a:cubicBezTo>
                    <a:cubicBezTo>
                      <a:pt x="3489" y="15425"/>
                      <a:pt x="143" y="23501"/>
                      <a:pt x="143" y="31921"/>
                    </a:cubicBezTo>
                    <a:cubicBezTo>
                      <a:pt x="143" y="40341"/>
                      <a:pt x="3489" y="48418"/>
                      <a:pt x="9443" y="54372"/>
                    </a:cubicBezTo>
                    <a:cubicBezTo>
                      <a:pt x="15397" y="60326"/>
                      <a:pt x="23473" y="63671"/>
                      <a:pt x="31893" y="63671"/>
                    </a:cubicBezTo>
                    <a:close/>
                  </a:path>
                </a:pathLst>
              </a:custGeom>
              <a:solidFill>
                <a:srgbClr val="67B57B"/>
              </a:solidFill>
              <a:ln w="3175" cap="flat">
                <a:solidFill>
                  <a:srgbClr val="FFFFFF"/>
                </a:solidFill>
                <a:prstDash val="solid"/>
                <a:round/>
              </a:ln>
            </p:spPr>
            <p:txBody>
              <a:bodyPr/>
              <a:lstStyle/>
              <a:p>
                <a:endParaRPr lang="en-US"/>
              </a:p>
            </p:txBody>
          </p:sp>
          <p:sp>
            <p:nvSpPr>
              <p:cNvPr id="3974" name="Freeform: Shape 3973">
                <a:extLst>
                  <a:ext uri="{FF2B5EF4-FFF2-40B4-BE49-F238E27FC236}">
                    <a16:creationId xmlns:a16="http://schemas.microsoft.com/office/drawing/2014/main" id="{DB1E587E-2355-332C-95ED-BEC2FA6F33BC}"/>
                  </a:ext>
                </a:extLst>
              </p:cNvPr>
              <p:cNvSpPr/>
              <p:nvPr/>
            </p:nvSpPr>
            <p:spPr>
              <a:xfrm>
                <a:off x="4149600" y="2863248"/>
                <a:ext cx="63500" cy="63500"/>
              </a:xfrm>
              <a:custGeom>
                <a:avLst/>
                <a:gdLst>
                  <a:gd name="csX0" fmla="*/ 31899 w 63500"/>
                  <a:gd name="csY0" fmla="*/ 63669 h 63500"/>
                  <a:gd name="csX1" fmla="*/ 54350 w 63500"/>
                  <a:gd name="csY1" fmla="*/ 54370 h 63500"/>
                  <a:gd name="csX2" fmla="*/ 63649 w 63500"/>
                  <a:gd name="csY2" fmla="*/ 31919 h 63500"/>
                  <a:gd name="csX3" fmla="*/ 54350 w 63500"/>
                  <a:gd name="csY3" fmla="*/ 9469 h 63500"/>
                  <a:gd name="csX4" fmla="*/ 31899 w 63500"/>
                  <a:gd name="csY4" fmla="*/ 169 h 63500"/>
                  <a:gd name="csX5" fmla="*/ 9449 w 63500"/>
                  <a:gd name="csY5" fmla="*/ 9469 h 63500"/>
                  <a:gd name="csX6" fmla="*/ 149 w 63500"/>
                  <a:gd name="csY6" fmla="*/ 31919 h 63500"/>
                  <a:gd name="csX7" fmla="*/ 9449 w 63500"/>
                  <a:gd name="csY7" fmla="*/ 54370 h 63500"/>
                  <a:gd name="csX8" fmla="*/ 31899 w 63500"/>
                  <a:gd name="csY8" fmla="*/ 6366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99" y="63669"/>
                    </a:moveTo>
                    <a:cubicBezTo>
                      <a:pt x="40319" y="63669"/>
                      <a:pt x="48396" y="60324"/>
                      <a:pt x="54350" y="54370"/>
                    </a:cubicBezTo>
                    <a:cubicBezTo>
                      <a:pt x="60304" y="48416"/>
                      <a:pt x="63649" y="40340"/>
                      <a:pt x="63649" y="31919"/>
                    </a:cubicBezTo>
                    <a:cubicBezTo>
                      <a:pt x="63649" y="23499"/>
                      <a:pt x="60304" y="15423"/>
                      <a:pt x="54350" y="9469"/>
                    </a:cubicBezTo>
                    <a:cubicBezTo>
                      <a:pt x="48396" y="3515"/>
                      <a:pt x="40319" y="169"/>
                      <a:pt x="31899" y="169"/>
                    </a:cubicBezTo>
                    <a:cubicBezTo>
                      <a:pt x="23479" y="169"/>
                      <a:pt x="15403" y="3515"/>
                      <a:pt x="9449" y="9469"/>
                    </a:cubicBezTo>
                    <a:cubicBezTo>
                      <a:pt x="3495" y="15423"/>
                      <a:pt x="149" y="23499"/>
                      <a:pt x="149" y="31919"/>
                    </a:cubicBezTo>
                    <a:cubicBezTo>
                      <a:pt x="149" y="40340"/>
                      <a:pt x="3495" y="48416"/>
                      <a:pt x="9449" y="54370"/>
                    </a:cubicBezTo>
                    <a:cubicBezTo>
                      <a:pt x="15403" y="60324"/>
                      <a:pt x="23479" y="63669"/>
                      <a:pt x="31899" y="63669"/>
                    </a:cubicBezTo>
                    <a:close/>
                  </a:path>
                </a:pathLst>
              </a:custGeom>
              <a:solidFill>
                <a:srgbClr val="67B57B"/>
              </a:solidFill>
              <a:ln w="3175" cap="flat">
                <a:solidFill>
                  <a:srgbClr val="FFFFFF"/>
                </a:solidFill>
                <a:prstDash val="solid"/>
                <a:round/>
              </a:ln>
            </p:spPr>
            <p:txBody>
              <a:bodyPr/>
              <a:lstStyle/>
              <a:p>
                <a:endParaRPr lang="en-US"/>
              </a:p>
            </p:txBody>
          </p:sp>
          <p:sp>
            <p:nvSpPr>
              <p:cNvPr id="3975" name="Freeform: Shape 3974">
                <a:extLst>
                  <a:ext uri="{FF2B5EF4-FFF2-40B4-BE49-F238E27FC236}">
                    <a16:creationId xmlns:a16="http://schemas.microsoft.com/office/drawing/2014/main" id="{2ECE3B2C-4AF2-8471-E8B3-0C806213F47F}"/>
                  </a:ext>
                </a:extLst>
              </p:cNvPr>
              <p:cNvSpPr/>
              <p:nvPr/>
            </p:nvSpPr>
            <p:spPr>
              <a:xfrm>
                <a:off x="4173970" y="2841332"/>
                <a:ext cx="63500" cy="63500"/>
              </a:xfrm>
              <a:custGeom>
                <a:avLst/>
                <a:gdLst>
                  <a:gd name="csX0" fmla="*/ 31901 w 63500"/>
                  <a:gd name="csY0" fmla="*/ 63668 h 63500"/>
                  <a:gd name="csX1" fmla="*/ 54352 w 63500"/>
                  <a:gd name="csY1" fmla="*/ 54368 h 63500"/>
                  <a:gd name="csX2" fmla="*/ 63651 w 63500"/>
                  <a:gd name="csY2" fmla="*/ 31918 h 63500"/>
                  <a:gd name="csX3" fmla="*/ 54352 w 63500"/>
                  <a:gd name="csY3" fmla="*/ 9467 h 63500"/>
                  <a:gd name="csX4" fmla="*/ 31901 w 63500"/>
                  <a:gd name="csY4" fmla="*/ 168 h 63500"/>
                  <a:gd name="csX5" fmla="*/ 9451 w 63500"/>
                  <a:gd name="csY5" fmla="*/ 9467 h 63500"/>
                  <a:gd name="csX6" fmla="*/ 151 w 63500"/>
                  <a:gd name="csY6" fmla="*/ 31918 h 63500"/>
                  <a:gd name="csX7" fmla="*/ 9451 w 63500"/>
                  <a:gd name="csY7" fmla="*/ 54368 h 63500"/>
                  <a:gd name="csX8" fmla="*/ 31901 w 63500"/>
                  <a:gd name="csY8" fmla="*/ 6366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01" y="63668"/>
                    </a:moveTo>
                    <a:cubicBezTo>
                      <a:pt x="40321" y="63668"/>
                      <a:pt x="48398" y="60322"/>
                      <a:pt x="54352" y="54368"/>
                    </a:cubicBezTo>
                    <a:cubicBezTo>
                      <a:pt x="60306" y="48414"/>
                      <a:pt x="63651" y="40338"/>
                      <a:pt x="63651" y="31918"/>
                    </a:cubicBezTo>
                    <a:cubicBezTo>
                      <a:pt x="63651" y="23498"/>
                      <a:pt x="60306" y="15421"/>
                      <a:pt x="54352" y="9467"/>
                    </a:cubicBezTo>
                    <a:cubicBezTo>
                      <a:pt x="48398" y="3513"/>
                      <a:pt x="40321" y="168"/>
                      <a:pt x="31901" y="168"/>
                    </a:cubicBezTo>
                    <a:cubicBezTo>
                      <a:pt x="23481" y="168"/>
                      <a:pt x="15404" y="3513"/>
                      <a:pt x="9451" y="9467"/>
                    </a:cubicBezTo>
                    <a:cubicBezTo>
                      <a:pt x="3497" y="15421"/>
                      <a:pt x="151" y="23498"/>
                      <a:pt x="151" y="31918"/>
                    </a:cubicBezTo>
                    <a:cubicBezTo>
                      <a:pt x="151" y="40338"/>
                      <a:pt x="3497" y="48414"/>
                      <a:pt x="9451" y="54368"/>
                    </a:cubicBezTo>
                    <a:cubicBezTo>
                      <a:pt x="15404" y="60322"/>
                      <a:pt x="23481" y="63668"/>
                      <a:pt x="31901" y="63668"/>
                    </a:cubicBezTo>
                    <a:close/>
                  </a:path>
                </a:pathLst>
              </a:custGeom>
              <a:solidFill>
                <a:srgbClr val="67B57B"/>
              </a:solidFill>
              <a:ln w="3175" cap="flat">
                <a:solidFill>
                  <a:srgbClr val="FFFFFF"/>
                </a:solidFill>
                <a:prstDash val="solid"/>
                <a:round/>
              </a:ln>
            </p:spPr>
            <p:txBody>
              <a:bodyPr/>
              <a:lstStyle/>
              <a:p>
                <a:endParaRPr lang="en-US"/>
              </a:p>
            </p:txBody>
          </p:sp>
          <p:sp>
            <p:nvSpPr>
              <p:cNvPr id="3976" name="Freeform: Shape 3975">
                <a:extLst>
                  <a:ext uri="{FF2B5EF4-FFF2-40B4-BE49-F238E27FC236}">
                    <a16:creationId xmlns:a16="http://schemas.microsoft.com/office/drawing/2014/main" id="{A3CE5B87-069B-F7FF-B757-BE25ECDD7517}"/>
                  </a:ext>
                </a:extLst>
              </p:cNvPr>
              <p:cNvSpPr/>
              <p:nvPr/>
            </p:nvSpPr>
            <p:spPr>
              <a:xfrm>
                <a:off x="4186414" y="2819415"/>
                <a:ext cx="63500" cy="63500"/>
              </a:xfrm>
              <a:custGeom>
                <a:avLst/>
                <a:gdLst>
                  <a:gd name="csX0" fmla="*/ 31902 w 63500"/>
                  <a:gd name="csY0" fmla="*/ 63666 h 63500"/>
                  <a:gd name="csX1" fmla="*/ 54353 w 63500"/>
                  <a:gd name="csY1" fmla="*/ 54367 h 63500"/>
                  <a:gd name="csX2" fmla="*/ 63652 w 63500"/>
                  <a:gd name="csY2" fmla="*/ 31916 h 63500"/>
                  <a:gd name="csX3" fmla="*/ 54353 w 63500"/>
                  <a:gd name="csY3" fmla="*/ 9465 h 63500"/>
                  <a:gd name="csX4" fmla="*/ 31902 w 63500"/>
                  <a:gd name="csY4" fmla="*/ 166 h 63500"/>
                  <a:gd name="csX5" fmla="*/ 9451 w 63500"/>
                  <a:gd name="csY5" fmla="*/ 9465 h 63500"/>
                  <a:gd name="csX6" fmla="*/ 152 w 63500"/>
                  <a:gd name="csY6" fmla="*/ 31916 h 63500"/>
                  <a:gd name="csX7" fmla="*/ 9451 w 63500"/>
                  <a:gd name="csY7" fmla="*/ 54367 h 63500"/>
                  <a:gd name="csX8" fmla="*/ 31902 w 63500"/>
                  <a:gd name="csY8" fmla="*/ 6366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02" y="63666"/>
                    </a:moveTo>
                    <a:cubicBezTo>
                      <a:pt x="40322" y="63666"/>
                      <a:pt x="48399" y="60321"/>
                      <a:pt x="54353" y="54367"/>
                    </a:cubicBezTo>
                    <a:cubicBezTo>
                      <a:pt x="60307" y="48413"/>
                      <a:pt x="63652" y="40336"/>
                      <a:pt x="63652" y="31916"/>
                    </a:cubicBezTo>
                    <a:cubicBezTo>
                      <a:pt x="63652" y="23496"/>
                      <a:pt x="60307" y="15419"/>
                      <a:pt x="54353" y="9465"/>
                    </a:cubicBezTo>
                    <a:cubicBezTo>
                      <a:pt x="48399" y="3511"/>
                      <a:pt x="40322" y="166"/>
                      <a:pt x="31902" y="166"/>
                    </a:cubicBezTo>
                    <a:cubicBezTo>
                      <a:pt x="23482" y="166"/>
                      <a:pt x="15405" y="3511"/>
                      <a:pt x="9451" y="9465"/>
                    </a:cubicBezTo>
                    <a:cubicBezTo>
                      <a:pt x="3498" y="15419"/>
                      <a:pt x="152" y="23496"/>
                      <a:pt x="152" y="31916"/>
                    </a:cubicBezTo>
                    <a:cubicBezTo>
                      <a:pt x="152" y="40336"/>
                      <a:pt x="3498" y="48413"/>
                      <a:pt x="9451" y="54367"/>
                    </a:cubicBezTo>
                    <a:cubicBezTo>
                      <a:pt x="15405" y="60321"/>
                      <a:pt x="23482" y="63666"/>
                      <a:pt x="31902" y="63666"/>
                    </a:cubicBezTo>
                    <a:close/>
                  </a:path>
                </a:pathLst>
              </a:custGeom>
              <a:solidFill>
                <a:srgbClr val="67B57B"/>
              </a:solidFill>
              <a:ln w="3175" cap="flat">
                <a:solidFill>
                  <a:srgbClr val="FFFFFF"/>
                </a:solidFill>
                <a:prstDash val="solid"/>
                <a:round/>
              </a:ln>
            </p:spPr>
            <p:txBody>
              <a:bodyPr/>
              <a:lstStyle/>
              <a:p>
                <a:endParaRPr lang="en-US"/>
              </a:p>
            </p:txBody>
          </p:sp>
          <p:sp>
            <p:nvSpPr>
              <p:cNvPr id="3977" name="Freeform: Shape 3976">
                <a:extLst>
                  <a:ext uri="{FF2B5EF4-FFF2-40B4-BE49-F238E27FC236}">
                    <a16:creationId xmlns:a16="http://schemas.microsoft.com/office/drawing/2014/main" id="{F3C1505B-9316-7078-7F99-AC8FB1AD6CA8}"/>
                  </a:ext>
                </a:extLst>
              </p:cNvPr>
              <p:cNvSpPr/>
              <p:nvPr/>
            </p:nvSpPr>
            <p:spPr>
              <a:xfrm>
                <a:off x="4209845" y="2797499"/>
                <a:ext cx="63500" cy="63500"/>
              </a:xfrm>
              <a:custGeom>
                <a:avLst/>
                <a:gdLst>
                  <a:gd name="csX0" fmla="*/ 31904 w 63500"/>
                  <a:gd name="csY0" fmla="*/ 63664 h 63500"/>
                  <a:gd name="csX1" fmla="*/ 54355 w 63500"/>
                  <a:gd name="csY1" fmla="*/ 54365 h 63500"/>
                  <a:gd name="csX2" fmla="*/ 63654 w 63500"/>
                  <a:gd name="csY2" fmla="*/ 31914 h 63500"/>
                  <a:gd name="csX3" fmla="*/ 54355 w 63500"/>
                  <a:gd name="csY3" fmla="*/ 9464 h 63500"/>
                  <a:gd name="csX4" fmla="*/ 31904 w 63500"/>
                  <a:gd name="csY4" fmla="*/ 164 h 63500"/>
                  <a:gd name="csX5" fmla="*/ 9453 w 63500"/>
                  <a:gd name="csY5" fmla="*/ 9464 h 63500"/>
                  <a:gd name="csX6" fmla="*/ 154 w 63500"/>
                  <a:gd name="csY6" fmla="*/ 31914 h 63500"/>
                  <a:gd name="csX7" fmla="*/ 9453 w 63500"/>
                  <a:gd name="csY7" fmla="*/ 54365 h 63500"/>
                  <a:gd name="csX8" fmla="*/ 31904 w 63500"/>
                  <a:gd name="csY8" fmla="*/ 6366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04" y="63664"/>
                    </a:moveTo>
                    <a:cubicBezTo>
                      <a:pt x="40324" y="63664"/>
                      <a:pt x="48401" y="60319"/>
                      <a:pt x="54355" y="54365"/>
                    </a:cubicBezTo>
                    <a:cubicBezTo>
                      <a:pt x="60309" y="48411"/>
                      <a:pt x="63654" y="40334"/>
                      <a:pt x="63654" y="31914"/>
                    </a:cubicBezTo>
                    <a:cubicBezTo>
                      <a:pt x="63654" y="23494"/>
                      <a:pt x="60309" y="15418"/>
                      <a:pt x="54355" y="9464"/>
                    </a:cubicBezTo>
                    <a:cubicBezTo>
                      <a:pt x="48401" y="3510"/>
                      <a:pt x="40324" y="164"/>
                      <a:pt x="31904" y="164"/>
                    </a:cubicBezTo>
                    <a:cubicBezTo>
                      <a:pt x="23484" y="164"/>
                      <a:pt x="15407" y="3510"/>
                      <a:pt x="9453" y="9464"/>
                    </a:cubicBezTo>
                    <a:cubicBezTo>
                      <a:pt x="3499" y="15418"/>
                      <a:pt x="154" y="23494"/>
                      <a:pt x="154" y="31914"/>
                    </a:cubicBezTo>
                    <a:cubicBezTo>
                      <a:pt x="154" y="40334"/>
                      <a:pt x="3499" y="48411"/>
                      <a:pt x="9453" y="54365"/>
                    </a:cubicBezTo>
                    <a:cubicBezTo>
                      <a:pt x="15407" y="60319"/>
                      <a:pt x="23484" y="63664"/>
                      <a:pt x="31904" y="63664"/>
                    </a:cubicBezTo>
                    <a:close/>
                  </a:path>
                </a:pathLst>
              </a:custGeom>
              <a:solidFill>
                <a:srgbClr val="67B57B"/>
              </a:solidFill>
              <a:ln w="3175" cap="flat">
                <a:solidFill>
                  <a:srgbClr val="FFFFFF"/>
                </a:solidFill>
                <a:prstDash val="solid"/>
                <a:round/>
              </a:ln>
            </p:spPr>
            <p:txBody>
              <a:bodyPr/>
              <a:lstStyle/>
              <a:p>
                <a:endParaRPr lang="en-US"/>
              </a:p>
            </p:txBody>
          </p:sp>
          <p:sp>
            <p:nvSpPr>
              <p:cNvPr id="3978" name="Freeform: Shape 3977">
                <a:extLst>
                  <a:ext uri="{FF2B5EF4-FFF2-40B4-BE49-F238E27FC236}">
                    <a16:creationId xmlns:a16="http://schemas.microsoft.com/office/drawing/2014/main" id="{747833BA-6ED8-2C02-B3DB-6EDE184B4464}"/>
                  </a:ext>
                </a:extLst>
              </p:cNvPr>
              <p:cNvSpPr/>
              <p:nvPr/>
            </p:nvSpPr>
            <p:spPr>
              <a:xfrm>
                <a:off x="4241173" y="2775582"/>
                <a:ext cx="63500" cy="63500"/>
              </a:xfrm>
              <a:custGeom>
                <a:avLst/>
                <a:gdLst>
                  <a:gd name="csX0" fmla="*/ 31906 w 63500"/>
                  <a:gd name="csY0" fmla="*/ 63663 h 63500"/>
                  <a:gd name="csX1" fmla="*/ 54357 w 63500"/>
                  <a:gd name="csY1" fmla="*/ 54363 h 63500"/>
                  <a:gd name="csX2" fmla="*/ 63656 w 63500"/>
                  <a:gd name="csY2" fmla="*/ 31913 h 63500"/>
                  <a:gd name="csX3" fmla="*/ 54357 w 63500"/>
                  <a:gd name="csY3" fmla="*/ 9462 h 63500"/>
                  <a:gd name="csX4" fmla="*/ 31906 w 63500"/>
                  <a:gd name="csY4" fmla="*/ 163 h 63500"/>
                  <a:gd name="csX5" fmla="*/ 9456 w 63500"/>
                  <a:gd name="csY5" fmla="*/ 9462 h 63500"/>
                  <a:gd name="csX6" fmla="*/ 156 w 63500"/>
                  <a:gd name="csY6" fmla="*/ 31913 h 63500"/>
                  <a:gd name="csX7" fmla="*/ 9456 w 63500"/>
                  <a:gd name="csY7" fmla="*/ 54363 h 63500"/>
                  <a:gd name="csX8" fmla="*/ 31906 w 63500"/>
                  <a:gd name="csY8" fmla="*/ 6366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06" y="63663"/>
                    </a:moveTo>
                    <a:cubicBezTo>
                      <a:pt x="40327" y="63663"/>
                      <a:pt x="48403" y="60317"/>
                      <a:pt x="54357" y="54363"/>
                    </a:cubicBezTo>
                    <a:cubicBezTo>
                      <a:pt x="60311" y="48409"/>
                      <a:pt x="63656" y="40333"/>
                      <a:pt x="63656" y="31913"/>
                    </a:cubicBezTo>
                    <a:cubicBezTo>
                      <a:pt x="63656" y="23492"/>
                      <a:pt x="60311" y="15416"/>
                      <a:pt x="54357" y="9462"/>
                    </a:cubicBezTo>
                    <a:cubicBezTo>
                      <a:pt x="48403" y="3508"/>
                      <a:pt x="40327" y="163"/>
                      <a:pt x="31906" y="163"/>
                    </a:cubicBezTo>
                    <a:cubicBezTo>
                      <a:pt x="23486" y="163"/>
                      <a:pt x="15410" y="3508"/>
                      <a:pt x="9456" y="9462"/>
                    </a:cubicBezTo>
                    <a:cubicBezTo>
                      <a:pt x="3502" y="15416"/>
                      <a:pt x="156" y="23492"/>
                      <a:pt x="156" y="31913"/>
                    </a:cubicBezTo>
                    <a:cubicBezTo>
                      <a:pt x="156" y="40333"/>
                      <a:pt x="3502" y="48409"/>
                      <a:pt x="9456" y="54363"/>
                    </a:cubicBezTo>
                    <a:cubicBezTo>
                      <a:pt x="15410" y="60317"/>
                      <a:pt x="23486" y="63663"/>
                      <a:pt x="31906" y="63663"/>
                    </a:cubicBezTo>
                    <a:close/>
                  </a:path>
                </a:pathLst>
              </a:custGeom>
              <a:solidFill>
                <a:srgbClr val="67B57B"/>
              </a:solidFill>
              <a:ln w="3175" cap="flat">
                <a:solidFill>
                  <a:srgbClr val="FFFFFF"/>
                </a:solidFill>
                <a:prstDash val="solid"/>
                <a:round/>
              </a:ln>
            </p:spPr>
            <p:txBody>
              <a:bodyPr/>
              <a:lstStyle/>
              <a:p>
                <a:endParaRPr lang="en-US"/>
              </a:p>
            </p:txBody>
          </p:sp>
          <p:sp>
            <p:nvSpPr>
              <p:cNvPr id="3979" name="Freeform: Shape 3978">
                <a:extLst>
                  <a:ext uri="{FF2B5EF4-FFF2-40B4-BE49-F238E27FC236}">
                    <a16:creationId xmlns:a16="http://schemas.microsoft.com/office/drawing/2014/main" id="{84DDC4ED-718D-8A9A-0641-D1829254C847}"/>
                  </a:ext>
                </a:extLst>
              </p:cNvPr>
              <p:cNvSpPr/>
              <p:nvPr/>
            </p:nvSpPr>
            <p:spPr>
              <a:xfrm>
                <a:off x="4281126" y="2753666"/>
                <a:ext cx="63500" cy="63500"/>
              </a:xfrm>
              <a:custGeom>
                <a:avLst/>
                <a:gdLst>
                  <a:gd name="csX0" fmla="*/ 31910 w 63500"/>
                  <a:gd name="csY0" fmla="*/ 63661 h 63500"/>
                  <a:gd name="csX1" fmla="*/ 54360 w 63500"/>
                  <a:gd name="csY1" fmla="*/ 54361 h 63500"/>
                  <a:gd name="csX2" fmla="*/ 63660 w 63500"/>
                  <a:gd name="csY2" fmla="*/ 31911 h 63500"/>
                  <a:gd name="csX3" fmla="*/ 54360 w 63500"/>
                  <a:gd name="csY3" fmla="*/ 9460 h 63500"/>
                  <a:gd name="csX4" fmla="*/ 31910 w 63500"/>
                  <a:gd name="csY4" fmla="*/ 161 h 63500"/>
                  <a:gd name="csX5" fmla="*/ 9459 w 63500"/>
                  <a:gd name="csY5" fmla="*/ 9460 h 63500"/>
                  <a:gd name="csX6" fmla="*/ 160 w 63500"/>
                  <a:gd name="csY6" fmla="*/ 31911 h 63500"/>
                  <a:gd name="csX7" fmla="*/ 9459 w 63500"/>
                  <a:gd name="csY7" fmla="*/ 54361 h 63500"/>
                  <a:gd name="csX8" fmla="*/ 31910 w 63500"/>
                  <a:gd name="csY8" fmla="*/ 6366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10" y="63661"/>
                    </a:moveTo>
                    <a:cubicBezTo>
                      <a:pt x="40330" y="63661"/>
                      <a:pt x="48406" y="60315"/>
                      <a:pt x="54360" y="54361"/>
                    </a:cubicBezTo>
                    <a:cubicBezTo>
                      <a:pt x="60314" y="48407"/>
                      <a:pt x="63660" y="40331"/>
                      <a:pt x="63660" y="31911"/>
                    </a:cubicBezTo>
                    <a:cubicBezTo>
                      <a:pt x="63660" y="23491"/>
                      <a:pt x="60314" y="15414"/>
                      <a:pt x="54360" y="9460"/>
                    </a:cubicBezTo>
                    <a:cubicBezTo>
                      <a:pt x="48406" y="3506"/>
                      <a:pt x="40330" y="161"/>
                      <a:pt x="31910" y="161"/>
                    </a:cubicBezTo>
                    <a:cubicBezTo>
                      <a:pt x="23489" y="161"/>
                      <a:pt x="15413" y="3506"/>
                      <a:pt x="9459" y="9460"/>
                    </a:cubicBezTo>
                    <a:cubicBezTo>
                      <a:pt x="3505" y="15414"/>
                      <a:pt x="160" y="23491"/>
                      <a:pt x="160" y="31911"/>
                    </a:cubicBezTo>
                    <a:cubicBezTo>
                      <a:pt x="160" y="40331"/>
                      <a:pt x="3505" y="48407"/>
                      <a:pt x="9459" y="54361"/>
                    </a:cubicBezTo>
                    <a:cubicBezTo>
                      <a:pt x="15413" y="60315"/>
                      <a:pt x="23489" y="63661"/>
                      <a:pt x="31910" y="63661"/>
                    </a:cubicBezTo>
                    <a:close/>
                  </a:path>
                </a:pathLst>
              </a:custGeom>
              <a:solidFill>
                <a:srgbClr val="67B57B"/>
              </a:solidFill>
              <a:ln w="3175" cap="flat">
                <a:solidFill>
                  <a:srgbClr val="FFFFFF"/>
                </a:solidFill>
                <a:prstDash val="solid"/>
                <a:round/>
              </a:ln>
            </p:spPr>
            <p:txBody>
              <a:bodyPr/>
              <a:lstStyle/>
              <a:p>
                <a:endParaRPr lang="en-US"/>
              </a:p>
            </p:txBody>
          </p:sp>
          <p:sp>
            <p:nvSpPr>
              <p:cNvPr id="3980" name="Freeform: Shape 3979">
                <a:extLst>
                  <a:ext uri="{FF2B5EF4-FFF2-40B4-BE49-F238E27FC236}">
                    <a16:creationId xmlns:a16="http://schemas.microsoft.com/office/drawing/2014/main" id="{EA2746C4-5906-FAED-5F81-02F166247E74}"/>
                  </a:ext>
                </a:extLst>
              </p:cNvPr>
              <p:cNvSpPr/>
              <p:nvPr/>
            </p:nvSpPr>
            <p:spPr>
              <a:xfrm>
                <a:off x="4301474" y="2731750"/>
                <a:ext cx="63500" cy="63500"/>
              </a:xfrm>
              <a:custGeom>
                <a:avLst/>
                <a:gdLst>
                  <a:gd name="csX0" fmla="*/ 31911 w 63500"/>
                  <a:gd name="csY0" fmla="*/ 63659 h 63500"/>
                  <a:gd name="csX1" fmla="*/ 54362 w 63500"/>
                  <a:gd name="csY1" fmla="*/ 54360 h 63500"/>
                  <a:gd name="csX2" fmla="*/ 63661 w 63500"/>
                  <a:gd name="csY2" fmla="*/ 31909 h 63500"/>
                  <a:gd name="csX3" fmla="*/ 54362 w 63500"/>
                  <a:gd name="csY3" fmla="*/ 9458 h 63500"/>
                  <a:gd name="csX4" fmla="*/ 31911 w 63500"/>
                  <a:gd name="csY4" fmla="*/ 159 h 63500"/>
                  <a:gd name="csX5" fmla="*/ 9461 w 63500"/>
                  <a:gd name="csY5" fmla="*/ 9458 h 63500"/>
                  <a:gd name="csX6" fmla="*/ 161 w 63500"/>
                  <a:gd name="csY6" fmla="*/ 31909 h 63500"/>
                  <a:gd name="csX7" fmla="*/ 9461 w 63500"/>
                  <a:gd name="csY7" fmla="*/ 54360 h 63500"/>
                  <a:gd name="csX8" fmla="*/ 31911 w 63500"/>
                  <a:gd name="csY8" fmla="*/ 6365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11" y="63659"/>
                    </a:moveTo>
                    <a:cubicBezTo>
                      <a:pt x="40331" y="63659"/>
                      <a:pt x="48408" y="60314"/>
                      <a:pt x="54362" y="54360"/>
                    </a:cubicBezTo>
                    <a:cubicBezTo>
                      <a:pt x="60316" y="48406"/>
                      <a:pt x="63661" y="40329"/>
                      <a:pt x="63661" y="31909"/>
                    </a:cubicBezTo>
                    <a:cubicBezTo>
                      <a:pt x="63661" y="23489"/>
                      <a:pt x="60316" y="15412"/>
                      <a:pt x="54362" y="9458"/>
                    </a:cubicBezTo>
                    <a:cubicBezTo>
                      <a:pt x="48408" y="3504"/>
                      <a:pt x="40331" y="159"/>
                      <a:pt x="31911" y="159"/>
                    </a:cubicBezTo>
                    <a:cubicBezTo>
                      <a:pt x="23491" y="159"/>
                      <a:pt x="15415" y="3504"/>
                      <a:pt x="9461" y="9458"/>
                    </a:cubicBezTo>
                    <a:cubicBezTo>
                      <a:pt x="3507" y="15412"/>
                      <a:pt x="161" y="23489"/>
                      <a:pt x="161" y="31909"/>
                    </a:cubicBezTo>
                    <a:cubicBezTo>
                      <a:pt x="161" y="40329"/>
                      <a:pt x="3507" y="48406"/>
                      <a:pt x="9461" y="54360"/>
                    </a:cubicBezTo>
                    <a:cubicBezTo>
                      <a:pt x="15415" y="60314"/>
                      <a:pt x="23491" y="63659"/>
                      <a:pt x="31911" y="63659"/>
                    </a:cubicBezTo>
                    <a:close/>
                  </a:path>
                </a:pathLst>
              </a:custGeom>
              <a:solidFill>
                <a:srgbClr val="67B57B"/>
              </a:solidFill>
              <a:ln w="3175" cap="flat">
                <a:solidFill>
                  <a:srgbClr val="FFFFFF"/>
                </a:solidFill>
                <a:prstDash val="solid"/>
                <a:round/>
              </a:ln>
            </p:spPr>
            <p:txBody>
              <a:bodyPr/>
              <a:lstStyle/>
              <a:p>
                <a:endParaRPr lang="en-US"/>
              </a:p>
            </p:txBody>
          </p:sp>
          <p:sp>
            <p:nvSpPr>
              <p:cNvPr id="3981" name="Freeform: Shape 3980">
                <a:extLst>
                  <a:ext uri="{FF2B5EF4-FFF2-40B4-BE49-F238E27FC236}">
                    <a16:creationId xmlns:a16="http://schemas.microsoft.com/office/drawing/2014/main" id="{EB26A166-4123-0827-E6AB-EC32668ADE73}"/>
                  </a:ext>
                </a:extLst>
              </p:cNvPr>
              <p:cNvSpPr/>
              <p:nvPr/>
            </p:nvSpPr>
            <p:spPr>
              <a:xfrm>
                <a:off x="4343472" y="2709833"/>
                <a:ext cx="63500" cy="63500"/>
              </a:xfrm>
              <a:custGeom>
                <a:avLst/>
                <a:gdLst>
                  <a:gd name="csX0" fmla="*/ 31915 w 63500"/>
                  <a:gd name="csY0" fmla="*/ 63657 h 63500"/>
                  <a:gd name="csX1" fmla="*/ 54365 w 63500"/>
                  <a:gd name="csY1" fmla="*/ 54358 h 63500"/>
                  <a:gd name="csX2" fmla="*/ 63665 w 63500"/>
                  <a:gd name="csY2" fmla="*/ 31907 h 63500"/>
                  <a:gd name="csX3" fmla="*/ 54365 w 63500"/>
                  <a:gd name="csY3" fmla="*/ 9457 h 63500"/>
                  <a:gd name="csX4" fmla="*/ 31915 w 63500"/>
                  <a:gd name="csY4" fmla="*/ 157 h 63500"/>
                  <a:gd name="csX5" fmla="*/ 9464 w 63500"/>
                  <a:gd name="csY5" fmla="*/ 9457 h 63500"/>
                  <a:gd name="csX6" fmla="*/ 165 w 63500"/>
                  <a:gd name="csY6" fmla="*/ 31907 h 63500"/>
                  <a:gd name="csX7" fmla="*/ 9464 w 63500"/>
                  <a:gd name="csY7" fmla="*/ 54358 h 63500"/>
                  <a:gd name="csX8" fmla="*/ 31915 w 63500"/>
                  <a:gd name="csY8" fmla="*/ 6365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15" y="63657"/>
                    </a:moveTo>
                    <a:cubicBezTo>
                      <a:pt x="40335" y="63657"/>
                      <a:pt x="48411" y="60312"/>
                      <a:pt x="54365" y="54358"/>
                    </a:cubicBezTo>
                    <a:cubicBezTo>
                      <a:pt x="60319" y="48404"/>
                      <a:pt x="63665" y="40328"/>
                      <a:pt x="63665" y="31907"/>
                    </a:cubicBezTo>
                    <a:cubicBezTo>
                      <a:pt x="63665" y="23487"/>
                      <a:pt x="60319" y="15411"/>
                      <a:pt x="54365" y="9457"/>
                    </a:cubicBezTo>
                    <a:cubicBezTo>
                      <a:pt x="48411" y="3503"/>
                      <a:pt x="40335" y="157"/>
                      <a:pt x="31915" y="157"/>
                    </a:cubicBezTo>
                    <a:cubicBezTo>
                      <a:pt x="23494" y="157"/>
                      <a:pt x="15418" y="3503"/>
                      <a:pt x="9464" y="9457"/>
                    </a:cubicBezTo>
                    <a:cubicBezTo>
                      <a:pt x="3510" y="15411"/>
                      <a:pt x="165" y="23487"/>
                      <a:pt x="165" y="31907"/>
                    </a:cubicBezTo>
                    <a:cubicBezTo>
                      <a:pt x="165" y="40328"/>
                      <a:pt x="3510" y="48404"/>
                      <a:pt x="9464" y="54358"/>
                    </a:cubicBezTo>
                    <a:cubicBezTo>
                      <a:pt x="15418" y="60312"/>
                      <a:pt x="23494" y="63657"/>
                      <a:pt x="31915" y="63657"/>
                    </a:cubicBezTo>
                    <a:close/>
                  </a:path>
                </a:pathLst>
              </a:custGeom>
              <a:solidFill>
                <a:srgbClr val="67B57B"/>
              </a:solidFill>
              <a:ln w="3175" cap="flat">
                <a:solidFill>
                  <a:srgbClr val="FFFFFF"/>
                </a:solidFill>
                <a:prstDash val="solid"/>
                <a:round/>
              </a:ln>
            </p:spPr>
            <p:txBody>
              <a:bodyPr/>
              <a:lstStyle/>
              <a:p>
                <a:endParaRPr lang="en-US"/>
              </a:p>
            </p:txBody>
          </p:sp>
          <p:sp>
            <p:nvSpPr>
              <p:cNvPr id="3982" name="Freeform: Shape 3981">
                <a:extLst>
                  <a:ext uri="{FF2B5EF4-FFF2-40B4-BE49-F238E27FC236}">
                    <a16:creationId xmlns:a16="http://schemas.microsoft.com/office/drawing/2014/main" id="{14BEEABB-31B5-984A-9BCE-E01D33925E08}"/>
                  </a:ext>
                </a:extLst>
              </p:cNvPr>
              <p:cNvSpPr/>
              <p:nvPr/>
            </p:nvSpPr>
            <p:spPr>
              <a:xfrm>
                <a:off x="4361609" y="2687917"/>
                <a:ext cx="63500" cy="63500"/>
              </a:xfrm>
              <a:custGeom>
                <a:avLst/>
                <a:gdLst>
                  <a:gd name="csX0" fmla="*/ 31916 w 63500"/>
                  <a:gd name="csY0" fmla="*/ 63656 h 63500"/>
                  <a:gd name="csX1" fmla="*/ 54367 w 63500"/>
                  <a:gd name="csY1" fmla="*/ 54356 h 63500"/>
                  <a:gd name="csX2" fmla="*/ 63666 w 63500"/>
                  <a:gd name="csY2" fmla="*/ 31906 h 63500"/>
                  <a:gd name="csX3" fmla="*/ 54367 w 63500"/>
                  <a:gd name="csY3" fmla="*/ 9455 h 63500"/>
                  <a:gd name="csX4" fmla="*/ 31916 w 63500"/>
                  <a:gd name="csY4" fmla="*/ 156 h 63500"/>
                  <a:gd name="csX5" fmla="*/ 9465 w 63500"/>
                  <a:gd name="csY5" fmla="*/ 9455 h 63500"/>
                  <a:gd name="csX6" fmla="*/ 166 w 63500"/>
                  <a:gd name="csY6" fmla="*/ 31906 h 63500"/>
                  <a:gd name="csX7" fmla="*/ 9465 w 63500"/>
                  <a:gd name="csY7" fmla="*/ 54356 h 63500"/>
                  <a:gd name="csX8" fmla="*/ 31916 w 63500"/>
                  <a:gd name="csY8" fmla="*/ 6365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16" y="63656"/>
                    </a:moveTo>
                    <a:cubicBezTo>
                      <a:pt x="40336" y="63656"/>
                      <a:pt x="48413" y="60310"/>
                      <a:pt x="54367" y="54356"/>
                    </a:cubicBezTo>
                    <a:cubicBezTo>
                      <a:pt x="60321" y="48402"/>
                      <a:pt x="63666" y="40326"/>
                      <a:pt x="63666" y="31906"/>
                    </a:cubicBezTo>
                    <a:cubicBezTo>
                      <a:pt x="63666" y="23485"/>
                      <a:pt x="60321" y="15409"/>
                      <a:pt x="54367" y="9455"/>
                    </a:cubicBezTo>
                    <a:cubicBezTo>
                      <a:pt x="48413" y="3501"/>
                      <a:pt x="40336" y="156"/>
                      <a:pt x="31916" y="156"/>
                    </a:cubicBezTo>
                    <a:cubicBezTo>
                      <a:pt x="23496" y="156"/>
                      <a:pt x="15419" y="3501"/>
                      <a:pt x="9465" y="9455"/>
                    </a:cubicBezTo>
                    <a:cubicBezTo>
                      <a:pt x="3511" y="15409"/>
                      <a:pt x="166" y="23485"/>
                      <a:pt x="166" y="31906"/>
                    </a:cubicBezTo>
                    <a:cubicBezTo>
                      <a:pt x="166" y="40326"/>
                      <a:pt x="3511" y="48402"/>
                      <a:pt x="9465" y="54356"/>
                    </a:cubicBezTo>
                    <a:cubicBezTo>
                      <a:pt x="15419" y="60310"/>
                      <a:pt x="23496" y="63656"/>
                      <a:pt x="31916" y="63656"/>
                    </a:cubicBezTo>
                    <a:close/>
                  </a:path>
                </a:pathLst>
              </a:custGeom>
              <a:solidFill>
                <a:srgbClr val="67B57B"/>
              </a:solidFill>
              <a:ln w="3175" cap="flat">
                <a:solidFill>
                  <a:srgbClr val="FFFFFF"/>
                </a:solidFill>
                <a:prstDash val="solid"/>
                <a:round/>
              </a:ln>
            </p:spPr>
            <p:txBody>
              <a:bodyPr/>
              <a:lstStyle/>
              <a:p>
                <a:endParaRPr lang="en-US"/>
              </a:p>
            </p:txBody>
          </p:sp>
          <p:sp>
            <p:nvSpPr>
              <p:cNvPr id="3983" name="Freeform: Shape 3982">
                <a:extLst>
                  <a:ext uri="{FF2B5EF4-FFF2-40B4-BE49-F238E27FC236}">
                    <a16:creationId xmlns:a16="http://schemas.microsoft.com/office/drawing/2014/main" id="{8CE07008-245D-CD5A-2A88-73BDB9A6EB67}"/>
                  </a:ext>
                </a:extLst>
              </p:cNvPr>
              <p:cNvSpPr/>
              <p:nvPr/>
            </p:nvSpPr>
            <p:spPr>
              <a:xfrm>
                <a:off x="4438158" y="2666000"/>
                <a:ext cx="63500" cy="63500"/>
              </a:xfrm>
              <a:custGeom>
                <a:avLst/>
                <a:gdLst>
                  <a:gd name="csX0" fmla="*/ 31922 w 63500"/>
                  <a:gd name="csY0" fmla="*/ 63654 h 63500"/>
                  <a:gd name="csX1" fmla="*/ 54373 w 63500"/>
                  <a:gd name="csY1" fmla="*/ 54355 h 63500"/>
                  <a:gd name="csX2" fmla="*/ 63672 w 63500"/>
                  <a:gd name="csY2" fmla="*/ 31904 h 63500"/>
                  <a:gd name="csX3" fmla="*/ 54373 w 63500"/>
                  <a:gd name="csY3" fmla="*/ 9453 h 63500"/>
                  <a:gd name="csX4" fmla="*/ 31922 w 63500"/>
                  <a:gd name="csY4" fmla="*/ 154 h 63500"/>
                  <a:gd name="csX5" fmla="*/ 9471 w 63500"/>
                  <a:gd name="csY5" fmla="*/ 9453 h 63500"/>
                  <a:gd name="csX6" fmla="*/ 172 w 63500"/>
                  <a:gd name="csY6" fmla="*/ 31904 h 63500"/>
                  <a:gd name="csX7" fmla="*/ 9471 w 63500"/>
                  <a:gd name="csY7" fmla="*/ 54355 h 63500"/>
                  <a:gd name="csX8" fmla="*/ 31922 w 63500"/>
                  <a:gd name="csY8" fmla="*/ 6365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22" y="63654"/>
                    </a:moveTo>
                    <a:cubicBezTo>
                      <a:pt x="40342" y="63654"/>
                      <a:pt x="48419" y="60309"/>
                      <a:pt x="54373" y="54355"/>
                    </a:cubicBezTo>
                    <a:cubicBezTo>
                      <a:pt x="60327" y="48401"/>
                      <a:pt x="63672" y="40324"/>
                      <a:pt x="63672" y="31904"/>
                    </a:cubicBezTo>
                    <a:cubicBezTo>
                      <a:pt x="63672" y="23484"/>
                      <a:pt x="60327" y="15407"/>
                      <a:pt x="54373" y="9453"/>
                    </a:cubicBezTo>
                    <a:cubicBezTo>
                      <a:pt x="48419" y="3499"/>
                      <a:pt x="40342" y="154"/>
                      <a:pt x="31922" y="154"/>
                    </a:cubicBezTo>
                    <a:cubicBezTo>
                      <a:pt x="23502" y="154"/>
                      <a:pt x="15425" y="3499"/>
                      <a:pt x="9471" y="9453"/>
                    </a:cubicBezTo>
                    <a:cubicBezTo>
                      <a:pt x="3517" y="15407"/>
                      <a:pt x="172" y="23484"/>
                      <a:pt x="172" y="31904"/>
                    </a:cubicBezTo>
                    <a:cubicBezTo>
                      <a:pt x="172" y="40324"/>
                      <a:pt x="3517" y="48401"/>
                      <a:pt x="9471" y="54355"/>
                    </a:cubicBezTo>
                    <a:cubicBezTo>
                      <a:pt x="15425" y="60309"/>
                      <a:pt x="23502" y="63654"/>
                      <a:pt x="31922" y="63654"/>
                    </a:cubicBezTo>
                    <a:close/>
                  </a:path>
                </a:pathLst>
              </a:custGeom>
              <a:solidFill>
                <a:srgbClr val="67B57B"/>
              </a:solidFill>
              <a:ln w="3175" cap="flat">
                <a:solidFill>
                  <a:srgbClr val="FFFFFF"/>
                </a:solidFill>
                <a:prstDash val="solid"/>
                <a:round/>
              </a:ln>
            </p:spPr>
            <p:txBody>
              <a:bodyPr/>
              <a:lstStyle/>
              <a:p>
                <a:endParaRPr lang="en-US"/>
              </a:p>
            </p:txBody>
          </p:sp>
          <p:sp>
            <p:nvSpPr>
              <p:cNvPr id="3984" name="Freeform: Shape 3983">
                <a:extLst>
                  <a:ext uri="{FF2B5EF4-FFF2-40B4-BE49-F238E27FC236}">
                    <a16:creationId xmlns:a16="http://schemas.microsoft.com/office/drawing/2014/main" id="{2B2D7DDB-4C1E-55E7-7982-478A069A3727}"/>
                  </a:ext>
                </a:extLst>
              </p:cNvPr>
              <p:cNvSpPr/>
              <p:nvPr/>
            </p:nvSpPr>
            <p:spPr>
              <a:xfrm>
                <a:off x="4453312" y="2644084"/>
                <a:ext cx="63500" cy="63500"/>
              </a:xfrm>
              <a:custGeom>
                <a:avLst/>
                <a:gdLst>
                  <a:gd name="csX0" fmla="*/ 31923 w 63500"/>
                  <a:gd name="csY0" fmla="*/ 63652 h 63500"/>
                  <a:gd name="csX1" fmla="*/ 54374 w 63500"/>
                  <a:gd name="csY1" fmla="*/ 54353 h 63500"/>
                  <a:gd name="csX2" fmla="*/ 63673 w 63500"/>
                  <a:gd name="csY2" fmla="*/ 31902 h 63500"/>
                  <a:gd name="csX3" fmla="*/ 54374 w 63500"/>
                  <a:gd name="csY3" fmla="*/ 9452 h 63500"/>
                  <a:gd name="csX4" fmla="*/ 31923 w 63500"/>
                  <a:gd name="csY4" fmla="*/ 152 h 63500"/>
                  <a:gd name="csX5" fmla="*/ 9473 w 63500"/>
                  <a:gd name="csY5" fmla="*/ 9452 h 63500"/>
                  <a:gd name="csX6" fmla="*/ 173 w 63500"/>
                  <a:gd name="csY6" fmla="*/ 31902 h 63500"/>
                  <a:gd name="csX7" fmla="*/ 9473 w 63500"/>
                  <a:gd name="csY7" fmla="*/ 54353 h 63500"/>
                  <a:gd name="csX8" fmla="*/ 31923 w 63500"/>
                  <a:gd name="csY8" fmla="*/ 6365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23" y="63652"/>
                    </a:moveTo>
                    <a:cubicBezTo>
                      <a:pt x="40343" y="63652"/>
                      <a:pt x="48420" y="60307"/>
                      <a:pt x="54374" y="54353"/>
                    </a:cubicBezTo>
                    <a:cubicBezTo>
                      <a:pt x="60328" y="48399"/>
                      <a:pt x="63673" y="40322"/>
                      <a:pt x="63673" y="31902"/>
                    </a:cubicBezTo>
                    <a:cubicBezTo>
                      <a:pt x="63673" y="23482"/>
                      <a:pt x="60328" y="15406"/>
                      <a:pt x="54374" y="9452"/>
                    </a:cubicBezTo>
                    <a:cubicBezTo>
                      <a:pt x="48420" y="3498"/>
                      <a:pt x="40343" y="152"/>
                      <a:pt x="31923" y="152"/>
                    </a:cubicBezTo>
                    <a:cubicBezTo>
                      <a:pt x="23503" y="152"/>
                      <a:pt x="15426" y="3498"/>
                      <a:pt x="9473" y="9452"/>
                    </a:cubicBezTo>
                    <a:cubicBezTo>
                      <a:pt x="3519" y="15406"/>
                      <a:pt x="173" y="23482"/>
                      <a:pt x="173" y="31902"/>
                    </a:cubicBezTo>
                    <a:cubicBezTo>
                      <a:pt x="173" y="40322"/>
                      <a:pt x="3519" y="48399"/>
                      <a:pt x="9473" y="54353"/>
                    </a:cubicBezTo>
                    <a:cubicBezTo>
                      <a:pt x="15426" y="60307"/>
                      <a:pt x="23503" y="63652"/>
                      <a:pt x="31923" y="63652"/>
                    </a:cubicBezTo>
                    <a:close/>
                  </a:path>
                </a:pathLst>
              </a:custGeom>
              <a:solidFill>
                <a:srgbClr val="67B57B"/>
              </a:solidFill>
              <a:ln w="3175" cap="flat">
                <a:solidFill>
                  <a:srgbClr val="FFFFFF"/>
                </a:solidFill>
                <a:prstDash val="solid"/>
                <a:round/>
              </a:ln>
            </p:spPr>
            <p:txBody>
              <a:bodyPr/>
              <a:lstStyle/>
              <a:p>
                <a:endParaRPr lang="en-US"/>
              </a:p>
            </p:txBody>
          </p:sp>
          <p:sp>
            <p:nvSpPr>
              <p:cNvPr id="3985" name="Freeform: Shape 3984">
                <a:extLst>
                  <a:ext uri="{FF2B5EF4-FFF2-40B4-BE49-F238E27FC236}">
                    <a16:creationId xmlns:a16="http://schemas.microsoft.com/office/drawing/2014/main" id="{FC0A06AD-2191-947B-1230-6F8303909621}"/>
                  </a:ext>
                </a:extLst>
              </p:cNvPr>
              <p:cNvSpPr/>
              <p:nvPr/>
            </p:nvSpPr>
            <p:spPr>
              <a:xfrm>
                <a:off x="4491421" y="2622167"/>
                <a:ext cx="63500" cy="63500"/>
              </a:xfrm>
              <a:custGeom>
                <a:avLst/>
                <a:gdLst>
                  <a:gd name="csX0" fmla="*/ 31926 w 63500"/>
                  <a:gd name="csY0" fmla="*/ 63650 h 63500"/>
                  <a:gd name="csX1" fmla="*/ 54377 w 63500"/>
                  <a:gd name="csY1" fmla="*/ 54351 h 63500"/>
                  <a:gd name="csX2" fmla="*/ 63676 w 63500"/>
                  <a:gd name="csY2" fmla="*/ 31900 h 63500"/>
                  <a:gd name="csX3" fmla="*/ 54377 w 63500"/>
                  <a:gd name="csY3" fmla="*/ 9450 h 63500"/>
                  <a:gd name="csX4" fmla="*/ 31926 w 63500"/>
                  <a:gd name="csY4" fmla="*/ 150 h 63500"/>
                  <a:gd name="csX5" fmla="*/ 9476 w 63500"/>
                  <a:gd name="csY5" fmla="*/ 9450 h 63500"/>
                  <a:gd name="csX6" fmla="*/ 176 w 63500"/>
                  <a:gd name="csY6" fmla="*/ 31900 h 63500"/>
                  <a:gd name="csX7" fmla="*/ 9476 w 63500"/>
                  <a:gd name="csY7" fmla="*/ 54351 h 63500"/>
                  <a:gd name="csX8" fmla="*/ 31926 w 63500"/>
                  <a:gd name="csY8" fmla="*/ 6365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26" y="63650"/>
                    </a:moveTo>
                    <a:cubicBezTo>
                      <a:pt x="40346" y="63650"/>
                      <a:pt x="48423" y="60305"/>
                      <a:pt x="54377" y="54351"/>
                    </a:cubicBezTo>
                    <a:cubicBezTo>
                      <a:pt x="60331" y="48397"/>
                      <a:pt x="63676" y="40321"/>
                      <a:pt x="63676" y="31900"/>
                    </a:cubicBezTo>
                    <a:cubicBezTo>
                      <a:pt x="63676" y="23480"/>
                      <a:pt x="60331" y="15404"/>
                      <a:pt x="54377" y="9450"/>
                    </a:cubicBezTo>
                    <a:cubicBezTo>
                      <a:pt x="48423" y="3496"/>
                      <a:pt x="40346" y="150"/>
                      <a:pt x="31926" y="150"/>
                    </a:cubicBezTo>
                    <a:cubicBezTo>
                      <a:pt x="23506" y="150"/>
                      <a:pt x="15429" y="3496"/>
                      <a:pt x="9476" y="9450"/>
                    </a:cubicBezTo>
                    <a:cubicBezTo>
                      <a:pt x="3522" y="15404"/>
                      <a:pt x="176" y="23480"/>
                      <a:pt x="176" y="31900"/>
                    </a:cubicBezTo>
                    <a:cubicBezTo>
                      <a:pt x="176" y="40321"/>
                      <a:pt x="3522" y="48397"/>
                      <a:pt x="9476" y="54351"/>
                    </a:cubicBezTo>
                    <a:cubicBezTo>
                      <a:pt x="15429" y="60305"/>
                      <a:pt x="23506" y="63650"/>
                      <a:pt x="31926" y="63650"/>
                    </a:cubicBezTo>
                    <a:close/>
                  </a:path>
                </a:pathLst>
              </a:custGeom>
              <a:solidFill>
                <a:srgbClr val="67B57B"/>
              </a:solidFill>
              <a:ln w="3175" cap="flat">
                <a:solidFill>
                  <a:srgbClr val="FFFFFF"/>
                </a:solidFill>
                <a:prstDash val="solid"/>
                <a:round/>
              </a:ln>
            </p:spPr>
            <p:txBody>
              <a:bodyPr/>
              <a:lstStyle/>
              <a:p>
                <a:endParaRPr lang="en-US"/>
              </a:p>
            </p:txBody>
          </p:sp>
          <p:sp>
            <p:nvSpPr>
              <p:cNvPr id="3986" name="Freeform: Shape 3985">
                <a:extLst>
                  <a:ext uri="{FF2B5EF4-FFF2-40B4-BE49-F238E27FC236}">
                    <a16:creationId xmlns:a16="http://schemas.microsoft.com/office/drawing/2014/main" id="{7A4A67A0-3EB4-8088-0447-59B11160E800}"/>
                  </a:ext>
                </a:extLst>
              </p:cNvPr>
              <p:cNvSpPr/>
              <p:nvPr/>
            </p:nvSpPr>
            <p:spPr>
              <a:xfrm>
                <a:off x="4504581" y="2600251"/>
                <a:ext cx="63500" cy="63500"/>
              </a:xfrm>
              <a:custGeom>
                <a:avLst/>
                <a:gdLst>
                  <a:gd name="csX0" fmla="*/ 31927 w 63500"/>
                  <a:gd name="csY0" fmla="*/ 63649 h 63500"/>
                  <a:gd name="csX1" fmla="*/ 54378 w 63500"/>
                  <a:gd name="csY1" fmla="*/ 54349 h 63500"/>
                  <a:gd name="csX2" fmla="*/ 63677 w 63500"/>
                  <a:gd name="csY2" fmla="*/ 31899 h 63500"/>
                  <a:gd name="csX3" fmla="*/ 54378 w 63500"/>
                  <a:gd name="csY3" fmla="*/ 9448 h 63500"/>
                  <a:gd name="csX4" fmla="*/ 31927 w 63500"/>
                  <a:gd name="csY4" fmla="*/ 149 h 63500"/>
                  <a:gd name="csX5" fmla="*/ 9477 w 63500"/>
                  <a:gd name="csY5" fmla="*/ 9448 h 63500"/>
                  <a:gd name="csX6" fmla="*/ 177 w 63500"/>
                  <a:gd name="csY6" fmla="*/ 31899 h 63500"/>
                  <a:gd name="csX7" fmla="*/ 9477 w 63500"/>
                  <a:gd name="csY7" fmla="*/ 54349 h 63500"/>
                  <a:gd name="csX8" fmla="*/ 31927 w 63500"/>
                  <a:gd name="csY8" fmla="*/ 6364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27" y="63649"/>
                    </a:moveTo>
                    <a:cubicBezTo>
                      <a:pt x="40347" y="63649"/>
                      <a:pt x="48424" y="60303"/>
                      <a:pt x="54378" y="54349"/>
                    </a:cubicBezTo>
                    <a:cubicBezTo>
                      <a:pt x="60332" y="48395"/>
                      <a:pt x="63677" y="40319"/>
                      <a:pt x="63677" y="31899"/>
                    </a:cubicBezTo>
                    <a:cubicBezTo>
                      <a:pt x="63677" y="23479"/>
                      <a:pt x="60332" y="15402"/>
                      <a:pt x="54378" y="9448"/>
                    </a:cubicBezTo>
                    <a:cubicBezTo>
                      <a:pt x="48424" y="3494"/>
                      <a:pt x="40347" y="149"/>
                      <a:pt x="31927" y="149"/>
                    </a:cubicBezTo>
                    <a:cubicBezTo>
                      <a:pt x="23507" y="149"/>
                      <a:pt x="15431" y="3494"/>
                      <a:pt x="9477" y="9448"/>
                    </a:cubicBezTo>
                    <a:cubicBezTo>
                      <a:pt x="3523" y="15402"/>
                      <a:pt x="177" y="23479"/>
                      <a:pt x="177" y="31899"/>
                    </a:cubicBezTo>
                    <a:cubicBezTo>
                      <a:pt x="177" y="40319"/>
                      <a:pt x="3523" y="48395"/>
                      <a:pt x="9477" y="54349"/>
                    </a:cubicBezTo>
                    <a:cubicBezTo>
                      <a:pt x="15431" y="60303"/>
                      <a:pt x="23507" y="63649"/>
                      <a:pt x="31927" y="63649"/>
                    </a:cubicBezTo>
                    <a:close/>
                  </a:path>
                </a:pathLst>
              </a:custGeom>
              <a:solidFill>
                <a:srgbClr val="67B57B"/>
              </a:solidFill>
              <a:ln w="3175" cap="flat">
                <a:solidFill>
                  <a:srgbClr val="FFFFFF"/>
                </a:solidFill>
                <a:prstDash val="solid"/>
                <a:round/>
              </a:ln>
            </p:spPr>
            <p:txBody>
              <a:bodyPr/>
              <a:lstStyle/>
              <a:p>
                <a:endParaRPr lang="en-US"/>
              </a:p>
            </p:txBody>
          </p:sp>
          <p:sp>
            <p:nvSpPr>
              <p:cNvPr id="3987" name="Freeform: Shape 3986">
                <a:extLst>
                  <a:ext uri="{FF2B5EF4-FFF2-40B4-BE49-F238E27FC236}">
                    <a16:creationId xmlns:a16="http://schemas.microsoft.com/office/drawing/2014/main" id="{867B22A9-BC88-903D-7CBC-248C97FBF658}"/>
                  </a:ext>
                </a:extLst>
              </p:cNvPr>
              <p:cNvSpPr/>
              <p:nvPr/>
            </p:nvSpPr>
            <p:spPr>
              <a:xfrm>
                <a:off x="4526714" y="2578334"/>
                <a:ext cx="63500" cy="63500"/>
              </a:xfrm>
              <a:custGeom>
                <a:avLst/>
                <a:gdLst>
                  <a:gd name="csX0" fmla="*/ 31929 w 63500"/>
                  <a:gd name="csY0" fmla="*/ 63647 h 63500"/>
                  <a:gd name="csX1" fmla="*/ 54380 w 63500"/>
                  <a:gd name="csY1" fmla="*/ 54348 h 63500"/>
                  <a:gd name="csX2" fmla="*/ 63679 w 63500"/>
                  <a:gd name="csY2" fmla="*/ 31897 h 63500"/>
                  <a:gd name="csX3" fmla="*/ 54380 w 63500"/>
                  <a:gd name="csY3" fmla="*/ 9446 h 63500"/>
                  <a:gd name="csX4" fmla="*/ 31929 w 63500"/>
                  <a:gd name="csY4" fmla="*/ 147 h 63500"/>
                  <a:gd name="csX5" fmla="*/ 9478 w 63500"/>
                  <a:gd name="csY5" fmla="*/ 9446 h 63500"/>
                  <a:gd name="csX6" fmla="*/ 179 w 63500"/>
                  <a:gd name="csY6" fmla="*/ 31897 h 63500"/>
                  <a:gd name="csX7" fmla="*/ 9478 w 63500"/>
                  <a:gd name="csY7" fmla="*/ 54348 h 63500"/>
                  <a:gd name="csX8" fmla="*/ 31929 w 63500"/>
                  <a:gd name="csY8" fmla="*/ 6364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29" y="63647"/>
                    </a:moveTo>
                    <a:cubicBezTo>
                      <a:pt x="40349" y="63647"/>
                      <a:pt x="48426" y="60302"/>
                      <a:pt x="54380" y="54348"/>
                    </a:cubicBezTo>
                    <a:cubicBezTo>
                      <a:pt x="60334" y="48394"/>
                      <a:pt x="63679" y="40317"/>
                      <a:pt x="63679" y="31897"/>
                    </a:cubicBezTo>
                    <a:cubicBezTo>
                      <a:pt x="63679" y="23477"/>
                      <a:pt x="60334" y="15400"/>
                      <a:pt x="54380" y="9446"/>
                    </a:cubicBezTo>
                    <a:cubicBezTo>
                      <a:pt x="48426" y="3492"/>
                      <a:pt x="40349" y="147"/>
                      <a:pt x="31929" y="147"/>
                    </a:cubicBezTo>
                    <a:cubicBezTo>
                      <a:pt x="23509" y="147"/>
                      <a:pt x="15432" y="3492"/>
                      <a:pt x="9478" y="9446"/>
                    </a:cubicBezTo>
                    <a:cubicBezTo>
                      <a:pt x="3524" y="15400"/>
                      <a:pt x="179" y="23477"/>
                      <a:pt x="179" y="31897"/>
                    </a:cubicBezTo>
                    <a:cubicBezTo>
                      <a:pt x="179" y="40317"/>
                      <a:pt x="3524" y="48394"/>
                      <a:pt x="9478" y="54348"/>
                    </a:cubicBezTo>
                    <a:cubicBezTo>
                      <a:pt x="15432" y="60302"/>
                      <a:pt x="23509" y="63647"/>
                      <a:pt x="31929" y="63647"/>
                    </a:cubicBezTo>
                    <a:close/>
                  </a:path>
                </a:pathLst>
              </a:custGeom>
              <a:solidFill>
                <a:srgbClr val="67B57B"/>
              </a:solidFill>
              <a:ln w="3175" cap="flat">
                <a:solidFill>
                  <a:srgbClr val="FFFFFF"/>
                </a:solidFill>
                <a:prstDash val="solid"/>
                <a:round/>
              </a:ln>
            </p:spPr>
            <p:txBody>
              <a:bodyPr/>
              <a:lstStyle/>
              <a:p>
                <a:endParaRPr lang="en-US"/>
              </a:p>
            </p:txBody>
          </p:sp>
          <p:sp>
            <p:nvSpPr>
              <p:cNvPr id="3988" name="Freeform: Shape 3987">
                <a:extLst>
                  <a:ext uri="{FF2B5EF4-FFF2-40B4-BE49-F238E27FC236}">
                    <a16:creationId xmlns:a16="http://schemas.microsoft.com/office/drawing/2014/main" id="{D26A6197-61D2-2ECF-72BB-C0474DE0D32D}"/>
                  </a:ext>
                </a:extLst>
              </p:cNvPr>
              <p:cNvSpPr/>
              <p:nvPr/>
            </p:nvSpPr>
            <p:spPr>
              <a:xfrm>
                <a:off x="4545395" y="2556418"/>
                <a:ext cx="63500" cy="63500"/>
              </a:xfrm>
              <a:custGeom>
                <a:avLst/>
                <a:gdLst>
                  <a:gd name="csX0" fmla="*/ 31930 w 63500"/>
                  <a:gd name="csY0" fmla="*/ 63645 h 63500"/>
                  <a:gd name="csX1" fmla="*/ 54381 w 63500"/>
                  <a:gd name="csY1" fmla="*/ 54346 h 63500"/>
                  <a:gd name="csX2" fmla="*/ 63680 w 63500"/>
                  <a:gd name="csY2" fmla="*/ 31895 h 63500"/>
                  <a:gd name="csX3" fmla="*/ 54381 w 63500"/>
                  <a:gd name="csY3" fmla="*/ 9445 h 63500"/>
                  <a:gd name="csX4" fmla="*/ 31930 w 63500"/>
                  <a:gd name="csY4" fmla="*/ 145 h 63500"/>
                  <a:gd name="csX5" fmla="*/ 9480 w 63500"/>
                  <a:gd name="csY5" fmla="*/ 9445 h 63500"/>
                  <a:gd name="csX6" fmla="*/ 180 w 63500"/>
                  <a:gd name="csY6" fmla="*/ 31895 h 63500"/>
                  <a:gd name="csX7" fmla="*/ 9480 w 63500"/>
                  <a:gd name="csY7" fmla="*/ 54346 h 63500"/>
                  <a:gd name="csX8" fmla="*/ 31930 w 63500"/>
                  <a:gd name="csY8" fmla="*/ 6364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30" y="63645"/>
                    </a:moveTo>
                    <a:cubicBezTo>
                      <a:pt x="40351" y="63645"/>
                      <a:pt x="48427" y="60300"/>
                      <a:pt x="54381" y="54346"/>
                    </a:cubicBezTo>
                    <a:cubicBezTo>
                      <a:pt x="60335" y="48392"/>
                      <a:pt x="63680" y="40315"/>
                      <a:pt x="63680" y="31895"/>
                    </a:cubicBezTo>
                    <a:cubicBezTo>
                      <a:pt x="63680" y="23475"/>
                      <a:pt x="60335" y="15399"/>
                      <a:pt x="54381" y="9445"/>
                    </a:cubicBezTo>
                    <a:cubicBezTo>
                      <a:pt x="48427" y="3491"/>
                      <a:pt x="40351" y="145"/>
                      <a:pt x="31930" y="145"/>
                    </a:cubicBezTo>
                    <a:cubicBezTo>
                      <a:pt x="23510" y="145"/>
                      <a:pt x="15434" y="3491"/>
                      <a:pt x="9480" y="9445"/>
                    </a:cubicBezTo>
                    <a:cubicBezTo>
                      <a:pt x="3526" y="15399"/>
                      <a:pt x="180" y="23475"/>
                      <a:pt x="180" y="31895"/>
                    </a:cubicBezTo>
                    <a:cubicBezTo>
                      <a:pt x="180" y="40315"/>
                      <a:pt x="3526" y="48392"/>
                      <a:pt x="9480" y="54346"/>
                    </a:cubicBezTo>
                    <a:cubicBezTo>
                      <a:pt x="15434" y="60300"/>
                      <a:pt x="23510" y="63645"/>
                      <a:pt x="31930" y="63645"/>
                    </a:cubicBezTo>
                    <a:close/>
                  </a:path>
                </a:pathLst>
              </a:custGeom>
              <a:solidFill>
                <a:srgbClr val="67B57B"/>
              </a:solidFill>
              <a:ln w="3175" cap="flat">
                <a:solidFill>
                  <a:srgbClr val="FFFFFF"/>
                </a:solidFill>
                <a:prstDash val="solid"/>
                <a:round/>
              </a:ln>
            </p:spPr>
            <p:txBody>
              <a:bodyPr/>
              <a:lstStyle/>
              <a:p>
                <a:endParaRPr lang="en-US"/>
              </a:p>
            </p:txBody>
          </p:sp>
          <p:sp>
            <p:nvSpPr>
              <p:cNvPr id="3989" name="Freeform: Shape 3988">
                <a:extLst>
                  <a:ext uri="{FF2B5EF4-FFF2-40B4-BE49-F238E27FC236}">
                    <a16:creationId xmlns:a16="http://schemas.microsoft.com/office/drawing/2014/main" id="{12C70055-D41B-CDC7-EB2D-124B9E4A2F50}"/>
                  </a:ext>
                </a:extLst>
              </p:cNvPr>
              <p:cNvSpPr/>
              <p:nvPr/>
            </p:nvSpPr>
            <p:spPr>
              <a:xfrm>
                <a:off x="4577689" y="2534501"/>
                <a:ext cx="63500" cy="63500"/>
              </a:xfrm>
              <a:custGeom>
                <a:avLst/>
                <a:gdLst>
                  <a:gd name="csX0" fmla="*/ 31933 w 63500"/>
                  <a:gd name="csY0" fmla="*/ 63644 h 63500"/>
                  <a:gd name="csX1" fmla="*/ 54384 w 63500"/>
                  <a:gd name="csY1" fmla="*/ 54344 h 63500"/>
                  <a:gd name="csX2" fmla="*/ 63683 w 63500"/>
                  <a:gd name="csY2" fmla="*/ 31894 h 63500"/>
                  <a:gd name="csX3" fmla="*/ 54384 w 63500"/>
                  <a:gd name="csY3" fmla="*/ 9443 h 63500"/>
                  <a:gd name="csX4" fmla="*/ 31933 w 63500"/>
                  <a:gd name="csY4" fmla="*/ 144 h 63500"/>
                  <a:gd name="csX5" fmla="*/ 9482 w 63500"/>
                  <a:gd name="csY5" fmla="*/ 9443 h 63500"/>
                  <a:gd name="csX6" fmla="*/ 183 w 63500"/>
                  <a:gd name="csY6" fmla="*/ 31894 h 63500"/>
                  <a:gd name="csX7" fmla="*/ 9482 w 63500"/>
                  <a:gd name="csY7" fmla="*/ 54344 h 63500"/>
                  <a:gd name="csX8" fmla="*/ 31933 w 63500"/>
                  <a:gd name="csY8" fmla="*/ 6364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33" y="63644"/>
                    </a:moveTo>
                    <a:cubicBezTo>
                      <a:pt x="40353" y="63644"/>
                      <a:pt x="48430" y="60298"/>
                      <a:pt x="54384" y="54344"/>
                    </a:cubicBezTo>
                    <a:cubicBezTo>
                      <a:pt x="60338" y="48390"/>
                      <a:pt x="63683" y="40314"/>
                      <a:pt x="63683" y="31894"/>
                    </a:cubicBezTo>
                    <a:cubicBezTo>
                      <a:pt x="63683" y="23473"/>
                      <a:pt x="60338" y="15397"/>
                      <a:pt x="54384" y="9443"/>
                    </a:cubicBezTo>
                    <a:cubicBezTo>
                      <a:pt x="48430" y="3489"/>
                      <a:pt x="40353" y="144"/>
                      <a:pt x="31933" y="144"/>
                    </a:cubicBezTo>
                    <a:cubicBezTo>
                      <a:pt x="23513" y="144"/>
                      <a:pt x="15436" y="3489"/>
                      <a:pt x="9482" y="9443"/>
                    </a:cubicBezTo>
                    <a:cubicBezTo>
                      <a:pt x="3528" y="15397"/>
                      <a:pt x="183" y="23473"/>
                      <a:pt x="183" y="31894"/>
                    </a:cubicBezTo>
                    <a:cubicBezTo>
                      <a:pt x="183" y="40314"/>
                      <a:pt x="3528" y="48390"/>
                      <a:pt x="9482" y="54344"/>
                    </a:cubicBezTo>
                    <a:cubicBezTo>
                      <a:pt x="15436" y="60298"/>
                      <a:pt x="23513" y="63644"/>
                      <a:pt x="31933" y="63644"/>
                    </a:cubicBezTo>
                    <a:close/>
                  </a:path>
                </a:pathLst>
              </a:custGeom>
              <a:solidFill>
                <a:srgbClr val="67B57B"/>
              </a:solidFill>
              <a:ln w="3175" cap="flat">
                <a:solidFill>
                  <a:srgbClr val="FFFFFF"/>
                </a:solidFill>
                <a:prstDash val="solid"/>
                <a:round/>
              </a:ln>
            </p:spPr>
            <p:txBody>
              <a:bodyPr/>
              <a:lstStyle/>
              <a:p>
                <a:endParaRPr lang="en-US"/>
              </a:p>
            </p:txBody>
          </p:sp>
          <p:sp>
            <p:nvSpPr>
              <p:cNvPr id="3990" name="Freeform: Shape 3989">
                <a:extLst>
                  <a:ext uri="{FF2B5EF4-FFF2-40B4-BE49-F238E27FC236}">
                    <a16:creationId xmlns:a16="http://schemas.microsoft.com/office/drawing/2014/main" id="{47532C43-7D66-6A30-EFA3-E20E9A24EAEC}"/>
                  </a:ext>
                </a:extLst>
              </p:cNvPr>
              <p:cNvSpPr/>
              <p:nvPr/>
            </p:nvSpPr>
            <p:spPr>
              <a:xfrm>
                <a:off x="4618878" y="2512585"/>
                <a:ext cx="63500" cy="63500"/>
              </a:xfrm>
              <a:custGeom>
                <a:avLst/>
                <a:gdLst>
                  <a:gd name="csX0" fmla="*/ 31936 w 63500"/>
                  <a:gd name="csY0" fmla="*/ 63642 h 63500"/>
                  <a:gd name="csX1" fmla="*/ 54387 w 63500"/>
                  <a:gd name="csY1" fmla="*/ 54342 h 63500"/>
                  <a:gd name="csX2" fmla="*/ 63686 w 63500"/>
                  <a:gd name="csY2" fmla="*/ 31892 h 63500"/>
                  <a:gd name="csX3" fmla="*/ 54387 w 63500"/>
                  <a:gd name="csY3" fmla="*/ 9441 h 63500"/>
                  <a:gd name="csX4" fmla="*/ 31936 w 63500"/>
                  <a:gd name="csY4" fmla="*/ 142 h 63500"/>
                  <a:gd name="csX5" fmla="*/ 9486 w 63500"/>
                  <a:gd name="csY5" fmla="*/ 9441 h 63500"/>
                  <a:gd name="csX6" fmla="*/ 186 w 63500"/>
                  <a:gd name="csY6" fmla="*/ 31892 h 63500"/>
                  <a:gd name="csX7" fmla="*/ 9486 w 63500"/>
                  <a:gd name="csY7" fmla="*/ 54342 h 63500"/>
                  <a:gd name="csX8" fmla="*/ 31936 w 63500"/>
                  <a:gd name="csY8" fmla="*/ 6364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36" y="63642"/>
                    </a:moveTo>
                    <a:cubicBezTo>
                      <a:pt x="40356" y="63642"/>
                      <a:pt x="48433" y="60296"/>
                      <a:pt x="54387" y="54342"/>
                    </a:cubicBezTo>
                    <a:cubicBezTo>
                      <a:pt x="60341" y="48389"/>
                      <a:pt x="63686" y="40312"/>
                      <a:pt x="63686" y="31892"/>
                    </a:cubicBezTo>
                    <a:cubicBezTo>
                      <a:pt x="63686" y="23472"/>
                      <a:pt x="60341" y="15395"/>
                      <a:pt x="54387" y="9441"/>
                    </a:cubicBezTo>
                    <a:cubicBezTo>
                      <a:pt x="48433" y="3487"/>
                      <a:pt x="40356" y="142"/>
                      <a:pt x="31936" y="142"/>
                    </a:cubicBezTo>
                    <a:cubicBezTo>
                      <a:pt x="23516" y="142"/>
                      <a:pt x="15440" y="3487"/>
                      <a:pt x="9486" y="9441"/>
                    </a:cubicBezTo>
                    <a:cubicBezTo>
                      <a:pt x="3532" y="15395"/>
                      <a:pt x="186" y="23472"/>
                      <a:pt x="186" y="31892"/>
                    </a:cubicBezTo>
                    <a:cubicBezTo>
                      <a:pt x="186" y="40312"/>
                      <a:pt x="3532" y="48389"/>
                      <a:pt x="9486" y="54342"/>
                    </a:cubicBezTo>
                    <a:cubicBezTo>
                      <a:pt x="15440" y="60296"/>
                      <a:pt x="23516" y="63642"/>
                      <a:pt x="31936" y="63642"/>
                    </a:cubicBezTo>
                    <a:close/>
                  </a:path>
                </a:pathLst>
              </a:custGeom>
              <a:solidFill>
                <a:srgbClr val="67B57B"/>
              </a:solidFill>
              <a:ln w="3175" cap="flat">
                <a:solidFill>
                  <a:srgbClr val="FFFFFF"/>
                </a:solidFill>
                <a:prstDash val="solid"/>
                <a:round/>
              </a:ln>
            </p:spPr>
            <p:txBody>
              <a:bodyPr/>
              <a:lstStyle/>
              <a:p>
                <a:endParaRPr lang="en-US"/>
              </a:p>
            </p:txBody>
          </p:sp>
          <p:sp>
            <p:nvSpPr>
              <p:cNvPr id="3991" name="Freeform: Shape 3990">
                <a:extLst>
                  <a:ext uri="{FF2B5EF4-FFF2-40B4-BE49-F238E27FC236}">
                    <a16:creationId xmlns:a16="http://schemas.microsoft.com/office/drawing/2014/main" id="{B79A25A8-34F0-1435-74A6-DC3B2FF65786}"/>
                  </a:ext>
                </a:extLst>
              </p:cNvPr>
              <p:cNvSpPr/>
              <p:nvPr/>
            </p:nvSpPr>
            <p:spPr>
              <a:xfrm>
                <a:off x="4647992" y="2490669"/>
                <a:ext cx="63500" cy="63500"/>
              </a:xfrm>
              <a:custGeom>
                <a:avLst/>
                <a:gdLst>
                  <a:gd name="csX0" fmla="*/ 31938 w 63500"/>
                  <a:gd name="csY0" fmla="*/ 63640 h 63500"/>
                  <a:gd name="csX1" fmla="*/ 54389 w 63500"/>
                  <a:gd name="csY1" fmla="*/ 54341 h 63500"/>
                  <a:gd name="csX2" fmla="*/ 63688 w 63500"/>
                  <a:gd name="csY2" fmla="*/ 31890 h 63500"/>
                  <a:gd name="csX3" fmla="*/ 54389 w 63500"/>
                  <a:gd name="csY3" fmla="*/ 9439 h 63500"/>
                  <a:gd name="csX4" fmla="*/ 31938 w 63500"/>
                  <a:gd name="csY4" fmla="*/ 140 h 63500"/>
                  <a:gd name="csX5" fmla="*/ 9488 w 63500"/>
                  <a:gd name="csY5" fmla="*/ 9439 h 63500"/>
                  <a:gd name="csX6" fmla="*/ 188 w 63500"/>
                  <a:gd name="csY6" fmla="*/ 31890 h 63500"/>
                  <a:gd name="csX7" fmla="*/ 9488 w 63500"/>
                  <a:gd name="csY7" fmla="*/ 54341 h 63500"/>
                  <a:gd name="csX8" fmla="*/ 31938 w 63500"/>
                  <a:gd name="csY8" fmla="*/ 6364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38" y="63640"/>
                    </a:moveTo>
                    <a:cubicBezTo>
                      <a:pt x="40359" y="63640"/>
                      <a:pt x="48435" y="60295"/>
                      <a:pt x="54389" y="54341"/>
                    </a:cubicBezTo>
                    <a:cubicBezTo>
                      <a:pt x="60343" y="48387"/>
                      <a:pt x="63688" y="40310"/>
                      <a:pt x="63688" y="31890"/>
                    </a:cubicBezTo>
                    <a:cubicBezTo>
                      <a:pt x="63688" y="23470"/>
                      <a:pt x="60343" y="15393"/>
                      <a:pt x="54389" y="9439"/>
                    </a:cubicBezTo>
                    <a:cubicBezTo>
                      <a:pt x="48435" y="3485"/>
                      <a:pt x="40359" y="140"/>
                      <a:pt x="31938" y="140"/>
                    </a:cubicBezTo>
                    <a:cubicBezTo>
                      <a:pt x="23518" y="140"/>
                      <a:pt x="15442" y="3485"/>
                      <a:pt x="9488" y="9439"/>
                    </a:cubicBezTo>
                    <a:cubicBezTo>
                      <a:pt x="3534" y="15393"/>
                      <a:pt x="188" y="23470"/>
                      <a:pt x="188" y="31890"/>
                    </a:cubicBezTo>
                    <a:cubicBezTo>
                      <a:pt x="188" y="40310"/>
                      <a:pt x="3534" y="48387"/>
                      <a:pt x="9488" y="54341"/>
                    </a:cubicBezTo>
                    <a:cubicBezTo>
                      <a:pt x="15442" y="60295"/>
                      <a:pt x="23518" y="63640"/>
                      <a:pt x="31938" y="63640"/>
                    </a:cubicBezTo>
                    <a:close/>
                  </a:path>
                </a:pathLst>
              </a:custGeom>
              <a:solidFill>
                <a:srgbClr val="67B57B"/>
              </a:solidFill>
              <a:ln w="3175" cap="flat">
                <a:solidFill>
                  <a:srgbClr val="FFFFFF"/>
                </a:solidFill>
                <a:prstDash val="solid"/>
                <a:round/>
              </a:ln>
            </p:spPr>
            <p:txBody>
              <a:bodyPr/>
              <a:lstStyle/>
              <a:p>
                <a:endParaRPr lang="en-US"/>
              </a:p>
            </p:txBody>
          </p:sp>
          <p:sp>
            <p:nvSpPr>
              <p:cNvPr id="3992" name="Freeform: Shape 3991">
                <a:extLst>
                  <a:ext uri="{FF2B5EF4-FFF2-40B4-BE49-F238E27FC236}">
                    <a16:creationId xmlns:a16="http://schemas.microsoft.com/office/drawing/2014/main" id="{F782F052-3DF3-627D-ABAB-4952C792CADC}"/>
                  </a:ext>
                </a:extLst>
              </p:cNvPr>
              <p:cNvSpPr/>
              <p:nvPr/>
            </p:nvSpPr>
            <p:spPr>
              <a:xfrm>
                <a:off x="4669366" y="2468752"/>
                <a:ext cx="63500" cy="63500"/>
              </a:xfrm>
              <a:custGeom>
                <a:avLst/>
                <a:gdLst>
                  <a:gd name="csX0" fmla="*/ 31940 w 63500"/>
                  <a:gd name="csY0" fmla="*/ 63638 h 63500"/>
                  <a:gd name="csX1" fmla="*/ 54391 w 63500"/>
                  <a:gd name="csY1" fmla="*/ 54339 h 63500"/>
                  <a:gd name="csX2" fmla="*/ 63690 w 63500"/>
                  <a:gd name="csY2" fmla="*/ 31888 h 63500"/>
                  <a:gd name="csX3" fmla="*/ 54391 w 63500"/>
                  <a:gd name="csY3" fmla="*/ 9438 h 63500"/>
                  <a:gd name="csX4" fmla="*/ 31940 w 63500"/>
                  <a:gd name="csY4" fmla="*/ 138 h 63500"/>
                  <a:gd name="csX5" fmla="*/ 9490 w 63500"/>
                  <a:gd name="csY5" fmla="*/ 9438 h 63500"/>
                  <a:gd name="csX6" fmla="*/ 190 w 63500"/>
                  <a:gd name="csY6" fmla="*/ 31888 h 63500"/>
                  <a:gd name="csX7" fmla="*/ 9490 w 63500"/>
                  <a:gd name="csY7" fmla="*/ 54339 h 63500"/>
                  <a:gd name="csX8" fmla="*/ 31940 w 63500"/>
                  <a:gd name="csY8" fmla="*/ 6363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40" y="63638"/>
                    </a:moveTo>
                    <a:cubicBezTo>
                      <a:pt x="40360" y="63638"/>
                      <a:pt x="48437" y="60293"/>
                      <a:pt x="54391" y="54339"/>
                    </a:cubicBezTo>
                    <a:cubicBezTo>
                      <a:pt x="60345" y="48385"/>
                      <a:pt x="63690" y="40309"/>
                      <a:pt x="63690" y="31888"/>
                    </a:cubicBezTo>
                    <a:cubicBezTo>
                      <a:pt x="63690" y="23468"/>
                      <a:pt x="60345" y="15392"/>
                      <a:pt x="54391" y="9438"/>
                    </a:cubicBezTo>
                    <a:cubicBezTo>
                      <a:pt x="48437" y="3484"/>
                      <a:pt x="40360" y="138"/>
                      <a:pt x="31940" y="138"/>
                    </a:cubicBezTo>
                    <a:cubicBezTo>
                      <a:pt x="23520" y="138"/>
                      <a:pt x="15444" y="3484"/>
                      <a:pt x="9490" y="9438"/>
                    </a:cubicBezTo>
                    <a:cubicBezTo>
                      <a:pt x="3536" y="15392"/>
                      <a:pt x="190" y="23468"/>
                      <a:pt x="190" y="31888"/>
                    </a:cubicBezTo>
                    <a:cubicBezTo>
                      <a:pt x="190" y="40309"/>
                      <a:pt x="3536" y="48385"/>
                      <a:pt x="9490" y="54339"/>
                    </a:cubicBezTo>
                    <a:cubicBezTo>
                      <a:pt x="15444" y="60293"/>
                      <a:pt x="23520" y="63638"/>
                      <a:pt x="31940" y="63638"/>
                    </a:cubicBezTo>
                    <a:close/>
                  </a:path>
                </a:pathLst>
              </a:custGeom>
              <a:solidFill>
                <a:srgbClr val="67B57B"/>
              </a:solidFill>
              <a:ln w="3175" cap="flat">
                <a:solidFill>
                  <a:srgbClr val="FFFFFF"/>
                </a:solidFill>
                <a:prstDash val="solid"/>
                <a:round/>
              </a:ln>
            </p:spPr>
            <p:txBody>
              <a:bodyPr/>
              <a:lstStyle/>
              <a:p>
                <a:endParaRPr lang="en-US"/>
              </a:p>
            </p:txBody>
          </p:sp>
          <p:sp>
            <p:nvSpPr>
              <p:cNvPr id="3993" name="Freeform: Shape 3992">
                <a:extLst>
                  <a:ext uri="{FF2B5EF4-FFF2-40B4-BE49-F238E27FC236}">
                    <a16:creationId xmlns:a16="http://schemas.microsoft.com/office/drawing/2014/main" id="{C2A7C437-6115-6190-6381-EF9FA4E4ADD3}"/>
                  </a:ext>
                </a:extLst>
              </p:cNvPr>
              <p:cNvSpPr/>
              <p:nvPr/>
            </p:nvSpPr>
            <p:spPr>
              <a:xfrm>
                <a:off x="4705597" y="2446836"/>
                <a:ext cx="63500" cy="63500"/>
              </a:xfrm>
              <a:custGeom>
                <a:avLst/>
                <a:gdLst>
                  <a:gd name="csX0" fmla="*/ 31943 w 63500"/>
                  <a:gd name="csY0" fmla="*/ 63637 h 63500"/>
                  <a:gd name="csX1" fmla="*/ 54394 w 63500"/>
                  <a:gd name="csY1" fmla="*/ 54337 h 63500"/>
                  <a:gd name="csX2" fmla="*/ 63693 w 63500"/>
                  <a:gd name="csY2" fmla="*/ 31887 h 63500"/>
                  <a:gd name="csX3" fmla="*/ 54394 w 63500"/>
                  <a:gd name="csY3" fmla="*/ 9436 h 63500"/>
                  <a:gd name="csX4" fmla="*/ 31943 w 63500"/>
                  <a:gd name="csY4" fmla="*/ 137 h 63500"/>
                  <a:gd name="csX5" fmla="*/ 9492 w 63500"/>
                  <a:gd name="csY5" fmla="*/ 9436 h 63500"/>
                  <a:gd name="csX6" fmla="*/ 193 w 63500"/>
                  <a:gd name="csY6" fmla="*/ 31887 h 63500"/>
                  <a:gd name="csX7" fmla="*/ 9492 w 63500"/>
                  <a:gd name="csY7" fmla="*/ 54337 h 63500"/>
                  <a:gd name="csX8" fmla="*/ 31943 w 63500"/>
                  <a:gd name="csY8" fmla="*/ 6363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43" y="63637"/>
                    </a:moveTo>
                    <a:cubicBezTo>
                      <a:pt x="40363" y="63637"/>
                      <a:pt x="48440" y="60291"/>
                      <a:pt x="54394" y="54337"/>
                    </a:cubicBezTo>
                    <a:cubicBezTo>
                      <a:pt x="60348" y="48383"/>
                      <a:pt x="63693" y="40307"/>
                      <a:pt x="63693" y="31887"/>
                    </a:cubicBezTo>
                    <a:cubicBezTo>
                      <a:pt x="63693" y="23466"/>
                      <a:pt x="60348" y="15390"/>
                      <a:pt x="54394" y="9436"/>
                    </a:cubicBezTo>
                    <a:cubicBezTo>
                      <a:pt x="48440" y="3482"/>
                      <a:pt x="40363" y="137"/>
                      <a:pt x="31943" y="137"/>
                    </a:cubicBezTo>
                    <a:cubicBezTo>
                      <a:pt x="23523" y="137"/>
                      <a:pt x="15446" y="3482"/>
                      <a:pt x="9492" y="9436"/>
                    </a:cubicBezTo>
                    <a:cubicBezTo>
                      <a:pt x="3538" y="15390"/>
                      <a:pt x="193" y="23466"/>
                      <a:pt x="193" y="31887"/>
                    </a:cubicBezTo>
                    <a:cubicBezTo>
                      <a:pt x="193" y="40307"/>
                      <a:pt x="3538" y="48383"/>
                      <a:pt x="9492" y="54337"/>
                    </a:cubicBezTo>
                    <a:cubicBezTo>
                      <a:pt x="15446" y="60291"/>
                      <a:pt x="23523" y="63637"/>
                      <a:pt x="31943" y="63637"/>
                    </a:cubicBezTo>
                    <a:close/>
                  </a:path>
                </a:pathLst>
              </a:custGeom>
              <a:solidFill>
                <a:srgbClr val="67B57B"/>
              </a:solidFill>
              <a:ln w="3175" cap="flat">
                <a:solidFill>
                  <a:srgbClr val="FFFFFF"/>
                </a:solidFill>
                <a:prstDash val="solid"/>
                <a:round/>
              </a:ln>
            </p:spPr>
            <p:txBody>
              <a:bodyPr/>
              <a:lstStyle/>
              <a:p>
                <a:endParaRPr lang="en-US"/>
              </a:p>
            </p:txBody>
          </p:sp>
          <p:sp>
            <p:nvSpPr>
              <p:cNvPr id="3994" name="Freeform: Shape 3993">
                <a:extLst>
                  <a:ext uri="{FF2B5EF4-FFF2-40B4-BE49-F238E27FC236}">
                    <a16:creationId xmlns:a16="http://schemas.microsoft.com/office/drawing/2014/main" id="{5A287EE1-F2B0-80F3-70C7-925AC17FF683}"/>
                  </a:ext>
                </a:extLst>
              </p:cNvPr>
              <p:cNvSpPr/>
              <p:nvPr/>
            </p:nvSpPr>
            <p:spPr>
              <a:xfrm>
                <a:off x="4727009" y="2424919"/>
                <a:ext cx="63500" cy="63500"/>
              </a:xfrm>
              <a:custGeom>
                <a:avLst/>
                <a:gdLst>
                  <a:gd name="csX0" fmla="*/ 31945 w 63500"/>
                  <a:gd name="csY0" fmla="*/ 63635 h 63500"/>
                  <a:gd name="csX1" fmla="*/ 54395 w 63500"/>
                  <a:gd name="csY1" fmla="*/ 54336 h 63500"/>
                  <a:gd name="csX2" fmla="*/ 63695 w 63500"/>
                  <a:gd name="csY2" fmla="*/ 31885 h 63500"/>
                  <a:gd name="csX3" fmla="*/ 54395 w 63500"/>
                  <a:gd name="csY3" fmla="*/ 9434 h 63500"/>
                  <a:gd name="csX4" fmla="*/ 31945 w 63500"/>
                  <a:gd name="csY4" fmla="*/ 135 h 63500"/>
                  <a:gd name="csX5" fmla="*/ 9494 w 63500"/>
                  <a:gd name="csY5" fmla="*/ 9434 h 63500"/>
                  <a:gd name="csX6" fmla="*/ 195 w 63500"/>
                  <a:gd name="csY6" fmla="*/ 31885 h 63500"/>
                  <a:gd name="csX7" fmla="*/ 9494 w 63500"/>
                  <a:gd name="csY7" fmla="*/ 54336 h 63500"/>
                  <a:gd name="csX8" fmla="*/ 31945 w 63500"/>
                  <a:gd name="csY8" fmla="*/ 6363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45" y="63635"/>
                    </a:moveTo>
                    <a:cubicBezTo>
                      <a:pt x="40365" y="63635"/>
                      <a:pt x="48441" y="60290"/>
                      <a:pt x="54395" y="54336"/>
                    </a:cubicBezTo>
                    <a:cubicBezTo>
                      <a:pt x="60349" y="48382"/>
                      <a:pt x="63695" y="40305"/>
                      <a:pt x="63695" y="31885"/>
                    </a:cubicBezTo>
                    <a:cubicBezTo>
                      <a:pt x="63695" y="23465"/>
                      <a:pt x="60349" y="15388"/>
                      <a:pt x="54395" y="9434"/>
                    </a:cubicBezTo>
                    <a:cubicBezTo>
                      <a:pt x="48441" y="3480"/>
                      <a:pt x="40365" y="135"/>
                      <a:pt x="31945" y="135"/>
                    </a:cubicBezTo>
                    <a:cubicBezTo>
                      <a:pt x="23525" y="135"/>
                      <a:pt x="15448" y="3480"/>
                      <a:pt x="9494" y="9434"/>
                    </a:cubicBezTo>
                    <a:cubicBezTo>
                      <a:pt x="3540" y="15388"/>
                      <a:pt x="195" y="23465"/>
                      <a:pt x="195" y="31885"/>
                    </a:cubicBezTo>
                    <a:cubicBezTo>
                      <a:pt x="195" y="40305"/>
                      <a:pt x="3540" y="48382"/>
                      <a:pt x="9494" y="54336"/>
                    </a:cubicBezTo>
                    <a:cubicBezTo>
                      <a:pt x="15448" y="60290"/>
                      <a:pt x="23525" y="63635"/>
                      <a:pt x="31945" y="63635"/>
                    </a:cubicBezTo>
                    <a:close/>
                  </a:path>
                </a:pathLst>
              </a:custGeom>
              <a:solidFill>
                <a:srgbClr val="67B57B"/>
              </a:solidFill>
              <a:ln w="3175" cap="flat">
                <a:solidFill>
                  <a:srgbClr val="FFFFFF"/>
                </a:solidFill>
                <a:prstDash val="solid"/>
                <a:round/>
              </a:ln>
            </p:spPr>
            <p:txBody>
              <a:bodyPr/>
              <a:lstStyle/>
              <a:p>
                <a:endParaRPr lang="en-US"/>
              </a:p>
            </p:txBody>
          </p:sp>
          <p:sp>
            <p:nvSpPr>
              <p:cNvPr id="3995" name="Freeform: Shape 3994">
                <a:extLst>
                  <a:ext uri="{FF2B5EF4-FFF2-40B4-BE49-F238E27FC236}">
                    <a16:creationId xmlns:a16="http://schemas.microsoft.com/office/drawing/2014/main" id="{E28DEF01-F080-36C3-1389-578F4E7F3E28}"/>
                  </a:ext>
                </a:extLst>
              </p:cNvPr>
              <p:cNvSpPr/>
              <p:nvPr/>
            </p:nvSpPr>
            <p:spPr>
              <a:xfrm>
                <a:off x="4757874" y="2403003"/>
                <a:ext cx="63500" cy="63500"/>
              </a:xfrm>
              <a:custGeom>
                <a:avLst/>
                <a:gdLst>
                  <a:gd name="csX0" fmla="*/ 31947 w 63500"/>
                  <a:gd name="csY0" fmla="*/ 63633 h 63500"/>
                  <a:gd name="csX1" fmla="*/ 54398 w 63500"/>
                  <a:gd name="csY1" fmla="*/ 54334 h 63500"/>
                  <a:gd name="csX2" fmla="*/ 63697 w 63500"/>
                  <a:gd name="csY2" fmla="*/ 31883 h 63500"/>
                  <a:gd name="csX3" fmla="*/ 54398 w 63500"/>
                  <a:gd name="csY3" fmla="*/ 9433 h 63500"/>
                  <a:gd name="csX4" fmla="*/ 31947 w 63500"/>
                  <a:gd name="csY4" fmla="*/ 133 h 63500"/>
                  <a:gd name="csX5" fmla="*/ 9496 w 63500"/>
                  <a:gd name="csY5" fmla="*/ 9433 h 63500"/>
                  <a:gd name="csX6" fmla="*/ 197 w 63500"/>
                  <a:gd name="csY6" fmla="*/ 31883 h 63500"/>
                  <a:gd name="csX7" fmla="*/ 9496 w 63500"/>
                  <a:gd name="csY7" fmla="*/ 54334 h 63500"/>
                  <a:gd name="csX8" fmla="*/ 31947 w 63500"/>
                  <a:gd name="csY8" fmla="*/ 6363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47" y="63633"/>
                    </a:moveTo>
                    <a:cubicBezTo>
                      <a:pt x="40367" y="63633"/>
                      <a:pt x="48444" y="60288"/>
                      <a:pt x="54398" y="54334"/>
                    </a:cubicBezTo>
                    <a:cubicBezTo>
                      <a:pt x="60352" y="48380"/>
                      <a:pt x="63697" y="40303"/>
                      <a:pt x="63697" y="31883"/>
                    </a:cubicBezTo>
                    <a:cubicBezTo>
                      <a:pt x="63697" y="23463"/>
                      <a:pt x="60352" y="15387"/>
                      <a:pt x="54398" y="9433"/>
                    </a:cubicBezTo>
                    <a:cubicBezTo>
                      <a:pt x="48444" y="3479"/>
                      <a:pt x="40367" y="133"/>
                      <a:pt x="31947" y="133"/>
                    </a:cubicBezTo>
                    <a:cubicBezTo>
                      <a:pt x="23527" y="133"/>
                      <a:pt x="15450" y="3479"/>
                      <a:pt x="9496" y="9433"/>
                    </a:cubicBezTo>
                    <a:cubicBezTo>
                      <a:pt x="3543" y="15387"/>
                      <a:pt x="197" y="23463"/>
                      <a:pt x="197" y="31883"/>
                    </a:cubicBezTo>
                    <a:cubicBezTo>
                      <a:pt x="197" y="40303"/>
                      <a:pt x="3543" y="48380"/>
                      <a:pt x="9496" y="54334"/>
                    </a:cubicBezTo>
                    <a:cubicBezTo>
                      <a:pt x="15450" y="60288"/>
                      <a:pt x="23527" y="63633"/>
                      <a:pt x="31947" y="63633"/>
                    </a:cubicBezTo>
                    <a:close/>
                  </a:path>
                </a:pathLst>
              </a:custGeom>
              <a:solidFill>
                <a:srgbClr val="67B57B"/>
              </a:solidFill>
              <a:ln w="3175" cap="flat">
                <a:solidFill>
                  <a:srgbClr val="FFFFFF"/>
                </a:solidFill>
                <a:prstDash val="solid"/>
                <a:round/>
              </a:ln>
            </p:spPr>
            <p:txBody>
              <a:bodyPr/>
              <a:lstStyle/>
              <a:p>
                <a:endParaRPr lang="en-US"/>
              </a:p>
            </p:txBody>
          </p:sp>
          <p:sp>
            <p:nvSpPr>
              <p:cNvPr id="3996" name="Freeform: Shape 3995">
                <a:extLst>
                  <a:ext uri="{FF2B5EF4-FFF2-40B4-BE49-F238E27FC236}">
                    <a16:creationId xmlns:a16="http://schemas.microsoft.com/office/drawing/2014/main" id="{1C721E01-7C63-7D32-FD80-D7D32A830C43}"/>
                  </a:ext>
                </a:extLst>
              </p:cNvPr>
              <p:cNvSpPr/>
              <p:nvPr/>
            </p:nvSpPr>
            <p:spPr>
              <a:xfrm>
                <a:off x="4771821" y="2381086"/>
                <a:ext cx="63500" cy="63500"/>
              </a:xfrm>
              <a:custGeom>
                <a:avLst/>
                <a:gdLst>
                  <a:gd name="csX0" fmla="*/ 31948 w 63500"/>
                  <a:gd name="csY0" fmla="*/ 63631 h 63500"/>
                  <a:gd name="csX1" fmla="*/ 54399 w 63500"/>
                  <a:gd name="csY1" fmla="*/ 54332 h 63500"/>
                  <a:gd name="csX2" fmla="*/ 63698 w 63500"/>
                  <a:gd name="csY2" fmla="*/ 31881 h 63500"/>
                  <a:gd name="csX3" fmla="*/ 54399 w 63500"/>
                  <a:gd name="csY3" fmla="*/ 9431 h 63500"/>
                  <a:gd name="csX4" fmla="*/ 31948 w 63500"/>
                  <a:gd name="csY4" fmla="*/ 131 h 63500"/>
                  <a:gd name="csX5" fmla="*/ 9498 w 63500"/>
                  <a:gd name="csY5" fmla="*/ 9431 h 63500"/>
                  <a:gd name="csX6" fmla="*/ 198 w 63500"/>
                  <a:gd name="csY6" fmla="*/ 31881 h 63500"/>
                  <a:gd name="csX7" fmla="*/ 9498 w 63500"/>
                  <a:gd name="csY7" fmla="*/ 54332 h 63500"/>
                  <a:gd name="csX8" fmla="*/ 31948 w 63500"/>
                  <a:gd name="csY8" fmla="*/ 6363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48" y="63631"/>
                    </a:moveTo>
                    <a:cubicBezTo>
                      <a:pt x="40368" y="63631"/>
                      <a:pt x="48445" y="60286"/>
                      <a:pt x="54399" y="54332"/>
                    </a:cubicBezTo>
                    <a:cubicBezTo>
                      <a:pt x="60353" y="48378"/>
                      <a:pt x="63698" y="40302"/>
                      <a:pt x="63698" y="31881"/>
                    </a:cubicBezTo>
                    <a:cubicBezTo>
                      <a:pt x="63698" y="23461"/>
                      <a:pt x="60353" y="15385"/>
                      <a:pt x="54399" y="9431"/>
                    </a:cubicBezTo>
                    <a:cubicBezTo>
                      <a:pt x="48445" y="3477"/>
                      <a:pt x="40368" y="131"/>
                      <a:pt x="31948" y="131"/>
                    </a:cubicBezTo>
                    <a:cubicBezTo>
                      <a:pt x="23528" y="131"/>
                      <a:pt x="15452" y="3477"/>
                      <a:pt x="9498" y="9431"/>
                    </a:cubicBezTo>
                    <a:cubicBezTo>
                      <a:pt x="3544" y="15385"/>
                      <a:pt x="198" y="23461"/>
                      <a:pt x="198" y="31881"/>
                    </a:cubicBezTo>
                    <a:cubicBezTo>
                      <a:pt x="198" y="40302"/>
                      <a:pt x="3544" y="48378"/>
                      <a:pt x="9498" y="54332"/>
                    </a:cubicBezTo>
                    <a:cubicBezTo>
                      <a:pt x="15452" y="60286"/>
                      <a:pt x="23528" y="63631"/>
                      <a:pt x="31948" y="63631"/>
                    </a:cubicBezTo>
                    <a:close/>
                  </a:path>
                </a:pathLst>
              </a:custGeom>
              <a:solidFill>
                <a:srgbClr val="67B57B"/>
              </a:solidFill>
              <a:ln w="3175" cap="flat">
                <a:solidFill>
                  <a:srgbClr val="FFFFFF"/>
                </a:solidFill>
                <a:prstDash val="solid"/>
                <a:round/>
              </a:ln>
            </p:spPr>
            <p:txBody>
              <a:bodyPr/>
              <a:lstStyle/>
              <a:p>
                <a:endParaRPr lang="en-US"/>
              </a:p>
            </p:txBody>
          </p:sp>
          <p:sp>
            <p:nvSpPr>
              <p:cNvPr id="3997" name="Freeform: Shape 3996">
                <a:extLst>
                  <a:ext uri="{FF2B5EF4-FFF2-40B4-BE49-F238E27FC236}">
                    <a16:creationId xmlns:a16="http://schemas.microsoft.com/office/drawing/2014/main" id="{CBDC4189-07FC-C12C-76B4-7FD38EAB169F}"/>
                  </a:ext>
                </a:extLst>
              </p:cNvPr>
              <p:cNvSpPr/>
              <p:nvPr/>
            </p:nvSpPr>
            <p:spPr>
              <a:xfrm>
                <a:off x="4815976" y="2359170"/>
                <a:ext cx="63500" cy="63500"/>
              </a:xfrm>
              <a:custGeom>
                <a:avLst/>
                <a:gdLst>
                  <a:gd name="csX0" fmla="*/ 31952 w 63500"/>
                  <a:gd name="csY0" fmla="*/ 63630 h 63500"/>
                  <a:gd name="csX1" fmla="*/ 54402 w 63500"/>
                  <a:gd name="csY1" fmla="*/ 54330 h 63500"/>
                  <a:gd name="csX2" fmla="*/ 63702 w 63500"/>
                  <a:gd name="csY2" fmla="*/ 31880 h 63500"/>
                  <a:gd name="csX3" fmla="*/ 54402 w 63500"/>
                  <a:gd name="csY3" fmla="*/ 9429 h 63500"/>
                  <a:gd name="csX4" fmla="*/ 31952 w 63500"/>
                  <a:gd name="csY4" fmla="*/ 130 h 63500"/>
                  <a:gd name="csX5" fmla="*/ 9501 w 63500"/>
                  <a:gd name="csY5" fmla="*/ 9429 h 63500"/>
                  <a:gd name="csX6" fmla="*/ 202 w 63500"/>
                  <a:gd name="csY6" fmla="*/ 31880 h 63500"/>
                  <a:gd name="csX7" fmla="*/ 9501 w 63500"/>
                  <a:gd name="csY7" fmla="*/ 54330 h 63500"/>
                  <a:gd name="csX8" fmla="*/ 31952 w 63500"/>
                  <a:gd name="csY8" fmla="*/ 6363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52" y="63630"/>
                    </a:moveTo>
                    <a:cubicBezTo>
                      <a:pt x="40372" y="63630"/>
                      <a:pt x="48448" y="60284"/>
                      <a:pt x="54402" y="54330"/>
                    </a:cubicBezTo>
                    <a:cubicBezTo>
                      <a:pt x="60356" y="48376"/>
                      <a:pt x="63702" y="40300"/>
                      <a:pt x="63702" y="31880"/>
                    </a:cubicBezTo>
                    <a:cubicBezTo>
                      <a:pt x="63702" y="23460"/>
                      <a:pt x="60356" y="15383"/>
                      <a:pt x="54402" y="9429"/>
                    </a:cubicBezTo>
                    <a:cubicBezTo>
                      <a:pt x="48448" y="3475"/>
                      <a:pt x="40372" y="130"/>
                      <a:pt x="31952" y="130"/>
                    </a:cubicBezTo>
                    <a:cubicBezTo>
                      <a:pt x="23532" y="130"/>
                      <a:pt x="15455" y="3475"/>
                      <a:pt x="9501" y="9429"/>
                    </a:cubicBezTo>
                    <a:cubicBezTo>
                      <a:pt x="3547" y="15383"/>
                      <a:pt x="202" y="23460"/>
                      <a:pt x="202" y="31880"/>
                    </a:cubicBezTo>
                    <a:cubicBezTo>
                      <a:pt x="202" y="40300"/>
                      <a:pt x="3547" y="48376"/>
                      <a:pt x="9501" y="54330"/>
                    </a:cubicBezTo>
                    <a:cubicBezTo>
                      <a:pt x="15455" y="60284"/>
                      <a:pt x="23532" y="63630"/>
                      <a:pt x="31952" y="63630"/>
                    </a:cubicBezTo>
                    <a:close/>
                  </a:path>
                </a:pathLst>
              </a:custGeom>
              <a:solidFill>
                <a:srgbClr val="67B57B"/>
              </a:solidFill>
              <a:ln w="3175" cap="flat">
                <a:solidFill>
                  <a:srgbClr val="FFFFFF"/>
                </a:solidFill>
                <a:prstDash val="solid"/>
                <a:round/>
              </a:ln>
            </p:spPr>
            <p:txBody>
              <a:bodyPr/>
              <a:lstStyle/>
              <a:p>
                <a:endParaRPr lang="en-US"/>
              </a:p>
            </p:txBody>
          </p:sp>
          <p:sp>
            <p:nvSpPr>
              <p:cNvPr id="3998" name="Freeform: Shape 3997">
                <a:extLst>
                  <a:ext uri="{FF2B5EF4-FFF2-40B4-BE49-F238E27FC236}">
                    <a16:creationId xmlns:a16="http://schemas.microsoft.com/office/drawing/2014/main" id="{35DBD6A9-1679-69E0-82EA-50BCB21C2E8D}"/>
                  </a:ext>
                </a:extLst>
              </p:cNvPr>
              <p:cNvSpPr/>
              <p:nvPr/>
            </p:nvSpPr>
            <p:spPr>
              <a:xfrm>
                <a:off x="4837654" y="2337253"/>
                <a:ext cx="63500" cy="63500"/>
              </a:xfrm>
              <a:custGeom>
                <a:avLst/>
                <a:gdLst>
                  <a:gd name="csX0" fmla="*/ 31953 w 63500"/>
                  <a:gd name="csY0" fmla="*/ 63628 h 63500"/>
                  <a:gd name="csX1" fmla="*/ 54404 w 63500"/>
                  <a:gd name="csY1" fmla="*/ 54329 h 63500"/>
                  <a:gd name="csX2" fmla="*/ 63703 w 63500"/>
                  <a:gd name="csY2" fmla="*/ 31878 h 63500"/>
                  <a:gd name="csX3" fmla="*/ 54404 w 63500"/>
                  <a:gd name="csY3" fmla="*/ 9427 h 63500"/>
                  <a:gd name="csX4" fmla="*/ 31953 w 63500"/>
                  <a:gd name="csY4" fmla="*/ 128 h 63500"/>
                  <a:gd name="csX5" fmla="*/ 9503 w 63500"/>
                  <a:gd name="csY5" fmla="*/ 9427 h 63500"/>
                  <a:gd name="csX6" fmla="*/ 203 w 63500"/>
                  <a:gd name="csY6" fmla="*/ 31878 h 63500"/>
                  <a:gd name="csX7" fmla="*/ 9503 w 63500"/>
                  <a:gd name="csY7" fmla="*/ 54329 h 63500"/>
                  <a:gd name="csX8" fmla="*/ 31953 w 63500"/>
                  <a:gd name="csY8" fmla="*/ 6362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53" y="63628"/>
                    </a:moveTo>
                    <a:cubicBezTo>
                      <a:pt x="40374" y="63628"/>
                      <a:pt x="48450" y="60283"/>
                      <a:pt x="54404" y="54329"/>
                    </a:cubicBezTo>
                    <a:cubicBezTo>
                      <a:pt x="60358" y="48375"/>
                      <a:pt x="63703" y="40298"/>
                      <a:pt x="63703" y="31878"/>
                    </a:cubicBezTo>
                    <a:cubicBezTo>
                      <a:pt x="63703" y="23458"/>
                      <a:pt x="60358" y="15381"/>
                      <a:pt x="54404" y="9427"/>
                    </a:cubicBezTo>
                    <a:cubicBezTo>
                      <a:pt x="48450" y="3473"/>
                      <a:pt x="40374" y="128"/>
                      <a:pt x="31953" y="128"/>
                    </a:cubicBezTo>
                    <a:cubicBezTo>
                      <a:pt x="23533" y="128"/>
                      <a:pt x="15457" y="3473"/>
                      <a:pt x="9503" y="9427"/>
                    </a:cubicBezTo>
                    <a:cubicBezTo>
                      <a:pt x="3549" y="15381"/>
                      <a:pt x="203" y="23458"/>
                      <a:pt x="203" y="31878"/>
                    </a:cubicBezTo>
                    <a:cubicBezTo>
                      <a:pt x="203" y="40298"/>
                      <a:pt x="3549" y="48375"/>
                      <a:pt x="9503" y="54329"/>
                    </a:cubicBezTo>
                    <a:cubicBezTo>
                      <a:pt x="15457" y="60283"/>
                      <a:pt x="23533" y="63628"/>
                      <a:pt x="31953" y="63628"/>
                    </a:cubicBezTo>
                    <a:close/>
                  </a:path>
                </a:pathLst>
              </a:custGeom>
              <a:solidFill>
                <a:srgbClr val="67B57B"/>
              </a:solidFill>
              <a:ln w="3175" cap="flat">
                <a:solidFill>
                  <a:srgbClr val="FFFFFF"/>
                </a:solidFill>
                <a:prstDash val="solid"/>
                <a:round/>
              </a:ln>
            </p:spPr>
            <p:txBody>
              <a:bodyPr/>
              <a:lstStyle/>
              <a:p>
                <a:endParaRPr lang="en-US"/>
              </a:p>
            </p:txBody>
          </p:sp>
          <p:sp>
            <p:nvSpPr>
              <p:cNvPr id="3999" name="Freeform: Shape 3998">
                <a:extLst>
                  <a:ext uri="{FF2B5EF4-FFF2-40B4-BE49-F238E27FC236}">
                    <a16:creationId xmlns:a16="http://schemas.microsoft.com/office/drawing/2014/main" id="{5FA523B7-944B-041A-3550-44AC8779C02E}"/>
                  </a:ext>
                </a:extLst>
              </p:cNvPr>
              <p:cNvSpPr/>
              <p:nvPr/>
            </p:nvSpPr>
            <p:spPr>
              <a:xfrm>
                <a:off x="4855837" y="2315337"/>
                <a:ext cx="63500" cy="63500"/>
              </a:xfrm>
              <a:custGeom>
                <a:avLst/>
                <a:gdLst>
                  <a:gd name="csX0" fmla="*/ 31955 w 63500"/>
                  <a:gd name="csY0" fmla="*/ 63626 h 63500"/>
                  <a:gd name="csX1" fmla="*/ 54405 w 63500"/>
                  <a:gd name="csY1" fmla="*/ 54327 h 63500"/>
                  <a:gd name="csX2" fmla="*/ 63705 w 63500"/>
                  <a:gd name="csY2" fmla="*/ 31876 h 63500"/>
                  <a:gd name="csX3" fmla="*/ 54405 w 63500"/>
                  <a:gd name="csY3" fmla="*/ 9426 h 63500"/>
                  <a:gd name="csX4" fmla="*/ 31955 w 63500"/>
                  <a:gd name="csY4" fmla="*/ 126 h 63500"/>
                  <a:gd name="csX5" fmla="*/ 9504 w 63500"/>
                  <a:gd name="csY5" fmla="*/ 9426 h 63500"/>
                  <a:gd name="csX6" fmla="*/ 205 w 63500"/>
                  <a:gd name="csY6" fmla="*/ 31876 h 63500"/>
                  <a:gd name="csX7" fmla="*/ 9504 w 63500"/>
                  <a:gd name="csY7" fmla="*/ 54327 h 63500"/>
                  <a:gd name="csX8" fmla="*/ 31955 w 63500"/>
                  <a:gd name="csY8" fmla="*/ 6362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55" y="63626"/>
                    </a:moveTo>
                    <a:cubicBezTo>
                      <a:pt x="40375" y="63626"/>
                      <a:pt x="48452" y="60281"/>
                      <a:pt x="54405" y="54327"/>
                    </a:cubicBezTo>
                    <a:cubicBezTo>
                      <a:pt x="60359" y="48373"/>
                      <a:pt x="63705" y="40297"/>
                      <a:pt x="63705" y="31876"/>
                    </a:cubicBezTo>
                    <a:cubicBezTo>
                      <a:pt x="63705" y="23456"/>
                      <a:pt x="60359" y="15380"/>
                      <a:pt x="54405" y="9426"/>
                    </a:cubicBezTo>
                    <a:cubicBezTo>
                      <a:pt x="48452" y="3472"/>
                      <a:pt x="40375" y="126"/>
                      <a:pt x="31955" y="126"/>
                    </a:cubicBezTo>
                    <a:cubicBezTo>
                      <a:pt x="23535" y="126"/>
                      <a:pt x="15458" y="3472"/>
                      <a:pt x="9504" y="9426"/>
                    </a:cubicBezTo>
                    <a:cubicBezTo>
                      <a:pt x="3550" y="15380"/>
                      <a:pt x="205" y="23456"/>
                      <a:pt x="205" y="31876"/>
                    </a:cubicBezTo>
                    <a:cubicBezTo>
                      <a:pt x="205" y="40297"/>
                      <a:pt x="3550" y="48373"/>
                      <a:pt x="9504" y="54327"/>
                    </a:cubicBezTo>
                    <a:cubicBezTo>
                      <a:pt x="15458" y="60281"/>
                      <a:pt x="23535" y="63626"/>
                      <a:pt x="31955" y="63626"/>
                    </a:cubicBezTo>
                    <a:close/>
                  </a:path>
                </a:pathLst>
              </a:custGeom>
              <a:solidFill>
                <a:srgbClr val="67B57B"/>
              </a:solidFill>
              <a:ln w="3175" cap="flat">
                <a:solidFill>
                  <a:srgbClr val="FFFFFF"/>
                </a:solidFill>
                <a:prstDash val="solid"/>
                <a:round/>
              </a:ln>
            </p:spPr>
            <p:txBody>
              <a:bodyPr/>
              <a:lstStyle/>
              <a:p>
                <a:endParaRPr lang="en-US"/>
              </a:p>
            </p:txBody>
          </p:sp>
          <p:sp>
            <p:nvSpPr>
              <p:cNvPr id="4000" name="Freeform: Shape 3999">
                <a:extLst>
                  <a:ext uri="{FF2B5EF4-FFF2-40B4-BE49-F238E27FC236}">
                    <a16:creationId xmlns:a16="http://schemas.microsoft.com/office/drawing/2014/main" id="{19B83E62-0B50-F18B-DA03-10AC22EB03CE}"/>
                  </a:ext>
                </a:extLst>
              </p:cNvPr>
              <p:cNvSpPr/>
              <p:nvPr/>
            </p:nvSpPr>
            <p:spPr>
              <a:xfrm>
                <a:off x="4873961" y="2293420"/>
                <a:ext cx="63500" cy="63500"/>
              </a:xfrm>
              <a:custGeom>
                <a:avLst/>
                <a:gdLst>
                  <a:gd name="csX0" fmla="*/ 31956 w 63500"/>
                  <a:gd name="csY0" fmla="*/ 63625 h 63500"/>
                  <a:gd name="csX1" fmla="*/ 54407 w 63500"/>
                  <a:gd name="csY1" fmla="*/ 54325 h 63500"/>
                  <a:gd name="csX2" fmla="*/ 63706 w 63500"/>
                  <a:gd name="csY2" fmla="*/ 31875 h 63500"/>
                  <a:gd name="csX3" fmla="*/ 54407 w 63500"/>
                  <a:gd name="csY3" fmla="*/ 9424 h 63500"/>
                  <a:gd name="csX4" fmla="*/ 31956 w 63500"/>
                  <a:gd name="csY4" fmla="*/ 125 h 63500"/>
                  <a:gd name="csX5" fmla="*/ 9506 w 63500"/>
                  <a:gd name="csY5" fmla="*/ 9424 h 63500"/>
                  <a:gd name="csX6" fmla="*/ 206 w 63500"/>
                  <a:gd name="csY6" fmla="*/ 31875 h 63500"/>
                  <a:gd name="csX7" fmla="*/ 9506 w 63500"/>
                  <a:gd name="csY7" fmla="*/ 54325 h 63500"/>
                  <a:gd name="csX8" fmla="*/ 31956 w 63500"/>
                  <a:gd name="csY8" fmla="*/ 6362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56" y="63625"/>
                    </a:moveTo>
                    <a:cubicBezTo>
                      <a:pt x="40376" y="63625"/>
                      <a:pt x="48453" y="60279"/>
                      <a:pt x="54407" y="54325"/>
                    </a:cubicBezTo>
                    <a:cubicBezTo>
                      <a:pt x="60361" y="48371"/>
                      <a:pt x="63706" y="40295"/>
                      <a:pt x="63706" y="31875"/>
                    </a:cubicBezTo>
                    <a:cubicBezTo>
                      <a:pt x="63706" y="23454"/>
                      <a:pt x="60361" y="15378"/>
                      <a:pt x="54407" y="9424"/>
                    </a:cubicBezTo>
                    <a:cubicBezTo>
                      <a:pt x="48453" y="3470"/>
                      <a:pt x="40376" y="125"/>
                      <a:pt x="31956" y="125"/>
                    </a:cubicBezTo>
                    <a:cubicBezTo>
                      <a:pt x="23536" y="125"/>
                      <a:pt x="15460" y="3470"/>
                      <a:pt x="9506" y="9424"/>
                    </a:cubicBezTo>
                    <a:cubicBezTo>
                      <a:pt x="3552" y="15378"/>
                      <a:pt x="206" y="23454"/>
                      <a:pt x="206" y="31875"/>
                    </a:cubicBezTo>
                    <a:cubicBezTo>
                      <a:pt x="206" y="40295"/>
                      <a:pt x="3552" y="48371"/>
                      <a:pt x="9506" y="54325"/>
                    </a:cubicBezTo>
                    <a:cubicBezTo>
                      <a:pt x="15460" y="60279"/>
                      <a:pt x="23536" y="63625"/>
                      <a:pt x="31956" y="63625"/>
                    </a:cubicBezTo>
                    <a:close/>
                  </a:path>
                </a:pathLst>
              </a:custGeom>
              <a:solidFill>
                <a:srgbClr val="67B57B"/>
              </a:solidFill>
              <a:ln w="3175" cap="flat">
                <a:solidFill>
                  <a:srgbClr val="FFFFFF"/>
                </a:solidFill>
                <a:prstDash val="solid"/>
                <a:round/>
              </a:ln>
            </p:spPr>
            <p:txBody>
              <a:bodyPr/>
              <a:lstStyle/>
              <a:p>
                <a:endParaRPr lang="en-US"/>
              </a:p>
            </p:txBody>
          </p:sp>
          <p:sp>
            <p:nvSpPr>
              <p:cNvPr id="4001" name="Freeform: Shape 4000">
                <a:extLst>
                  <a:ext uri="{FF2B5EF4-FFF2-40B4-BE49-F238E27FC236}">
                    <a16:creationId xmlns:a16="http://schemas.microsoft.com/office/drawing/2014/main" id="{350DC607-003B-89AE-6049-8B8E7C6AE998}"/>
                  </a:ext>
                </a:extLst>
              </p:cNvPr>
              <p:cNvSpPr/>
              <p:nvPr/>
            </p:nvSpPr>
            <p:spPr>
              <a:xfrm>
                <a:off x="4892221" y="2271504"/>
                <a:ext cx="63500" cy="63500"/>
              </a:xfrm>
              <a:custGeom>
                <a:avLst/>
                <a:gdLst>
                  <a:gd name="csX0" fmla="*/ 31958 w 63500"/>
                  <a:gd name="csY0" fmla="*/ 63623 h 63500"/>
                  <a:gd name="csX1" fmla="*/ 54408 w 63500"/>
                  <a:gd name="csY1" fmla="*/ 54324 h 63500"/>
                  <a:gd name="csX2" fmla="*/ 63708 w 63500"/>
                  <a:gd name="csY2" fmla="*/ 31873 h 63500"/>
                  <a:gd name="csX3" fmla="*/ 54408 w 63500"/>
                  <a:gd name="csY3" fmla="*/ 9422 h 63500"/>
                  <a:gd name="csX4" fmla="*/ 31958 w 63500"/>
                  <a:gd name="csY4" fmla="*/ 123 h 63500"/>
                  <a:gd name="csX5" fmla="*/ 9507 w 63500"/>
                  <a:gd name="csY5" fmla="*/ 9422 h 63500"/>
                  <a:gd name="csX6" fmla="*/ 208 w 63500"/>
                  <a:gd name="csY6" fmla="*/ 31873 h 63500"/>
                  <a:gd name="csX7" fmla="*/ 9507 w 63500"/>
                  <a:gd name="csY7" fmla="*/ 54324 h 63500"/>
                  <a:gd name="csX8" fmla="*/ 31958 w 63500"/>
                  <a:gd name="csY8" fmla="*/ 6362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58" y="63623"/>
                    </a:moveTo>
                    <a:cubicBezTo>
                      <a:pt x="40378" y="63623"/>
                      <a:pt x="48454" y="60277"/>
                      <a:pt x="54408" y="54324"/>
                    </a:cubicBezTo>
                    <a:cubicBezTo>
                      <a:pt x="60362" y="48370"/>
                      <a:pt x="63708" y="40293"/>
                      <a:pt x="63708" y="31873"/>
                    </a:cubicBezTo>
                    <a:cubicBezTo>
                      <a:pt x="63708" y="23453"/>
                      <a:pt x="60362" y="15376"/>
                      <a:pt x="54408" y="9422"/>
                    </a:cubicBezTo>
                    <a:cubicBezTo>
                      <a:pt x="48454" y="3468"/>
                      <a:pt x="40378" y="123"/>
                      <a:pt x="31958" y="123"/>
                    </a:cubicBezTo>
                    <a:cubicBezTo>
                      <a:pt x="23538" y="123"/>
                      <a:pt x="15461" y="3468"/>
                      <a:pt x="9507" y="9422"/>
                    </a:cubicBezTo>
                    <a:cubicBezTo>
                      <a:pt x="3553" y="15376"/>
                      <a:pt x="208" y="23453"/>
                      <a:pt x="208" y="31873"/>
                    </a:cubicBezTo>
                    <a:cubicBezTo>
                      <a:pt x="208" y="40293"/>
                      <a:pt x="3553" y="48370"/>
                      <a:pt x="9507" y="54324"/>
                    </a:cubicBezTo>
                    <a:cubicBezTo>
                      <a:pt x="15461" y="60277"/>
                      <a:pt x="23538" y="63623"/>
                      <a:pt x="31958" y="63623"/>
                    </a:cubicBezTo>
                    <a:close/>
                  </a:path>
                </a:pathLst>
              </a:custGeom>
              <a:solidFill>
                <a:srgbClr val="67B57B"/>
              </a:solidFill>
              <a:ln w="3175" cap="flat">
                <a:solidFill>
                  <a:srgbClr val="FFFFFF"/>
                </a:solidFill>
                <a:prstDash val="solid"/>
                <a:round/>
              </a:ln>
            </p:spPr>
            <p:txBody>
              <a:bodyPr/>
              <a:lstStyle/>
              <a:p>
                <a:endParaRPr lang="en-US"/>
              </a:p>
            </p:txBody>
          </p:sp>
          <p:sp>
            <p:nvSpPr>
              <p:cNvPr id="4002" name="Freeform: Shape 4001">
                <a:extLst>
                  <a:ext uri="{FF2B5EF4-FFF2-40B4-BE49-F238E27FC236}">
                    <a16:creationId xmlns:a16="http://schemas.microsoft.com/office/drawing/2014/main" id="{24AF6E31-C230-57C6-031F-3D8477F7974C}"/>
                  </a:ext>
                </a:extLst>
              </p:cNvPr>
              <p:cNvSpPr/>
              <p:nvPr/>
            </p:nvSpPr>
            <p:spPr>
              <a:xfrm>
                <a:off x="4927143" y="2249588"/>
                <a:ext cx="63500" cy="63500"/>
              </a:xfrm>
              <a:custGeom>
                <a:avLst/>
                <a:gdLst>
                  <a:gd name="csX0" fmla="*/ 31960 w 63500"/>
                  <a:gd name="csY0" fmla="*/ 63621 h 63500"/>
                  <a:gd name="csX1" fmla="*/ 54411 w 63500"/>
                  <a:gd name="csY1" fmla="*/ 54322 h 63500"/>
                  <a:gd name="csX2" fmla="*/ 63710 w 63500"/>
                  <a:gd name="csY2" fmla="*/ 31871 h 63500"/>
                  <a:gd name="csX3" fmla="*/ 54411 w 63500"/>
                  <a:gd name="csY3" fmla="*/ 9420 h 63500"/>
                  <a:gd name="csX4" fmla="*/ 31960 w 63500"/>
                  <a:gd name="csY4" fmla="*/ 121 h 63500"/>
                  <a:gd name="csX5" fmla="*/ 9510 w 63500"/>
                  <a:gd name="csY5" fmla="*/ 9420 h 63500"/>
                  <a:gd name="csX6" fmla="*/ 210 w 63500"/>
                  <a:gd name="csY6" fmla="*/ 31871 h 63500"/>
                  <a:gd name="csX7" fmla="*/ 9510 w 63500"/>
                  <a:gd name="csY7" fmla="*/ 54322 h 63500"/>
                  <a:gd name="csX8" fmla="*/ 31960 w 63500"/>
                  <a:gd name="csY8" fmla="*/ 6362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60" y="63621"/>
                    </a:moveTo>
                    <a:cubicBezTo>
                      <a:pt x="40381" y="63621"/>
                      <a:pt x="48457" y="60276"/>
                      <a:pt x="54411" y="54322"/>
                    </a:cubicBezTo>
                    <a:cubicBezTo>
                      <a:pt x="60365" y="48368"/>
                      <a:pt x="63710" y="40291"/>
                      <a:pt x="63710" y="31871"/>
                    </a:cubicBezTo>
                    <a:cubicBezTo>
                      <a:pt x="63710" y="23451"/>
                      <a:pt x="60365" y="15374"/>
                      <a:pt x="54411" y="9420"/>
                    </a:cubicBezTo>
                    <a:cubicBezTo>
                      <a:pt x="48457" y="3467"/>
                      <a:pt x="40381" y="121"/>
                      <a:pt x="31960" y="121"/>
                    </a:cubicBezTo>
                    <a:cubicBezTo>
                      <a:pt x="23540" y="121"/>
                      <a:pt x="15464" y="3467"/>
                      <a:pt x="9510" y="9420"/>
                    </a:cubicBezTo>
                    <a:cubicBezTo>
                      <a:pt x="3556" y="15374"/>
                      <a:pt x="210" y="23451"/>
                      <a:pt x="210" y="31871"/>
                    </a:cubicBezTo>
                    <a:cubicBezTo>
                      <a:pt x="210" y="40291"/>
                      <a:pt x="3556" y="48368"/>
                      <a:pt x="9510" y="54322"/>
                    </a:cubicBezTo>
                    <a:cubicBezTo>
                      <a:pt x="15464" y="60276"/>
                      <a:pt x="23540" y="63621"/>
                      <a:pt x="31960" y="63621"/>
                    </a:cubicBezTo>
                    <a:close/>
                  </a:path>
                </a:pathLst>
              </a:custGeom>
              <a:solidFill>
                <a:srgbClr val="67B57B"/>
              </a:solidFill>
              <a:ln w="3175" cap="flat">
                <a:solidFill>
                  <a:srgbClr val="FFFFFF"/>
                </a:solidFill>
                <a:prstDash val="solid"/>
                <a:round/>
              </a:ln>
            </p:spPr>
            <p:txBody>
              <a:bodyPr/>
              <a:lstStyle/>
              <a:p>
                <a:endParaRPr lang="en-US"/>
              </a:p>
            </p:txBody>
          </p:sp>
          <p:sp>
            <p:nvSpPr>
              <p:cNvPr id="4003" name="Freeform: Shape 4002">
                <a:extLst>
                  <a:ext uri="{FF2B5EF4-FFF2-40B4-BE49-F238E27FC236}">
                    <a16:creationId xmlns:a16="http://schemas.microsoft.com/office/drawing/2014/main" id="{6E72F658-D4DF-FBAF-5FB8-D97AA3AF5482}"/>
                  </a:ext>
                </a:extLst>
              </p:cNvPr>
              <p:cNvSpPr/>
              <p:nvPr/>
            </p:nvSpPr>
            <p:spPr>
              <a:xfrm>
                <a:off x="4942628" y="2227671"/>
                <a:ext cx="63500" cy="63500"/>
              </a:xfrm>
              <a:custGeom>
                <a:avLst/>
                <a:gdLst>
                  <a:gd name="csX0" fmla="*/ 31962 w 63500"/>
                  <a:gd name="csY0" fmla="*/ 63619 h 63500"/>
                  <a:gd name="csX1" fmla="*/ 54412 w 63500"/>
                  <a:gd name="csY1" fmla="*/ 54320 h 63500"/>
                  <a:gd name="csX2" fmla="*/ 63712 w 63500"/>
                  <a:gd name="csY2" fmla="*/ 31869 h 63500"/>
                  <a:gd name="csX3" fmla="*/ 54412 w 63500"/>
                  <a:gd name="csY3" fmla="*/ 9419 h 63500"/>
                  <a:gd name="csX4" fmla="*/ 31962 w 63500"/>
                  <a:gd name="csY4" fmla="*/ 119 h 63500"/>
                  <a:gd name="csX5" fmla="*/ 9511 w 63500"/>
                  <a:gd name="csY5" fmla="*/ 9419 h 63500"/>
                  <a:gd name="csX6" fmla="*/ 212 w 63500"/>
                  <a:gd name="csY6" fmla="*/ 31869 h 63500"/>
                  <a:gd name="csX7" fmla="*/ 9511 w 63500"/>
                  <a:gd name="csY7" fmla="*/ 54320 h 63500"/>
                  <a:gd name="csX8" fmla="*/ 31962 w 63500"/>
                  <a:gd name="csY8" fmla="*/ 6361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62" y="63619"/>
                    </a:moveTo>
                    <a:cubicBezTo>
                      <a:pt x="40382" y="63619"/>
                      <a:pt x="48458" y="60274"/>
                      <a:pt x="54412" y="54320"/>
                    </a:cubicBezTo>
                    <a:cubicBezTo>
                      <a:pt x="60366" y="48366"/>
                      <a:pt x="63712" y="40290"/>
                      <a:pt x="63712" y="31869"/>
                    </a:cubicBezTo>
                    <a:cubicBezTo>
                      <a:pt x="63712" y="23449"/>
                      <a:pt x="60366" y="15373"/>
                      <a:pt x="54412" y="9419"/>
                    </a:cubicBezTo>
                    <a:cubicBezTo>
                      <a:pt x="48458" y="3465"/>
                      <a:pt x="40382" y="119"/>
                      <a:pt x="31962" y="119"/>
                    </a:cubicBezTo>
                    <a:cubicBezTo>
                      <a:pt x="23541" y="119"/>
                      <a:pt x="15465" y="3465"/>
                      <a:pt x="9511" y="9419"/>
                    </a:cubicBezTo>
                    <a:cubicBezTo>
                      <a:pt x="3557" y="15373"/>
                      <a:pt x="212" y="23449"/>
                      <a:pt x="212" y="31869"/>
                    </a:cubicBezTo>
                    <a:cubicBezTo>
                      <a:pt x="212" y="40290"/>
                      <a:pt x="3557" y="48366"/>
                      <a:pt x="9511" y="54320"/>
                    </a:cubicBezTo>
                    <a:cubicBezTo>
                      <a:pt x="15465" y="60274"/>
                      <a:pt x="23541" y="63619"/>
                      <a:pt x="31962" y="63619"/>
                    </a:cubicBezTo>
                    <a:close/>
                  </a:path>
                </a:pathLst>
              </a:custGeom>
              <a:solidFill>
                <a:srgbClr val="67B57B"/>
              </a:solidFill>
              <a:ln w="3175" cap="flat">
                <a:solidFill>
                  <a:srgbClr val="FFFFFF"/>
                </a:solidFill>
                <a:prstDash val="solid"/>
                <a:round/>
              </a:ln>
            </p:spPr>
            <p:txBody>
              <a:bodyPr/>
              <a:lstStyle/>
              <a:p>
                <a:endParaRPr lang="en-US"/>
              </a:p>
            </p:txBody>
          </p:sp>
          <p:sp>
            <p:nvSpPr>
              <p:cNvPr id="4004" name="Freeform: Shape 4003">
                <a:extLst>
                  <a:ext uri="{FF2B5EF4-FFF2-40B4-BE49-F238E27FC236}">
                    <a16:creationId xmlns:a16="http://schemas.microsoft.com/office/drawing/2014/main" id="{24A36F35-E5AB-D0BD-AC8A-A111989F3CCD}"/>
                  </a:ext>
                </a:extLst>
              </p:cNvPr>
              <p:cNvSpPr/>
              <p:nvPr/>
            </p:nvSpPr>
            <p:spPr>
              <a:xfrm>
                <a:off x="4981485" y="2205755"/>
                <a:ext cx="63500" cy="63500"/>
              </a:xfrm>
              <a:custGeom>
                <a:avLst/>
                <a:gdLst>
                  <a:gd name="csX0" fmla="*/ 31965 w 63500"/>
                  <a:gd name="csY0" fmla="*/ 63618 h 63500"/>
                  <a:gd name="csX1" fmla="*/ 54415 w 63500"/>
                  <a:gd name="csY1" fmla="*/ 54318 h 63500"/>
                  <a:gd name="csX2" fmla="*/ 63715 w 63500"/>
                  <a:gd name="csY2" fmla="*/ 31868 h 63500"/>
                  <a:gd name="csX3" fmla="*/ 54415 w 63500"/>
                  <a:gd name="csY3" fmla="*/ 9417 h 63500"/>
                  <a:gd name="csX4" fmla="*/ 31965 w 63500"/>
                  <a:gd name="csY4" fmla="*/ 118 h 63500"/>
                  <a:gd name="csX5" fmla="*/ 9514 w 63500"/>
                  <a:gd name="csY5" fmla="*/ 9417 h 63500"/>
                  <a:gd name="csX6" fmla="*/ 215 w 63500"/>
                  <a:gd name="csY6" fmla="*/ 31868 h 63500"/>
                  <a:gd name="csX7" fmla="*/ 9514 w 63500"/>
                  <a:gd name="csY7" fmla="*/ 54318 h 63500"/>
                  <a:gd name="csX8" fmla="*/ 31965 w 63500"/>
                  <a:gd name="csY8" fmla="*/ 6361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65" y="63618"/>
                    </a:moveTo>
                    <a:cubicBezTo>
                      <a:pt x="40385" y="63618"/>
                      <a:pt x="48461" y="60272"/>
                      <a:pt x="54415" y="54318"/>
                    </a:cubicBezTo>
                    <a:cubicBezTo>
                      <a:pt x="60369" y="48364"/>
                      <a:pt x="63715" y="40288"/>
                      <a:pt x="63715" y="31868"/>
                    </a:cubicBezTo>
                    <a:cubicBezTo>
                      <a:pt x="63715" y="23447"/>
                      <a:pt x="60369" y="15371"/>
                      <a:pt x="54415" y="9417"/>
                    </a:cubicBezTo>
                    <a:cubicBezTo>
                      <a:pt x="48461" y="3463"/>
                      <a:pt x="40385" y="118"/>
                      <a:pt x="31965" y="118"/>
                    </a:cubicBezTo>
                    <a:cubicBezTo>
                      <a:pt x="23545" y="118"/>
                      <a:pt x="15468" y="3463"/>
                      <a:pt x="9514" y="9417"/>
                    </a:cubicBezTo>
                    <a:cubicBezTo>
                      <a:pt x="3560" y="15371"/>
                      <a:pt x="215" y="23447"/>
                      <a:pt x="215" y="31868"/>
                    </a:cubicBezTo>
                    <a:cubicBezTo>
                      <a:pt x="215" y="40288"/>
                      <a:pt x="3560" y="48364"/>
                      <a:pt x="9514" y="54318"/>
                    </a:cubicBezTo>
                    <a:cubicBezTo>
                      <a:pt x="15468" y="60272"/>
                      <a:pt x="23545" y="63618"/>
                      <a:pt x="31965" y="63618"/>
                    </a:cubicBezTo>
                    <a:close/>
                  </a:path>
                </a:pathLst>
              </a:custGeom>
              <a:solidFill>
                <a:srgbClr val="9B84E0"/>
              </a:solidFill>
              <a:ln w="3175" cap="flat">
                <a:solidFill>
                  <a:srgbClr val="FFFFFF"/>
                </a:solidFill>
                <a:prstDash val="solid"/>
                <a:round/>
              </a:ln>
            </p:spPr>
            <p:txBody>
              <a:bodyPr/>
              <a:lstStyle/>
              <a:p>
                <a:endParaRPr lang="en-US"/>
              </a:p>
            </p:txBody>
          </p:sp>
          <p:sp>
            <p:nvSpPr>
              <p:cNvPr id="4005" name="Freeform: Shape 4004">
                <a:extLst>
                  <a:ext uri="{FF2B5EF4-FFF2-40B4-BE49-F238E27FC236}">
                    <a16:creationId xmlns:a16="http://schemas.microsoft.com/office/drawing/2014/main" id="{889EC1CE-5F29-DE35-6E13-BCD1EB0D3B51}"/>
                  </a:ext>
                </a:extLst>
              </p:cNvPr>
              <p:cNvSpPr/>
              <p:nvPr/>
            </p:nvSpPr>
            <p:spPr>
              <a:xfrm>
                <a:off x="5119028" y="2183838"/>
                <a:ext cx="63500" cy="63500"/>
              </a:xfrm>
              <a:custGeom>
                <a:avLst/>
                <a:gdLst>
                  <a:gd name="csX0" fmla="*/ 31976 w 63500"/>
                  <a:gd name="csY0" fmla="*/ 63616 h 63500"/>
                  <a:gd name="csX1" fmla="*/ 54426 w 63500"/>
                  <a:gd name="csY1" fmla="*/ 54317 h 63500"/>
                  <a:gd name="csX2" fmla="*/ 63726 w 63500"/>
                  <a:gd name="csY2" fmla="*/ 31866 h 63500"/>
                  <a:gd name="csX3" fmla="*/ 54426 w 63500"/>
                  <a:gd name="csY3" fmla="*/ 9415 h 63500"/>
                  <a:gd name="csX4" fmla="*/ 31976 w 63500"/>
                  <a:gd name="csY4" fmla="*/ 116 h 63500"/>
                  <a:gd name="csX5" fmla="*/ 9525 w 63500"/>
                  <a:gd name="csY5" fmla="*/ 9415 h 63500"/>
                  <a:gd name="csX6" fmla="*/ 226 w 63500"/>
                  <a:gd name="csY6" fmla="*/ 31866 h 63500"/>
                  <a:gd name="csX7" fmla="*/ 9525 w 63500"/>
                  <a:gd name="csY7" fmla="*/ 54317 h 63500"/>
                  <a:gd name="csX8" fmla="*/ 31976 w 63500"/>
                  <a:gd name="csY8" fmla="*/ 6361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76" y="63616"/>
                    </a:moveTo>
                    <a:cubicBezTo>
                      <a:pt x="40396" y="63616"/>
                      <a:pt x="48472" y="60271"/>
                      <a:pt x="54426" y="54317"/>
                    </a:cubicBezTo>
                    <a:cubicBezTo>
                      <a:pt x="60380" y="48363"/>
                      <a:pt x="63726" y="40286"/>
                      <a:pt x="63726" y="31866"/>
                    </a:cubicBezTo>
                    <a:cubicBezTo>
                      <a:pt x="63726" y="23446"/>
                      <a:pt x="60380" y="15369"/>
                      <a:pt x="54426" y="9415"/>
                    </a:cubicBezTo>
                    <a:cubicBezTo>
                      <a:pt x="48472" y="3461"/>
                      <a:pt x="40396" y="116"/>
                      <a:pt x="31976" y="116"/>
                    </a:cubicBezTo>
                    <a:cubicBezTo>
                      <a:pt x="23555" y="116"/>
                      <a:pt x="15479" y="3461"/>
                      <a:pt x="9525" y="9415"/>
                    </a:cubicBezTo>
                    <a:cubicBezTo>
                      <a:pt x="3571" y="15369"/>
                      <a:pt x="226" y="23446"/>
                      <a:pt x="226" y="31866"/>
                    </a:cubicBezTo>
                    <a:cubicBezTo>
                      <a:pt x="226" y="40286"/>
                      <a:pt x="3571" y="48363"/>
                      <a:pt x="9525" y="54317"/>
                    </a:cubicBezTo>
                    <a:cubicBezTo>
                      <a:pt x="15479" y="60271"/>
                      <a:pt x="23555" y="63616"/>
                      <a:pt x="31976" y="63616"/>
                    </a:cubicBezTo>
                    <a:close/>
                  </a:path>
                </a:pathLst>
              </a:custGeom>
              <a:solidFill>
                <a:srgbClr val="67B57B"/>
              </a:solidFill>
              <a:ln w="3175" cap="flat">
                <a:solidFill>
                  <a:srgbClr val="FFFFFF"/>
                </a:solidFill>
                <a:prstDash val="solid"/>
                <a:round/>
              </a:ln>
            </p:spPr>
            <p:txBody>
              <a:bodyPr/>
              <a:lstStyle/>
              <a:p>
                <a:endParaRPr lang="en-US"/>
              </a:p>
            </p:txBody>
          </p:sp>
          <p:sp>
            <p:nvSpPr>
              <p:cNvPr id="4006" name="Freeform: Shape 4005">
                <a:extLst>
                  <a:ext uri="{FF2B5EF4-FFF2-40B4-BE49-F238E27FC236}">
                    <a16:creationId xmlns:a16="http://schemas.microsoft.com/office/drawing/2014/main" id="{5F34A0BE-9B9F-3D2B-F518-A09E63C3A461}"/>
                  </a:ext>
                </a:extLst>
              </p:cNvPr>
              <p:cNvSpPr/>
              <p:nvPr/>
            </p:nvSpPr>
            <p:spPr>
              <a:xfrm>
                <a:off x="5143443" y="2161922"/>
                <a:ext cx="63500" cy="63500"/>
              </a:xfrm>
              <a:custGeom>
                <a:avLst/>
                <a:gdLst>
                  <a:gd name="csX0" fmla="*/ 31977 w 63500"/>
                  <a:gd name="csY0" fmla="*/ 63614 h 63500"/>
                  <a:gd name="csX1" fmla="*/ 54428 w 63500"/>
                  <a:gd name="csY1" fmla="*/ 54315 h 63500"/>
                  <a:gd name="csX2" fmla="*/ 63727 w 63500"/>
                  <a:gd name="csY2" fmla="*/ 31864 h 63500"/>
                  <a:gd name="csX3" fmla="*/ 54428 w 63500"/>
                  <a:gd name="csY3" fmla="*/ 9414 h 63500"/>
                  <a:gd name="csX4" fmla="*/ 31977 w 63500"/>
                  <a:gd name="csY4" fmla="*/ 114 h 63500"/>
                  <a:gd name="csX5" fmla="*/ 9527 w 63500"/>
                  <a:gd name="csY5" fmla="*/ 9414 h 63500"/>
                  <a:gd name="csX6" fmla="*/ 227 w 63500"/>
                  <a:gd name="csY6" fmla="*/ 31864 h 63500"/>
                  <a:gd name="csX7" fmla="*/ 9527 w 63500"/>
                  <a:gd name="csY7" fmla="*/ 54315 h 63500"/>
                  <a:gd name="csX8" fmla="*/ 31977 w 63500"/>
                  <a:gd name="csY8" fmla="*/ 6361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77" y="63614"/>
                    </a:moveTo>
                    <a:cubicBezTo>
                      <a:pt x="40398" y="63614"/>
                      <a:pt x="48474" y="60269"/>
                      <a:pt x="54428" y="54315"/>
                    </a:cubicBezTo>
                    <a:cubicBezTo>
                      <a:pt x="60382" y="48361"/>
                      <a:pt x="63727" y="40284"/>
                      <a:pt x="63727" y="31864"/>
                    </a:cubicBezTo>
                    <a:cubicBezTo>
                      <a:pt x="63727" y="23444"/>
                      <a:pt x="60382" y="15368"/>
                      <a:pt x="54428" y="9414"/>
                    </a:cubicBezTo>
                    <a:cubicBezTo>
                      <a:pt x="48474" y="3460"/>
                      <a:pt x="40398" y="114"/>
                      <a:pt x="31977" y="114"/>
                    </a:cubicBezTo>
                    <a:cubicBezTo>
                      <a:pt x="23557" y="114"/>
                      <a:pt x="15481" y="3460"/>
                      <a:pt x="9527" y="9414"/>
                    </a:cubicBezTo>
                    <a:cubicBezTo>
                      <a:pt x="3573" y="15368"/>
                      <a:pt x="227" y="23444"/>
                      <a:pt x="227" y="31864"/>
                    </a:cubicBezTo>
                    <a:cubicBezTo>
                      <a:pt x="227" y="40284"/>
                      <a:pt x="3573" y="48361"/>
                      <a:pt x="9527" y="54315"/>
                    </a:cubicBezTo>
                    <a:cubicBezTo>
                      <a:pt x="15481" y="60269"/>
                      <a:pt x="23557" y="63614"/>
                      <a:pt x="31977" y="63614"/>
                    </a:cubicBezTo>
                    <a:close/>
                  </a:path>
                </a:pathLst>
              </a:custGeom>
              <a:solidFill>
                <a:srgbClr val="67B57B"/>
              </a:solidFill>
              <a:ln w="3175" cap="flat">
                <a:solidFill>
                  <a:srgbClr val="FFFFFF"/>
                </a:solidFill>
                <a:prstDash val="solid"/>
                <a:round/>
              </a:ln>
            </p:spPr>
            <p:txBody>
              <a:bodyPr/>
              <a:lstStyle/>
              <a:p>
                <a:endParaRPr lang="en-US"/>
              </a:p>
            </p:txBody>
          </p:sp>
          <p:sp>
            <p:nvSpPr>
              <p:cNvPr id="4007" name="Freeform: Shape 4006">
                <a:extLst>
                  <a:ext uri="{FF2B5EF4-FFF2-40B4-BE49-F238E27FC236}">
                    <a16:creationId xmlns:a16="http://schemas.microsoft.com/office/drawing/2014/main" id="{276D8892-39F7-6414-58D0-B02E213ABAD8}"/>
                  </a:ext>
                </a:extLst>
              </p:cNvPr>
              <p:cNvSpPr/>
              <p:nvPr/>
            </p:nvSpPr>
            <p:spPr>
              <a:xfrm>
                <a:off x="5163614" y="2140005"/>
                <a:ext cx="63500" cy="63500"/>
              </a:xfrm>
              <a:custGeom>
                <a:avLst/>
                <a:gdLst>
                  <a:gd name="csX0" fmla="*/ 31979 w 63500"/>
                  <a:gd name="csY0" fmla="*/ 63613 h 63500"/>
                  <a:gd name="csX1" fmla="*/ 54430 w 63500"/>
                  <a:gd name="csY1" fmla="*/ 54313 h 63500"/>
                  <a:gd name="csX2" fmla="*/ 63729 w 63500"/>
                  <a:gd name="csY2" fmla="*/ 31863 h 63500"/>
                  <a:gd name="csX3" fmla="*/ 54430 w 63500"/>
                  <a:gd name="csY3" fmla="*/ 9412 h 63500"/>
                  <a:gd name="csX4" fmla="*/ 31979 w 63500"/>
                  <a:gd name="csY4" fmla="*/ 113 h 63500"/>
                  <a:gd name="csX5" fmla="*/ 9528 w 63500"/>
                  <a:gd name="csY5" fmla="*/ 9412 h 63500"/>
                  <a:gd name="csX6" fmla="*/ 229 w 63500"/>
                  <a:gd name="csY6" fmla="*/ 31863 h 63500"/>
                  <a:gd name="csX7" fmla="*/ 9528 w 63500"/>
                  <a:gd name="csY7" fmla="*/ 54313 h 63500"/>
                  <a:gd name="csX8" fmla="*/ 31979 w 63500"/>
                  <a:gd name="csY8" fmla="*/ 6361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79" y="63613"/>
                    </a:moveTo>
                    <a:cubicBezTo>
                      <a:pt x="40399" y="63613"/>
                      <a:pt x="48476" y="60267"/>
                      <a:pt x="54430" y="54313"/>
                    </a:cubicBezTo>
                    <a:cubicBezTo>
                      <a:pt x="60384" y="48359"/>
                      <a:pt x="63729" y="40283"/>
                      <a:pt x="63729" y="31863"/>
                    </a:cubicBezTo>
                    <a:cubicBezTo>
                      <a:pt x="63729" y="23442"/>
                      <a:pt x="60384" y="15366"/>
                      <a:pt x="54430" y="9412"/>
                    </a:cubicBezTo>
                    <a:cubicBezTo>
                      <a:pt x="48476" y="3458"/>
                      <a:pt x="40399" y="113"/>
                      <a:pt x="31979" y="113"/>
                    </a:cubicBezTo>
                    <a:cubicBezTo>
                      <a:pt x="23559" y="113"/>
                      <a:pt x="15482" y="3458"/>
                      <a:pt x="9528" y="9412"/>
                    </a:cubicBezTo>
                    <a:cubicBezTo>
                      <a:pt x="3574" y="15366"/>
                      <a:pt x="229" y="23442"/>
                      <a:pt x="229" y="31863"/>
                    </a:cubicBezTo>
                    <a:cubicBezTo>
                      <a:pt x="229" y="40283"/>
                      <a:pt x="3574" y="48359"/>
                      <a:pt x="9528" y="54313"/>
                    </a:cubicBezTo>
                    <a:cubicBezTo>
                      <a:pt x="15482" y="60267"/>
                      <a:pt x="23559" y="63613"/>
                      <a:pt x="31979" y="63613"/>
                    </a:cubicBezTo>
                    <a:close/>
                  </a:path>
                </a:pathLst>
              </a:custGeom>
              <a:solidFill>
                <a:srgbClr val="67B57B"/>
              </a:solidFill>
              <a:ln w="3175" cap="flat">
                <a:solidFill>
                  <a:srgbClr val="FFFFFF"/>
                </a:solidFill>
                <a:prstDash val="solid"/>
                <a:round/>
              </a:ln>
            </p:spPr>
            <p:txBody>
              <a:bodyPr/>
              <a:lstStyle/>
              <a:p>
                <a:endParaRPr lang="en-US"/>
              </a:p>
            </p:txBody>
          </p:sp>
          <p:sp>
            <p:nvSpPr>
              <p:cNvPr id="4008" name="Freeform: Shape 4007">
                <a:extLst>
                  <a:ext uri="{FF2B5EF4-FFF2-40B4-BE49-F238E27FC236}">
                    <a16:creationId xmlns:a16="http://schemas.microsoft.com/office/drawing/2014/main" id="{B50AFD59-5C1C-0CA6-1CC0-9A6B645F5938}"/>
                  </a:ext>
                </a:extLst>
              </p:cNvPr>
              <p:cNvSpPr/>
              <p:nvPr/>
            </p:nvSpPr>
            <p:spPr>
              <a:xfrm>
                <a:off x="5181197" y="2118089"/>
                <a:ext cx="63500" cy="63500"/>
              </a:xfrm>
              <a:custGeom>
                <a:avLst/>
                <a:gdLst>
                  <a:gd name="csX0" fmla="*/ 31980 w 63500"/>
                  <a:gd name="csY0" fmla="*/ 63611 h 63500"/>
                  <a:gd name="csX1" fmla="*/ 54431 w 63500"/>
                  <a:gd name="csY1" fmla="*/ 54311 h 63500"/>
                  <a:gd name="csX2" fmla="*/ 63730 w 63500"/>
                  <a:gd name="csY2" fmla="*/ 31861 h 63500"/>
                  <a:gd name="csX3" fmla="*/ 54431 w 63500"/>
                  <a:gd name="csY3" fmla="*/ 9410 h 63500"/>
                  <a:gd name="csX4" fmla="*/ 31980 w 63500"/>
                  <a:gd name="csY4" fmla="*/ 111 h 63500"/>
                  <a:gd name="csX5" fmla="*/ 9530 w 63500"/>
                  <a:gd name="csY5" fmla="*/ 9410 h 63500"/>
                  <a:gd name="csX6" fmla="*/ 230 w 63500"/>
                  <a:gd name="csY6" fmla="*/ 31861 h 63500"/>
                  <a:gd name="csX7" fmla="*/ 9530 w 63500"/>
                  <a:gd name="csY7" fmla="*/ 54311 h 63500"/>
                  <a:gd name="csX8" fmla="*/ 31980 w 63500"/>
                  <a:gd name="csY8" fmla="*/ 6361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80" y="63611"/>
                    </a:moveTo>
                    <a:cubicBezTo>
                      <a:pt x="40401" y="63611"/>
                      <a:pt x="48477" y="60265"/>
                      <a:pt x="54431" y="54311"/>
                    </a:cubicBezTo>
                    <a:cubicBezTo>
                      <a:pt x="60385" y="48357"/>
                      <a:pt x="63730" y="40281"/>
                      <a:pt x="63730" y="31861"/>
                    </a:cubicBezTo>
                    <a:cubicBezTo>
                      <a:pt x="63730" y="23441"/>
                      <a:pt x="60385" y="15364"/>
                      <a:pt x="54431" y="9410"/>
                    </a:cubicBezTo>
                    <a:cubicBezTo>
                      <a:pt x="48477" y="3456"/>
                      <a:pt x="40401" y="111"/>
                      <a:pt x="31980" y="111"/>
                    </a:cubicBezTo>
                    <a:cubicBezTo>
                      <a:pt x="23560" y="111"/>
                      <a:pt x="15484" y="3456"/>
                      <a:pt x="9530" y="9410"/>
                    </a:cubicBezTo>
                    <a:cubicBezTo>
                      <a:pt x="3576" y="15364"/>
                      <a:pt x="230" y="23441"/>
                      <a:pt x="230" y="31861"/>
                    </a:cubicBezTo>
                    <a:cubicBezTo>
                      <a:pt x="230" y="40281"/>
                      <a:pt x="3576" y="48357"/>
                      <a:pt x="9530" y="54311"/>
                    </a:cubicBezTo>
                    <a:cubicBezTo>
                      <a:pt x="15484" y="60265"/>
                      <a:pt x="23560" y="63611"/>
                      <a:pt x="31980" y="63611"/>
                    </a:cubicBezTo>
                    <a:close/>
                  </a:path>
                </a:pathLst>
              </a:custGeom>
              <a:solidFill>
                <a:srgbClr val="67B57B"/>
              </a:solidFill>
              <a:ln w="3175" cap="flat">
                <a:solidFill>
                  <a:srgbClr val="FFFFFF"/>
                </a:solidFill>
                <a:prstDash val="solid"/>
                <a:round/>
              </a:ln>
            </p:spPr>
            <p:txBody>
              <a:bodyPr/>
              <a:lstStyle/>
              <a:p>
                <a:endParaRPr lang="en-US" dirty="0"/>
              </a:p>
            </p:txBody>
          </p:sp>
          <p:sp>
            <p:nvSpPr>
              <p:cNvPr id="4009" name="Freeform: Shape 4008">
                <a:extLst>
                  <a:ext uri="{FF2B5EF4-FFF2-40B4-BE49-F238E27FC236}">
                    <a16:creationId xmlns:a16="http://schemas.microsoft.com/office/drawing/2014/main" id="{B913B83E-60A1-70E5-E114-632D00C4EA63}"/>
                  </a:ext>
                </a:extLst>
              </p:cNvPr>
              <p:cNvSpPr/>
              <p:nvPr/>
            </p:nvSpPr>
            <p:spPr>
              <a:xfrm>
                <a:off x="5195925" y="2096172"/>
                <a:ext cx="63500" cy="63500"/>
              </a:xfrm>
              <a:custGeom>
                <a:avLst/>
                <a:gdLst>
                  <a:gd name="csX0" fmla="*/ 31982 w 63500"/>
                  <a:gd name="csY0" fmla="*/ 63609 h 63500"/>
                  <a:gd name="csX1" fmla="*/ 54432 w 63500"/>
                  <a:gd name="csY1" fmla="*/ 54310 h 63500"/>
                  <a:gd name="csX2" fmla="*/ 63732 w 63500"/>
                  <a:gd name="csY2" fmla="*/ 31859 h 63500"/>
                  <a:gd name="csX3" fmla="*/ 54432 w 63500"/>
                  <a:gd name="csY3" fmla="*/ 9408 h 63500"/>
                  <a:gd name="csX4" fmla="*/ 31982 w 63500"/>
                  <a:gd name="csY4" fmla="*/ 109 h 63500"/>
                  <a:gd name="csX5" fmla="*/ 9531 w 63500"/>
                  <a:gd name="csY5" fmla="*/ 9408 h 63500"/>
                  <a:gd name="csX6" fmla="*/ 232 w 63500"/>
                  <a:gd name="csY6" fmla="*/ 31859 h 63500"/>
                  <a:gd name="csX7" fmla="*/ 9531 w 63500"/>
                  <a:gd name="csY7" fmla="*/ 54310 h 63500"/>
                  <a:gd name="csX8" fmla="*/ 31982 w 63500"/>
                  <a:gd name="csY8" fmla="*/ 6360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82" y="63609"/>
                    </a:moveTo>
                    <a:cubicBezTo>
                      <a:pt x="40402" y="63609"/>
                      <a:pt x="48478" y="60264"/>
                      <a:pt x="54432" y="54310"/>
                    </a:cubicBezTo>
                    <a:cubicBezTo>
                      <a:pt x="60386" y="48356"/>
                      <a:pt x="63732" y="40279"/>
                      <a:pt x="63732" y="31859"/>
                    </a:cubicBezTo>
                    <a:cubicBezTo>
                      <a:pt x="63732" y="23439"/>
                      <a:pt x="60386" y="15362"/>
                      <a:pt x="54432" y="9408"/>
                    </a:cubicBezTo>
                    <a:cubicBezTo>
                      <a:pt x="48478" y="3454"/>
                      <a:pt x="40402" y="109"/>
                      <a:pt x="31982" y="109"/>
                    </a:cubicBezTo>
                    <a:cubicBezTo>
                      <a:pt x="23561" y="109"/>
                      <a:pt x="15485" y="3454"/>
                      <a:pt x="9531" y="9408"/>
                    </a:cubicBezTo>
                    <a:cubicBezTo>
                      <a:pt x="3577" y="15362"/>
                      <a:pt x="232" y="23439"/>
                      <a:pt x="232" y="31859"/>
                    </a:cubicBezTo>
                    <a:cubicBezTo>
                      <a:pt x="232" y="40279"/>
                      <a:pt x="3577" y="48356"/>
                      <a:pt x="9531" y="54310"/>
                    </a:cubicBezTo>
                    <a:cubicBezTo>
                      <a:pt x="15485" y="60264"/>
                      <a:pt x="23561" y="63609"/>
                      <a:pt x="31982" y="63609"/>
                    </a:cubicBezTo>
                    <a:close/>
                  </a:path>
                </a:pathLst>
              </a:custGeom>
              <a:solidFill>
                <a:srgbClr val="67B57B"/>
              </a:solidFill>
              <a:ln w="3175" cap="flat">
                <a:solidFill>
                  <a:srgbClr val="FFFFFF"/>
                </a:solidFill>
                <a:prstDash val="solid"/>
                <a:round/>
              </a:ln>
            </p:spPr>
            <p:txBody>
              <a:bodyPr/>
              <a:lstStyle/>
              <a:p>
                <a:endParaRPr lang="en-US"/>
              </a:p>
            </p:txBody>
          </p:sp>
          <p:sp>
            <p:nvSpPr>
              <p:cNvPr id="4010" name="Freeform: Shape 4009">
                <a:extLst>
                  <a:ext uri="{FF2B5EF4-FFF2-40B4-BE49-F238E27FC236}">
                    <a16:creationId xmlns:a16="http://schemas.microsoft.com/office/drawing/2014/main" id="{B70EE14C-93AB-8887-A95F-607D36343CF4}"/>
                  </a:ext>
                </a:extLst>
              </p:cNvPr>
              <p:cNvSpPr/>
              <p:nvPr/>
            </p:nvSpPr>
            <p:spPr>
              <a:xfrm>
                <a:off x="5221492" y="2074256"/>
                <a:ext cx="63500" cy="63500"/>
              </a:xfrm>
              <a:custGeom>
                <a:avLst/>
                <a:gdLst>
                  <a:gd name="csX0" fmla="*/ 31984 w 63500"/>
                  <a:gd name="csY0" fmla="*/ 63607 h 63500"/>
                  <a:gd name="csX1" fmla="*/ 54434 w 63500"/>
                  <a:gd name="csY1" fmla="*/ 54308 h 63500"/>
                  <a:gd name="csX2" fmla="*/ 63734 w 63500"/>
                  <a:gd name="csY2" fmla="*/ 31857 h 63500"/>
                  <a:gd name="csX3" fmla="*/ 54434 w 63500"/>
                  <a:gd name="csY3" fmla="*/ 9407 h 63500"/>
                  <a:gd name="csX4" fmla="*/ 31984 w 63500"/>
                  <a:gd name="csY4" fmla="*/ 107 h 63500"/>
                  <a:gd name="csX5" fmla="*/ 9533 w 63500"/>
                  <a:gd name="csY5" fmla="*/ 9407 h 63500"/>
                  <a:gd name="csX6" fmla="*/ 234 w 63500"/>
                  <a:gd name="csY6" fmla="*/ 31857 h 63500"/>
                  <a:gd name="csX7" fmla="*/ 9533 w 63500"/>
                  <a:gd name="csY7" fmla="*/ 54308 h 63500"/>
                  <a:gd name="csX8" fmla="*/ 31984 w 63500"/>
                  <a:gd name="csY8" fmla="*/ 6360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84" y="63607"/>
                    </a:moveTo>
                    <a:cubicBezTo>
                      <a:pt x="40404" y="63607"/>
                      <a:pt x="48480" y="60262"/>
                      <a:pt x="54434" y="54308"/>
                    </a:cubicBezTo>
                    <a:cubicBezTo>
                      <a:pt x="60388" y="48354"/>
                      <a:pt x="63734" y="40278"/>
                      <a:pt x="63734" y="31857"/>
                    </a:cubicBezTo>
                    <a:cubicBezTo>
                      <a:pt x="63734" y="23437"/>
                      <a:pt x="60388" y="15361"/>
                      <a:pt x="54434" y="9407"/>
                    </a:cubicBezTo>
                    <a:cubicBezTo>
                      <a:pt x="48480" y="3453"/>
                      <a:pt x="40404" y="107"/>
                      <a:pt x="31984" y="107"/>
                    </a:cubicBezTo>
                    <a:cubicBezTo>
                      <a:pt x="23563" y="107"/>
                      <a:pt x="15487" y="3453"/>
                      <a:pt x="9533" y="9407"/>
                    </a:cubicBezTo>
                    <a:cubicBezTo>
                      <a:pt x="3579" y="15361"/>
                      <a:pt x="234" y="23437"/>
                      <a:pt x="234" y="31857"/>
                    </a:cubicBezTo>
                    <a:cubicBezTo>
                      <a:pt x="234" y="40278"/>
                      <a:pt x="3579" y="48354"/>
                      <a:pt x="9533" y="54308"/>
                    </a:cubicBezTo>
                    <a:cubicBezTo>
                      <a:pt x="15487" y="60262"/>
                      <a:pt x="23563" y="63607"/>
                      <a:pt x="31984" y="63607"/>
                    </a:cubicBezTo>
                    <a:close/>
                  </a:path>
                </a:pathLst>
              </a:custGeom>
              <a:solidFill>
                <a:srgbClr val="67B57B"/>
              </a:solidFill>
              <a:ln w="3175" cap="flat">
                <a:solidFill>
                  <a:srgbClr val="FFFFFF"/>
                </a:solidFill>
                <a:prstDash val="solid"/>
                <a:round/>
              </a:ln>
            </p:spPr>
            <p:txBody>
              <a:bodyPr/>
              <a:lstStyle/>
              <a:p>
                <a:endParaRPr lang="en-US"/>
              </a:p>
            </p:txBody>
          </p:sp>
          <p:sp>
            <p:nvSpPr>
              <p:cNvPr id="4011" name="Freeform: Shape 4010">
                <a:extLst>
                  <a:ext uri="{FF2B5EF4-FFF2-40B4-BE49-F238E27FC236}">
                    <a16:creationId xmlns:a16="http://schemas.microsoft.com/office/drawing/2014/main" id="{BC303CF1-376D-1958-CE10-480D673B1047}"/>
                  </a:ext>
                </a:extLst>
              </p:cNvPr>
              <p:cNvSpPr/>
              <p:nvPr/>
            </p:nvSpPr>
            <p:spPr>
              <a:xfrm>
                <a:off x="5256129" y="2052339"/>
                <a:ext cx="63500" cy="63500"/>
              </a:xfrm>
              <a:custGeom>
                <a:avLst/>
                <a:gdLst>
                  <a:gd name="csX0" fmla="*/ 31986 w 63500"/>
                  <a:gd name="csY0" fmla="*/ 63606 h 63500"/>
                  <a:gd name="csX1" fmla="*/ 54437 w 63500"/>
                  <a:gd name="csY1" fmla="*/ 54306 h 63500"/>
                  <a:gd name="csX2" fmla="*/ 63736 w 63500"/>
                  <a:gd name="csY2" fmla="*/ 31856 h 63500"/>
                  <a:gd name="csX3" fmla="*/ 54437 w 63500"/>
                  <a:gd name="csY3" fmla="*/ 9405 h 63500"/>
                  <a:gd name="csX4" fmla="*/ 31986 w 63500"/>
                  <a:gd name="csY4" fmla="*/ 106 h 63500"/>
                  <a:gd name="csX5" fmla="*/ 9536 w 63500"/>
                  <a:gd name="csY5" fmla="*/ 9405 h 63500"/>
                  <a:gd name="csX6" fmla="*/ 236 w 63500"/>
                  <a:gd name="csY6" fmla="*/ 31856 h 63500"/>
                  <a:gd name="csX7" fmla="*/ 9536 w 63500"/>
                  <a:gd name="csY7" fmla="*/ 54306 h 63500"/>
                  <a:gd name="csX8" fmla="*/ 31986 w 63500"/>
                  <a:gd name="csY8" fmla="*/ 6360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86" y="63606"/>
                    </a:moveTo>
                    <a:cubicBezTo>
                      <a:pt x="40407" y="63606"/>
                      <a:pt x="48483" y="60260"/>
                      <a:pt x="54437" y="54306"/>
                    </a:cubicBezTo>
                    <a:cubicBezTo>
                      <a:pt x="60391" y="48352"/>
                      <a:pt x="63736" y="40276"/>
                      <a:pt x="63736" y="31856"/>
                    </a:cubicBezTo>
                    <a:cubicBezTo>
                      <a:pt x="63736" y="23435"/>
                      <a:pt x="60391" y="15359"/>
                      <a:pt x="54437" y="9405"/>
                    </a:cubicBezTo>
                    <a:cubicBezTo>
                      <a:pt x="48483" y="3451"/>
                      <a:pt x="40407" y="106"/>
                      <a:pt x="31986" y="106"/>
                    </a:cubicBezTo>
                    <a:cubicBezTo>
                      <a:pt x="23566" y="106"/>
                      <a:pt x="15490" y="3451"/>
                      <a:pt x="9536" y="9405"/>
                    </a:cubicBezTo>
                    <a:cubicBezTo>
                      <a:pt x="3582" y="15359"/>
                      <a:pt x="236" y="23435"/>
                      <a:pt x="236" y="31856"/>
                    </a:cubicBezTo>
                    <a:cubicBezTo>
                      <a:pt x="236" y="40276"/>
                      <a:pt x="3582" y="48352"/>
                      <a:pt x="9536" y="54306"/>
                    </a:cubicBezTo>
                    <a:cubicBezTo>
                      <a:pt x="15490" y="60260"/>
                      <a:pt x="23566" y="63606"/>
                      <a:pt x="31986" y="63606"/>
                    </a:cubicBezTo>
                    <a:close/>
                  </a:path>
                </a:pathLst>
              </a:custGeom>
              <a:solidFill>
                <a:srgbClr val="67B57B"/>
              </a:solidFill>
              <a:ln w="3175" cap="flat">
                <a:solidFill>
                  <a:srgbClr val="FFFFFF"/>
                </a:solidFill>
                <a:prstDash val="solid"/>
                <a:round/>
              </a:ln>
            </p:spPr>
            <p:txBody>
              <a:bodyPr/>
              <a:lstStyle/>
              <a:p>
                <a:endParaRPr lang="en-US"/>
              </a:p>
            </p:txBody>
          </p:sp>
          <p:sp>
            <p:nvSpPr>
              <p:cNvPr id="4012" name="Freeform: Shape 4011">
                <a:extLst>
                  <a:ext uri="{FF2B5EF4-FFF2-40B4-BE49-F238E27FC236}">
                    <a16:creationId xmlns:a16="http://schemas.microsoft.com/office/drawing/2014/main" id="{629025CE-2032-67ED-9124-B6B718A334E9}"/>
                  </a:ext>
                </a:extLst>
              </p:cNvPr>
              <p:cNvSpPr/>
              <p:nvPr/>
            </p:nvSpPr>
            <p:spPr>
              <a:xfrm>
                <a:off x="5274160" y="2030423"/>
                <a:ext cx="63500" cy="63500"/>
              </a:xfrm>
              <a:custGeom>
                <a:avLst/>
                <a:gdLst>
                  <a:gd name="csX0" fmla="*/ 31988 w 63500"/>
                  <a:gd name="csY0" fmla="*/ 63604 h 63500"/>
                  <a:gd name="csX1" fmla="*/ 54438 w 63500"/>
                  <a:gd name="csY1" fmla="*/ 54305 h 63500"/>
                  <a:gd name="csX2" fmla="*/ 63738 w 63500"/>
                  <a:gd name="csY2" fmla="*/ 31854 h 63500"/>
                  <a:gd name="csX3" fmla="*/ 54438 w 63500"/>
                  <a:gd name="csY3" fmla="*/ 9403 h 63500"/>
                  <a:gd name="csX4" fmla="*/ 31988 w 63500"/>
                  <a:gd name="csY4" fmla="*/ 104 h 63500"/>
                  <a:gd name="csX5" fmla="*/ 9537 w 63500"/>
                  <a:gd name="csY5" fmla="*/ 9403 h 63500"/>
                  <a:gd name="csX6" fmla="*/ 238 w 63500"/>
                  <a:gd name="csY6" fmla="*/ 31854 h 63500"/>
                  <a:gd name="csX7" fmla="*/ 9537 w 63500"/>
                  <a:gd name="csY7" fmla="*/ 54305 h 63500"/>
                  <a:gd name="csX8" fmla="*/ 31988 w 63500"/>
                  <a:gd name="csY8" fmla="*/ 6360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88" y="63604"/>
                    </a:moveTo>
                    <a:cubicBezTo>
                      <a:pt x="40408" y="63604"/>
                      <a:pt x="48484" y="60258"/>
                      <a:pt x="54438" y="54305"/>
                    </a:cubicBezTo>
                    <a:cubicBezTo>
                      <a:pt x="60392" y="48351"/>
                      <a:pt x="63738" y="40274"/>
                      <a:pt x="63738" y="31854"/>
                    </a:cubicBezTo>
                    <a:cubicBezTo>
                      <a:pt x="63738" y="23434"/>
                      <a:pt x="60392" y="15357"/>
                      <a:pt x="54438" y="9403"/>
                    </a:cubicBezTo>
                    <a:cubicBezTo>
                      <a:pt x="48484" y="3449"/>
                      <a:pt x="40408" y="104"/>
                      <a:pt x="31988" y="104"/>
                    </a:cubicBezTo>
                    <a:cubicBezTo>
                      <a:pt x="23568" y="104"/>
                      <a:pt x="15491" y="3449"/>
                      <a:pt x="9537" y="9403"/>
                    </a:cubicBezTo>
                    <a:cubicBezTo>
                      <a:pt x="3583" y="15357"/>
                      <a:pt x="238" y="23434"/>
                      <a:pt x="238" y="31854"/>
                    </a:cubicBezTo>
                    <a:cubicBezTo>
                      <a:pt x="238" y="40274"/>
                      <a:pt x="3583" y="48351"/>
                      <a:pt x="9537" y="54305"/>
                    </a:cubicBezTo>
                    <a:cubicBezTo>
                      <a:pt x="15491" y="60258"/>
                      <a:pt x="23568" y="63604"/>
                      <a:pt x="31988" y="63604"/>
                    </a:cubicBezTo>
                    <a:close/>
                  </a:path>
                </a:pathLst>
              </a:custGeom>
              <a:solidFill>
                <a:srgbClr val="67B57B"/>
              </a:solidFill>
              <a:ln w="3175" cap="flat">
                <a:solidFill>
                  <a:srgbClr val="FFFFFF"/>
                </a:solidFill>
                <a:prstDash val="solid"/>
                <a:round/>
              </a:ln>
            </p:spPr>
            <p:txBody>
              <a:bodyPr/>
              <a:lstStyle/>
              <a:p>
                <a:endParaRPr lang="en-US"/>
              </a:p>
            </p:txBody>
          </p:sp>
          <p:sp>
            <p:nvSpPr>
              <p:cNvPr id="4013" name="Freeform: Shape 4012">
                <a:extLst>
                  <a:ext uri="{FF2B5EF4-FFF2-40B4-BE49-F238E27FC236}">
                    <a16:creationId xmlns:a16="http://schemas.microsoft.com/office/drawing/2014/main" id="{6B306912-40E9-DBC5-5C89-6DEDC2AEE7E3}"/>
                  </a:ext>
                </a:extLst>
              </p:cNvPr>
              <p:cNvSpPr/>
              <p:nvPr/>
            </p:nvSpPr>
            <p:spPr>
              <a:xfrm>
                <a:off x="5305677" y="2008507"/>
                <a:ext cx="63500" cy="63500"/>
              </a:xfrm>
              <a:custGeom>
                <a:avLst/>
                <a:gdLst>
                  <a:gd name="csX0" fmla="*/ 31990 w 63500"/>
                  <a:gd name="csY0" fmla="*/ 63602 h 63500"/>
                  <a:gd name="csX1" fmla="*/ 54441 w 63500"/>
                  <a:gd name="csY1" fmla="*/ 54303 h 63500"/>
                  <a:gd name="csX2" fmla="*/ 63740 w 63500"/>
                  <a:gd name="csY2" fmla="*/ 31852 h 63500"/>
                  <a:gd name="csX3" fmla="*/ 54441 w 63500"/>
                  <a:gd name="csY3" fmla="*/ 9402 h 63500"/>
                  <a:gd name="csX4" fmla="*/ 31990 w 63500"/>
                  <a:gd name="csY4" fmla="*/ 102 h 63500"/>
                  <a:gd name="csX5" fmla="*/ 9540 w 63500"/>
                  <a:gd name="csY5" fmla="*/ 9402 h 63500"/>
                  <a:gd name="csX6" fmla="*/ 240 w 63500"/>
                  <a:gd name="csY6" fmla="*/ 31852 h 63500"/>
                  <a:gd name="csX7" fmla="*/ 9540 w 63500"/>
                  <a:gd name="csY7" fmla="*/ 54303 h 63500"/>
                  <a:gd name="csX8" fmla="*/ 31990 w 63500"/>
                  <a:gd name="csY8" fmla="*/ 6360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90" y="63602"/>
                    </a:moveTo>
                    <a:cubicBezTo>
                      <a:pt x="40410" y="63602"/>
                      <a:pt x="48487" y="60257"/>
                      <a:pt x="54441" y="54303"/>
                    </a:cubicBezTo>
                    <a:cubicBezTo>
                      <a:pt x="60395" y="48349"/>
                      <a:pt x="63740" y="40272"/>
                      <a:pt x="63740" y="31852"/>
                    </a:cubicBezTo>
                    <a:cubicBezTo>
                      <a:pt x="63740" y="23432"/>
                      <a:pt x="60395" y="15355"/>
                      <a:pt x="54441" y="9402"/>
                    </a:cubicBezTo>
                    <a:cubicBezTo>
                      <a:pt x="48487" y="3448"/>
                      <a:pt x="40410" y="102"/>
                      <a:pt x="31990" y="102"/>
                    </a:cubicBezTo>
                    <a:cubicBezTo>
                      <a:pt x="23570" y="102"/>
                      <a:pt x="15494" y="3448"/>
                      <a:pt x="9540" y="9402"/>
                    </a:cubicBezTo>
                    <a:cubicBezTo>
                      <a:pt x="3586" y="15355"/>
                      <a:pt x="240" y="23432"/>
                      <a:pt x="240" y="31852"/>
                    </a:cubicBezTo>
                    <a:cubicBezTo>
                      <a:pt x="240" y="40272"/>
                      <a:pt x="3586" y="48349"/>
                      <a:pt x="9540" y="54303"/>
                    </a:cubicBezTo>
                    <a:cubicBezTo>
                      <a:pt x="15494" y="60257"/>
                      <a:pt x="23570" y="63602"/>
                      <a:pt x="31990" y="63602"/>
                    </a:cubicBezTo>
                    <a:close/>
                  </a:path>
                </a:pathLst>
              </a:custGeom>
              <a:solidFill>
                <a:srgbClr val="67B57B"/>
              </a:solidFill>
              <a:ln w="3175" cap="flat">
                <a:solidFill>
                  <a:srgbClr val="FFFFFF"/>
                </a:solidFill>
                <a:prstDash val="solid"/>
                <a:round/>
              </a:ln>
            </p:spPr>
            <p:txBody>
              <a:bodyPr/>
              <a:lstStyle/>
              <a:p>
                <a:endParaRPr lang="en-US"/>
              </a:p>
            </p:txBody>
          </p:sp>
          <p:sp>
            <p:nvSpPr>
              <p:cNvPr id="4014" name="Freeform: Shape 4013">
                <a:extLst>
                  <a:ext uri="{FF2B5EF4-FFF2-40B4-BE49-F238E27FC236}">
                    <a16:creationId xmlns:a16="http://schemas.microsoft.com/office/drawing/2014/main" id="{8A07A1EE-EF2F-E4F3-5F70-79E9210F4624}"/>
                  </a:ext>
                </a:extLst>
              </p:cNvPr>
              <p:cNvSpPr/>
              <p:nvPr/>
            </p:nvSpPr>
            <p:spPr>
              <a:xfrm>
                <a:off x="5334196" y="1986590"/>
                <a:ext cx="63500" cy="63500"/>
              </a:xfrm>
              <a:custGeom>
                <a:avLst/>
                <a:gdLst>
                  <a:gd name="csX0" fmla="*/ 31993 w 63500"/>
                  <a:gd name="csY0" fmla="*/ 63600 h 63500"/>
                  <a:gd name="csX1" fmla="*/ 54443 w 63500"/>
                  <a:gd name="csY1" fmla="*/ 54301 h 63500"/>
                  <a:gd name="csX2" fmla="*/ 63743 w 63500"/>
                  <a:gd name="csY2" fmla="*/ 31850 h 63500"/>
                  <a:gd name="csX3" fmla="*/ 54443 w 63500"/>
                  <a:gd name="csY3" fmla="*/ 9400 h 63500"/>
                  <a:gd name="csX4" fmla="*/ 31993 w 63500"/>
                  <a:gd name="csY4" fmla="*/ 100 h 63500"/>
                  <a:gd name="csX5" fmla="*/ 9542 w 63500"/>
                  <a:gd name="csY5" fmla="*/ 9400 h 63500"/>
                  <a:gd name="csX6" fmla="*/ 243 w 63500"/>
                  <a:gd name="csY6" fmla="*/ 31850 h 63500"/>
                  <a:gd name="csX7" fmla="*/ 9542 w 63500"/>
                  <a:gd name="csY7" fmla="*/ 54301 h 63500"/>
                  <a:gd name="csX8" fmla="*/ 31993 w 63500"/>
                  <a:gd name="csY8" fmla="*/ 6360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93" y="63600"/>
                    </a:moveTo>
                    <a:cubicBezTo>
                      <a:pt x="40413" y="63600"/>
                      <a:pt x="48489" y="60255"/>
                      <a:pt x="54443" y="54301"/>
                    </a:cubicBezTo>
                    <a:cubicBezTo>
                      <a:pt x="60397" y="48347"/>
                      <a:pt x="63743" y="40271"/>
                      <a:pt x="63743" y="31850"/>
                    </a:cubicBezTo>
                    <a:cubicBezTo>
                      <a:pt x="63743" y="23430"/>
                      <a:pt x="60397" y="15354"/>
                      <a:pt x="54443" y="9400"/>
                    </a:cubicBezTo>
                    <a:cubicBezTo>
                      <a:pt x="48489" y="3446"/>
                      <a:pt x="40413" y="100"/>
                      <a:pt x="31993" y="100"/>
                    </a:cubicBezTo>
                    <a:cubicBezTo>
                      <a:pt x="23572" y="100"/>
                      <a:pt x="15496" y="3446"/>
                      <a:pt x="9542" y="9400"/>
                    </a:cubicBezTo>
                    <a:cubicBezTo>
                      <a:pt x="3588" y="15354"/>
                      <a:pt x="243" y="23430"/>
                      <a:pt x="243" y="31850"/>
                    </a:cubicBezTo>
                    <a:cubicBezTo>
                      <a:pt x="243" y="40271"/>
                      <a:pt x="3588" y="48347"/>
                      <a:pt x="9542" y="54301"/>
                    </a:cubicBezTo>
                    <a:cubicBezTo>
                      <a:pt x="15496" y="60255"/>
                      <a:pt x="23572" y="63600"/>
                      <a:pt x="31993" y="63600"/>
                    </a:cubicBezTo>
                    <a:close/>
                  </a:path>
                </a:pathLst>
              </a:custGeom>
              <a:solidFill>
                <a:srgbClr val="67B57B"/>
              </a:solidFill>
              <a:ln w="3175" cap="flat">
                <a:solidFill>
                  <a:srgbClr val="FFFFFF"/>
                </a:solidFill>
                <a:prstDash val="solid"/>
                <a:round/>
              </a:ln>
            </p:spPr>
            <p:txBody>
              <a:bodyPr/>
              <a:lstStyle/>
              <a:p>
                <a:endParaRPr lang="en-US"/>
              </a:p>
            </p:txBody>
          </p:sp>
          <p:sp>
            <p:nvSpPr>
              <p:cNvPr id="4015" name="Freeform: Shape 4014">
                <a:extLst>
                  <a:ext uri="{FF2B5EF4-FFF2-40B4-BE49-F238E27FC236}">
                    <a16:creationId xmlns:a16="http://schemas.microsoft.com/office/drawing/2014/main" id="{885BFF51-4280-2B88-A5AE-67ADEEE7A043}"/>
                  </a:ext>
                </a:extLst>
              </p:cNvPr>
              <p:cNvSpPr/>
              <p:nvPr/>
            </p:nvSpPr>
            <p:spPr>
              <a:xfrm>
                <a:off x="5352205" y="1964674"/>
                <a:ext cx="63500" cy="63500"/>
              </a:xfrm>
              <a:custGeom>
                <a:avLst/>
                <a:gdLst>
                  <a:gd name="csX0" fmla="*/ 31994 w 63500"/>
                  <a:gd name="csY0" fmla="*/ 63599 h 63500"/>
                  <a:gd name="csX1" fmla="*/ 54445 w 63500"/>
                  <a:gd name="csY1" fmla="*/ 54299 h 63500"/>
                  <a:gd name="csX2" fmla="*/ 63744 w 63500"/>
                  <a:gd name="csY2" fmla="*/ 31849 h 63500"/>
                  <a:gd name="csX3" fmla="*/ 54445 w 63500"/>
                  <a:gd name="csY3" fmla="*/ 9398 h 63500"/>
                  <a:gd name="csX4" fmla="*/ 31994 w 63500"/>
                  <a:gd name="csY4" fmla="*/ 99 h 63500"/>
                  <a:gd name="csX5" fmla="*/ 9543 w 63500"/>
                  <a:gd name="csY5" fmla="*/ 9398 h 63500"/>
                  <a:gd name="csX6" fmla="*/ 244 w 63500"/>
                  <a:gd name="csY6" fmla="*/ 31849 h 63500"/>
                  <a:gd name="csX7" fmla="*/ 9543 w 63500"/>
                  <a:gd name="csY7" fmla="*/ 54299 h 63500"/>
                  <a:gd name="csX8" fmla="*/ 31994 w 63500"/>
                  <a:gd name="csY8" fmla="*/ 6359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94" y="63599"/>
                    </a:moveTo>
                    <a:cubicBezTo>
                      <a:pt x="40414" y="63599"/>
                      <a:pt x="48491" y="60253"/>
                      <a:pt x="54445" y="54299"/>
                    </a:cubicBezTo>
                    <a:cubicBezTo>
                      <a:pt x="60399" y="48345"/>
                      <a:pt x="63744" y="40269"/>
                      <a:pt x="63744" y="31849"/>
                    </a:cubicBezTo>
                    <a:cubicBezTo>
                      <a:pt x="63744" y="23428"/>
                      <a:pt x="60399" y="15352"/>
                      <a:pt x="54445" y="9398"/>
                    </a:cubicBezTo>
                    <a:cubicBezTo>
                      <a:pt x="48491" y="3444"/>
                      <a:pt x="40414" y="99"/>
                      <a:pt x="31994" y="99"/>
                    </a:cubicBezTo>
                    <a:cubicBezTo>
                      <a:pt x="23574" y="99"/>
                      <a:pt x="15497" y="3444"/>
                      <a:pt x="9543" y="9398"/>
                    </a:cubicBezTo>
                    <a:cubicBezTo>
                      <a:pt x="3589" y="15352"/>
                      <a:pt x="244" y="23428"/>
                      <a:pt x="244" y="31849"/>
                    </a:cubicBezTo>
                    <a:cubicBezTo>
                      <a:pt x="244" y="40269"/>
                      <a:pt x="3589" y="48345"/>
                      <a:pt x="9543" y="54299"/>
                    </a:cubicBezTo>
                    <a:cubicBezTo>
                      <a:pt x="15497" y="60253"/>
                      <a:pt x="23574" y="63599"/>
                      <a:pt x="31994" y="63599"/>
                    </a:cubicBezTo>
                    <a:close/>
                  </a:path>
                </a:pathLst>
              </a:custGeom>
              <a:solidFill>
                <a:srgbClr val="67B57B"/>
              </a:solidFill>
              <a:ln w="3175" cap="flat">
                <a:solidFill>
                  <a:srgbClr val="FFFFFF"/>
                </a:solidFill>
                <a:prstDash val="solid"/>
                <a:round/>
              </a:ln>
            </p:spPr>
            <p:txBody>
              <a:bodyPr/>
              <a:lstStyle/>
              <a:p>
                <a:endParaRPr lang="en-US"/>
              </a:p>
            </p:txBody>
          </p:sp>
          <p:sp>
            <p:nvSpPr>
              <p:cNvPr id="4016" name="Freeform: Shape 4015">
                <a:extLst>
                  <a:ext uri="{FF2B5EF4-FFF2-40B4-BE49-F238E27FC236}">
                    <a16:creationId xmlns:a16="http://schemas.microsoft.com/office/drawing/2014/main" id="{E367978B-DA7A-EEBC-2058-2F4BA83B984D}"/>
                  </a:ext>
                </a:extLst>
              </p:cNvPr>
              <p:cNvSpPr/>
              <p:nvPr/>
            </p:nvSpPr>
            <p:spPr>
              <a:xfrm>
                <a:off x="5369714" y="1942757"/>
                <a:ext cx="63500" cy="63500"/>
              </a:xfrm>
              <a:custGeom>
                <a:avLst/>
                <a:gdLst>
                  <a:gd name="csX0" fmla="*/ 31995 w 63500"/>
                  <a:gd name="csY0" fmla="*/ 63597 h 63500"/>
                  <a:gd name="csX1" fmla="*/ 54446 w 63500"/>
                  <a:gd name="csY1" fmla="*/ 54298 h 63500"/>
                  <a:gd name="csX2" fmla="*/ 63745 w 63500"/>
                  <a:gd name="csY2" fmla="*/ 31847 h 63500"/>
                  <a:gd name="csX3" fmla="*/ 54446 w 63500"/>
                  <a:gd name="csY3" fmla="*/ 9396 h 63500"/>
                  <a:gd name="csX4" fmla="*/ 31995 w 63500"/>
                  <a:gd name="csY4" fmla="*/ 97 h 63500"/>
                  <a:gd name="csX5" fmla="*/ 9545 w 63500"/>
                  <a:gd name="csY5" fmla="*/ 9396 h 63500"/>
                  <a:gd name="csX6" fmla="*/ 245 w 63500"/>
                  <a:gd name="csY6" fmla="*/ 31847 h 63500"/>
                  <a:gd name="csX7" fmla="*/ 9545 w 63500"/>
                  <a:gd name="csY7" fmla="*/ 54298 h 63500"/>
                  <a:gd name="csX8" fmla="*/ 31995 w 63500"/>
                  <a:gd name="csY8" fmla="*/ 6359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95" y="63597"/>
                    </a:moveTo>
                    <a:cubicBezTo>
                      <a:pt x="40416" y="63597"/>
                      <a:pt x="48492" y="60252"/>
                      <a:pt x="54446" y="54298"/>
                    </a:cubicBezTo>
                    <a:cubicBezTo>
                      <a:pt x="60400" y="48344"/>
                      <a:pt x="63745" y="40267"/>
                      <a:pt x="63745" y="31847"/>
                    </a:cubicBezTo>
                    <a:cubicBezTo>
                      <a:pt x="63745" y="23427"/>
                      <a:pt x="60400" y="15350"/>
                      <a:pt x="54446" y="9396"/>
                    </a:cubicBezTo>
                    <a:cubicBezTo>
                      <a:pt x="48492" y="3442"/>
                      <a:pt x="40416" y="97"/>
                      <a:pt x="31995" y="97"/>
                    </a:cubicBezTo>
                    <a:cubicBezTo>
                      <a:pt x="23575" y="97"/>
                      <a:pt x="15499" y="3442"/>
                      <a:pt x="9545" y="9396"/>
                    </a:cubicBezTo>
                    <a:cubicBezTo>
                      <a:pt x="3591" y="15350"/>
                      <a:pt x="245" y="23427"/>
                      <a:pt x="245" y="31847"/>
                    </a:cubicBezTo>
                    <a:cubicBezTo>
                      <a:pt x="245" y="40267"/>
                      <a:pt x="3591" y="48344"/>
                      <a:pt x="9545" y="54298"/>
                    </a:cubicBezTo>
                    <a:cubicBezTo>
                      <a:pt x="15499" y="60252"/>
                      <a:pt x="23575" y="63597"/>
                      <a:pt x="31995" y="63597"/>
                    </a:cubicBezTo>
                    <a:close/>
                  </a:path>
                </a:pathLst>
              </a:custGeom>
              <a:solidFill>
                <a:srgbClr val="67B57B"/>
              </a:solidFill>
              <a:ln w="3175" cap="flat">
                <a:solidFill>
                  <a:srgbClr val="FFFFFF"/>
                </a:solidFill>
                <a:prstDash val="solid"/>
                <a:round/>
              </a:ln>
            </p:spPr>
            <p:txBody>
              <a:bodyPr/>
              <a:lstStyle/>
              <a:p>
                <a:endParaRPr lang="en-US"/>
              </a:p>
            </p:txBody>
          </p:sp>
          <p:sp>
            <p:nvSpPr>
              <p:cNvPr id="4017" name="Freeform: Shape 4016">
                <a:extLst>
                  <a:ext uri="{FF2B5EF4-FFF2-40B4-BE49-F238E27FC236}">
                    <a16:creationId xmlns:a16="http://schemas.microsoft.com/office/drawing/2014/main" id="{393BBB89-E69D-F31D-7FD6-2C62DD24828E}"/>
                  </a:ext>
                </a:extLst>
              </p:cNvPr>
              <p:cNvSpPr/>
              <p:nvPr/>
            </p:nvSpPr>
            <p:spPr>
              <a:xfrm>
                <a:off x="5395997" y="1920841"/>
                <a:ext cx="63500" cy="63500"/>
              </a:xfrm>
              <a:custGeom>
                <a:avLst/>
                <a:gdLst>
                  <a:gd name="csX0" fmla="*/ 31997 w 63500"/>
                  <a:gd name="csY0" fmla="*/ 63595 h 63500"/>
                  <a:gd name="csX1" fmla="*/ 54448 w 63500"/>
                  <a:gd name="csY1" fmla="*/ 54296 h 63500"/>
                  <a:gd name="csX2" fmla="*/ 63747 w 63500"/>
                  <a:gd name="csY2" fmla="*/ 31845 h 63500"/>
                  <a:gd name="csX3" fmla="*/ 54448 w 63500"/>
                  <a:gd name="csY3" fmla="*/ 9395 h 63500"/>
                  <a:gd name="csX4" fmla="*/ 31997 w 63500"/>
                  <a:gd name="csY4" fmla="*/ 95 h 63500"/>
                  <a:gd name="csX5" fmla="*/ 9547 w 63500"/>
                  <a:gd name="csY5" fmla="*/ 9395 h 63500"/>
                  <a:gd name="csX6" fmla="*/ 247 w 63500"/>
                  <a:gd name="csY6" fmla="*/ 31845 h 63500"/>
                  <a:gd name="csX7" fmla="*/ 9547 w 63500"/>
                  <a:gd name="csY7" fmla="*/ 54296 h 63500"/>
                  <a:gd name="csX8" fmla="*/ 31997 w 63500"/>
                  <a:gd name="csY8" fmla="*/ 6359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97" y="63595"/>
                    </a:moveTo>
                    <a:cubicBezTo>
                      <a:pt x="40418" y="63595"/>
                      <a:pt x="48494" y="60250"/>
                      <a:pt x="54448" y="54296"/>
                    </a:cubicBezTo>
                    <a:cubicBezTo>
                      <a:pt x="60402" y="48342"/>
                      <a:pt x="63747" y="40265"/>
                      <a:pt x="63747" y="31845"/>
                    </a:cubicBezTo>
                    <a:cubicBezTo>
                      <a:pt x="63747" y="23425"/>
                      <a:pt x="60402" y="15349"/>
                      <a:pt x="54448" y="9395"/>
                    </a:cubicBezTo>
                    <a:cubicBezTo>
                      <a:pt x="48494" y="3441"/>
                      <a:pt x="40418" y="95"/>
                      <a:pt x="31997" y="95"/>
                    </a:cubicBezTo>
                    <a:cubicBezTo>
                      <a:pt x="23577" y="95"/>
                      <a:pt x="15501" y="3441"/>
                      <a:pt x="9547" y="9395"/>
                    </a:cubicBezTo>
                    <a:cubicBezTo>
                      <a:pt x="3593" y="15349"/>
                      <a:pt x="247" y="23425"/>
                      <a:pt x="247" y="31845"/>
                    </a:cubicBezTo>
                    <a:cubicBezTo>
                      <a:pt x="247" y="40265"/>
                      <a:pt x="3593" y="48342"/>
                      <a:pt x="9547" y="54296"/>
                    </a:cubicBezTo>
                    <a:cubicBezTo>
                      <a:pt x="15501" y="60250"/>
                      <a:pt x="23577" y="63595"/>
                      <a:pt x="31997" y="63595"/>
                    </a:cubicBezTo>
                    <a:close/>
                  </a:path>
                </a:pathLst>
              </a:custGeom>
              <a:solidFill>
                <a:srgbClr val="67B57B"/>
              </a:solidFill>
              <a:ln w="3175" cap="flat">
                <a:solidFill>
                  <a:srgbClr val="FFFFFF"/>
                </a:solidFill>
                <a:prstDash val="solid"/>
                <a:round/>
              </a:ln>
            </p:spPr>
            <p:txBody>
              <a:bodyPr/>
              <a:lstStyle/>
              <a:p>
                <a:endParaRPr lang="en-US"/>
              </a:p>
            </p:txBody>
          </p:sp>
          <p:sp>
            <p:nvSpPr>
              <p:cNvPr id="4018" name="Freeform: Shape 4017">
                <a:extLst>
                  <a:ext uri="{FF2B5EF4-FFF2-40B4-BE49-F238E27FC236}">
                    <a16:creationId xmlns:a16="http://schemas.microsoft.com/office/drawing/2014/main" id="{D1CA6BA9-8003-7974-644B-C4DB6E7EE42D}"/>
                  </a:ext>
                </a:extLst>
              </p:cNvPr>
              <p:cNvSpPr/>
              <p:nvPr/>
            </p:nvSpPr>
            <p:spPr>
              <a:xfrm>
                <a:off x="5419294" y="1898924"/>
                <a:ext cx="63500" cy="63500"/>
              </a:xfrm>
              <a:custGeom>
                <a:avLst/>
                <a:gdLst>
                  <a:gd name="csX0" fmla="*/ 31999 w 63500"/>
                  <a:gd name="csY0" fmla="*/ 63594 h 63500"/>
                  <a:gd name="csX1" fmla="*/ 54450 w 63500"/>
                  <a:gd name="csY1" fmla="*/ 54294 h 63500"/>
                  <a:gd name="csX2" fmla="*/ 63749 w 63500"/>
                  <a:gd name="csY2" fmla="*/ 31844 h 63500"/>
                  <a:gd name="csX3" fmla="*/ 54450 w 63500"/>
                  <a:gd name="csY3" fmla="*/ 9393 h 63500"/>
                  <a:gd name="csX4" fmla="*/ 31999 w 63500"/>
                  <a:gd name="csY4" fmla="*/ 94 h 63500"/>
                  <a:gd name="csX5" fmla="*/ 9549 w 63500"/>
                  <a:gd name="csY5" fmla="*/ 9393 h 63500"/>
                  <a:gd name="csX6" fmla="*/ 249 w 63500"/>
                  <a:gd name="csY6" fmla="*/ 31844 h 63500"/>
                  <a:gd name="csX7" fmla="*/ 9549 w 63500"/>
                  <a:gd name="csY7" fmla="*/ 54294 h 63500"/>
                  <a:gd name="csX8" fmla="*/ 31999 w 63500"/>
                  <a:gd name="csY8" fmla="*/ 6359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99" y="63594"/>
                    </a:moveTo>
                    <a:cubicBezTo>
                      <a:pt x="40419" y="63594"/>
                      <a:pt x="48496" y="60248"/>
                      <a:pt x="54450" y="54294"/>
                    </a:cubicBezTo>
                    <a:cubicBezTo>
                      <a:pt x="60404" y="48340"/>
                      <a:pt x="63749" y="40264"/>
                      <a:pt x="63749" y="31844"/>
                    </a:cubicBezTo>
                    <a:cubicBezTo>
                      <a:pt x="63749" y="23423"/>
                      <a:pt x="60404" y="15347"/>
                      <a:pt x="54450" y="9393"/>
                    </a:cubicBezTo>
                    <a:cubicBezTo>
                      <a:pt x="48496" y="3439"/>
                      <a:pt x="40419" y="94"/>
                      <a:pt x="31999" y="94"/>
                    </a:cubicBezTo>
                    <a:cubicBezTo>
                      <a:pt x="23579" y="94"/>
                      <a:pt x="15503" y="3439"/>
                      <a:pt x="9549" y="9393"/>
                    </a:cubicBezTo>
                    <a:cubicBezTo>
                      <a:pt x="3595" y="15347"/>
                      <a:pt x="249" y="23423"/>
                      <a:pt x="249" y="31844"/>
                    </a:cubicBezTo>
                    <a:cubicBezTo>
                      <a:pt x="249" y="40264"/>
                      <a:pt x="3595" y="48340"/>
                      <a:pt x="9549" y="54294"/>
                    </a:cubicBezTo>
                    <a:cubicBezTo>
                      <a:pt x="15503" y="60248"/>
                      <a:pt x="23579" y="63594"/>
                      <a:pt x="31999" y="63594"/>
                    </a:cubicBezTo>
                    <a:close/>
                  </a:path>
                </a:pathLst>
              </a:custGeom>
              <a:solidFill>
                <a:srgbClr val="67B57B"/>
              </a:solidFill>
              <a:ln w="3175" cap="flat">
                <a:solidFill>
                  <a:srgbClr val="FFFFFF"/>
                </a:solidFill>
                <a:prstDash val="solid"/>
                <a:round/>
              </a:ln>
            </p:spPr>
            <p:txBody>
              <a:bodyPr/>
              <a:lstStyle/>
              <a:p>
                <a:endParaRPr lang="en-US"/>
              </a:p>
            </p:txBody>
          </p:sp>
          <p:sp>
            <p:nvSpPr>
              <p:cNvPr id="4019" name="Freeform: Shape 4018">
                <a:extLst>
                  <a:ext uri="{FF2B5EF4-FFF2-40B4-BE49-F238E27FC236}">
                    <a16:creationId xmlns:a16="http://schemas.microsoft.com/office/drawing/2014/main" id="{F3D1E1E9-6D92-3D85-6251-37174C369FE9}"/>
                  </a:ext>
                </a:extLst>
              </p:cNvPr>
              <p:cNvSpPr/>
              <p:nvPr/>
            </p:nvSpPr>
            <p:spPr>
              <a:xfrm>
                <a:off x="5463847" y="1877008"/>
                <a:ext cx="63500" cy="63500"/>
              </a:xfrm>
              <a:custGeom>
                <a:avLst/>
                <a:gdLst>
                  <a:gd name="csX0" fmla="*/ 32003 w 63500"/>
                  <a:gd name="csY0" fmla="*/ 63592 h 63500"/>
                  <a:gd name="csX1" fmla="*/ 54453 w 63500"/>
                  <a:gd name="csY1" fmla="*/ 54292 h 63500"/>
                  <a:gd name="csX2" fmla="*/ 63753 w 63500"/>
                  <a:gd name="csY2" fmla="*/ 31842 h 63500"/>
                  <a:gd name="csX3" fmla="*/ 54453 w 63500"/>
                  <a:gd name="csY3" fmla="*/ 9391 h 63500"/>
                  <a:gd name="csX4" fmla="*/ 32003 w 63500"/>
                  <a:gd name="csY4" fmla="*/ 92 h 63500"/>
                  <a:gd name="csX5" fmla="*/ 9552 w 63500"/>
                  <a:gd name="csY5" fmla="*/ 9391 h 63500"/>
                  <a:gd name="csX6" fmla="*/ 253 w 63500"/>
                  <a:gd name="csY6" fmla="*/ 31842 h 63500"/>
                  <a:gd name="csX7" fmla="*/ 9552 w 63500"/>
                  <a:gd name="csY7" fmla="*/ 54292 h 63500"/>
                  <a:gd name="csX8" fmla="*/ 32003 w 63500"/>
                  <a:gd name="csY8" fmla="*/ 6359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03" y="63592"/>
                    </a:moveTo>
                    <a:cubicBezTo>
                      <a:pt x="40423" y="63592"/>
                      <a:pt x="48499" y="60246"/>
                      <a:pt x="54453" y="54292"/>
                    </a:cubicBezTo>
                    <a:cubicBezTo>
                      <a:pt x="60407" y="48338"/>
                      <a:pt x="63753" y="40262"/>
                      <a:pt x="63753" y="31842"/>
                    </a:cubicBezTo>
                    <a:cubicBezTo>
                      <a:pt x="63753" y="23422"/>
                      <a:pt x="60407" y="15345"/>
                      <a:pt x="54453" y="9391"/>
                    </a:cubicBezTo>
                    <a:cubicBezTo>
                      <a:pt x="48499" y="3437"/>
                      <a:pt x="40423" y="92"/>
                      <a:pt x="32003" y="92"/>
                    </a:cubicBezTo>
                    <a:cubicBezTo>
                      <a:pt x="23583" y="92"/>
                      <a:pt x="15506" y="3437"/>
                      <a:pt x="9552" y="9391"/>
                    </a:cubicBezTo>
                    <a:cubicBezTo>
                      <a:pt x="3598" y="15345"/>
                      <a:pt x="253" y="23422"/>
                      <a:pt x="253" y="31842"/>
                    </a:cubicBezTo>
                    <a:cubicBezTo>
                      <a:pt x="253" y="40262"/>
                      <a:pt x="3598" y="48338"/>
                      <a:pt x="9552" y="54292"/>
                    </a:cubicBezTo>
                    <a:cubicBezTo>
                      <a:pt x="15506" y="60246"/>
                      <a:pt x="23583" y="63592"/>
                      <a:pt x="32003" y="63592"/>
                    </a:cubicBezTo>
                    <a:close/>
                  </a:path>
                </a:pathLst>
              </a:custGeom>
              <a:solidFill>
                <a:srgbClr val="67B57B"/>
              </a:solidFill>
              <a:ln w="3175" cap="flat">
                <a:solidFill>
                  <a:srgbClr val="FFFFFF"/>
                </a:solidFill>
                <a:prstDash val="solid"/>
                <a:round/>
              </a:ln>
            </p:spPr>
            <p:txBody>
              <a:bodyPr/>
              <a:lstStyle/>
              <a:p>
                <a:endParaRPr lang="en-US"/>
              </a:p>
            </p:txBody>
          </p:sp>
          <p:sp>
            <p:nvSpPr>
              <p:cNvPr id="4020" name="Freeform: Shape 4019">
                <a:extLst>
                  <a:ext uri="{FF2B5EF4-FFF2-40B4-BE49-F238E27FC236}">
                    <a16:creationId xmlns:a16="http://schemas.microsoft.com/office/drawing/2014/main" id="{AC6655D1-B377-5741-7FCA-C7020A2CD599}"/>
                  </a:ext>
                </a:extLst>
              </p:cNvPr>
              <p:cNvSpPr/>
              <p:nvPr/>
            </p:nvSpPr>
            <p:spPr>
              <a:xfrm>
                <a:off x="5491404" y="1855091"/>
                <a:ext cx="63500" cy="63500"/>
              </a:xfrm>
              <a:custGeom>
                <a:avLst/>
                <a:gdLst>
                  <a:gd name="csX0" fmla="*/ 32005 w 63500"/>
                  <a:gd name="csY0" fmla="*/ 63590 h 63500"/>
                  <a:gd name="csX1" fmla="*/ 54456 w 63500"/>
                  <a:gd name="csY1" fmla="*/ 54291 h 63500"/>
                  <a:gd name="csX2" fmla="*/ 63755 w 63500"/>
                  <a:gd name="csY2" fmla="*/ 31840 h 63500"/>
                  <a:gd name="csX3" fmla="*/ 54456 w 63500"/>
                  <a:gd name="csY3" fmla="*/ 9389 h 63500"/>
                  <a:gd name="csX4" fmla="*/ 32005 w 63500"/>
                  <a:gd name="csY4" fmla="*/ 90 h 63500"/>
                  <a:gd name="csX5" fmla="*/ 9554 w 63500"/>
                  <a:gd name="csY5" fmla="*/ 9389 h 63500"/>
                  <a:gd name="csX6" fmla="*/ 255 w 63500"/>
                  <a:gd name="csY6" fmla="*/ 31840 h 63500"/>
                  <a:gd name="csX7" fmla="*/ 9554 w 63500"/>
                  <a:gd name="csY7" fmla="*/ 54291 h 63500"/>
                  <a:gd name="csX8" fmla="*/ 32005 w 63500"/>
                  <a:gd name="csY8" fmla="*/ 6359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05" y="63590"/>
                    </a:moveTo>
                    <a:cubicBezTo>
                      <a:pt x="40425" y="63590"/>
                      <a:pt x="48502" y="60245"/>
                      <a:pt x="54456" y="54291"/>
                    </a:cubicBezTo>
                    <a:cubicBezTo>
                      <a:pt x="60410" y="48337"/>
                      <a:pt x="63755" y="40260"/>
                      <a:pt x="63755" y="31840"/>
                    </a:cubicBezTo>
                    <a:cubicBezTo>
                      <a:pt x="63755" y="23420"/>
                      <a:pt x="60410" y="15343"/>
                      <a:pt x="54456" y="9389"/>
                    </a:cubicBezTo>
                    <a:cubicBezTo>
                      <a:pt x="48502" y="3435"/>
                      <a:pt x="40425" y="90"/>
                      <a:pt x="32005" y="90"/>
                    </a:cubicBezTo>
                    <a:cubicBezTo>
                      <a:pt x="23585" y="90"/>
                      <a:pt x="15508" y="3435"/>
                      <a:pt x="9554" y="9389"/>
                    </a:cubicBezTo>
                    <a:cubicBezTo>
                      <a:pt x="3600" y="15343"/>
                      <a:pt x="255" y="23420"/>
                      <a:pt x="255" y="31840"/>
                    </a:cubicBezTo>
                    <a:cubicBezTo>
                      <a:pt x="255" y="40260"/>
                      <a:pt x="3600" y="48337"/>
                      <a:pt x="9554" y="54291"/>
                    </a:cubicBezTo>
                    <a:cubicBezTo>
                      <a:pt x="15508" y="60245"/>
                      <a:pt x="23585" y="63590"/>
                      <a:pt x="32005" y="63590"/>
                    </a:cubicBezTo>
                    <a:close/>
                  </a:path>
                </a:pathLst>
              </a:custGeom>
              <a:solidFill>
                <a:srgbClr val="67B57B"/>
              </a:solidFill>
              <a:ln w="3175" cap="flat">
                <a:solidFill>
                  <a:srgbClr val="FFFFFF"/>
                </a:solidFill>
                <a:prstDash val="solid"/>
                <a:round/>
              </a:ln>
            </p:spPr>
            <p:txBody>
              <a:bodyPr/>
              <a:lstStyle/>
              <a:p>
                <a:endParaRPr lang="en-US"/>
              </a:p>
            </p:txBody>
          </p:sp>
          <p:sp>
            <p:nvSpPr>
              <p:cNvPr id="4021" name="Freeform: Shape 4020">
                <a:extLst>
                  <a:ext uri="{FF2B5EF4-FFF2-40B4-BE49-F238E27FC236}">
                    <a16:creationId xmlns:a16="http://schemas.microsoft.com/office/drawing/2014/main" id="{4CE2ECFB-5FFA-6D75-F731-569DB0E15547}"/>
                  </a:ext>
                </a:extLst>
              </p:cNvPr>
              <p:cNvSpPr/>
              <p:nvPr/>
            </p:nvSpPr>
            <p:spPr>
              <a:xfrm>
                <a:off x="5509689" y="1833175"/>
                <a:ext cx="63500" cy="63500"/>
              </a:xfrm>
              <a:custGeom>
                <a:avLst/>
                <a:gdLst>
                  <a:gd name="csX0" fmla="*/ 32006 w 63500"/>
                  <a:gd name="csY0" fmla="*/ 63588 h 63500"/>
                  <a:gd name="csX1" fmla="*/ 54457 w 63500"/>
                  <a:gd name="csY1" fmla="*/ 54289 h 63500"/>
                  <a:gd name="csX2" fmla="*/ 63756 w 63500"/>
                  <a:gd name="csY2" fmla="*/ 31838 h 63500"/>
                  <a:gd name="csX3" fmla="*/ 54457 w 63500"/>
                  <a:gd name="csY3" fmla="*/ 9388 h 63500"/>
                  <a:gd name="csX4" fmla="*/ 32006 w 63500"/>
                  <a:gd name="csY4" fmla="*/ 88 h 63500"/>
                  <a:gd name="csX5" fmla="*/ 9556 w 63500"/>
                  <a:gd name="csY5" fmla="*/ 9388 h 63500"/>
                  <a:gd name="csX6" fmla="*/ 256 w 63500"/>
                  <a:gd name="csY6" fmla="*/ 31838 h 63500"/>
                  <a:gd name="csX7" fmla="*/ 9556 w 63500"/>
                  <a:gd name="csY7" fmla="*/ 54289 h 63500"/>
                  <a:gd name="csX8" fmla="*/ 32006 w 63500"/>
                  <a:gd name="csY8" fmla="*/ 6358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06" y="63588"/>
                    </a:moveTo>
                    <a:cubicBezTo>
                      <a:pt x="40427" y="63588"/>
                      <a:pt x="48503" y="60243"/>
                      <a:pt x="54457" y="54289"/>
                    </a:cubicBezTo>
                    <a:cubicBezTo>
                      <a:pt x="60411" y="48335"/>
                      <a:pt x="63756" y="40259"/>
                      <a:pt x="63756" y="31838"/>
                    </a:cubicBezTo>
                    <a:cubicBezTo>
                      <a:pt x="63756" y="23418"/>
                      <a:pt x="60411" y="15342"/>
                      <a:pt x="54457" y="9388"/>
                    </a:cubicBezTo>
                    <a:cubicBezTo>
                      <a:pt x="48503" y="3434"/>
                      <a:pt x="40427" y="88"/>
                      <a:pt x="32006" y="88"/>
                    </a:cubicBezTo>
                    <a:cubicBezTo>
                      <a:pt x="23586" y="88"/>
                      <a:pt x="15510" y="3434"/>
                      <a:pt x="9556" y="9388"/>
                    </a:cubicBezTo>
                    <a:cubicBezTo>
                      <a:pt x="3602" y="15342"/>
                      <a:pt x="256" y="23418"/>
                      <a:pt x="256" y="31838"/>
                    </a:cubicBezTo>
                    <a:cubicBezTo>
                      <a:pt x="256" y="40259"/>
                      <a:pt x="3602" y="48335"/>
                      <a:pt x="9556" y="54289"/>
                    </a:cubicBezTo>
                    <a:cubicBezTo>
                      <a:pt x="15510" y="60243"/>
                      <a:pt x="23586" y="63588"/>
                      <a:pt x="32006" y="63588"/>
                    </a:cubicBezTo>
                    <a:close/>
                  </a:path>
                </a:pathLst>
              </a:custGeom>
              <a:solidFill>
                <a:srgbClr val="67B57B"/>
              </a:solidFill>
              <a:ln w="3175" cap="flat">
                <a:solidFill>
                  <a:srgbClr val="FFFFFF"/>
                </a:solidFill>
                <a:prstDash val="solid"/>
                <a:round/>
              </a:ln>
            </p:spPr>
            <p:txBody>
              <a:bodyPr/>
              <a:lstStyle/>
              <a:p>
                <a:endParaRPr lang="en-US"/>
              </a:p>
            </p:txBody>
          </p:sp>
          <p:sp>
            <p:nvSpPr>
              <p:cNvPr id="4022" name="Freeform: Shape 4021">
                <a:extLst>
                  <a:ext uri="{FF2B5EF4-FFF2-40B4-BE49-F238E27FC236}">
                    <a16:creationId xmlns:a16="http://schemas.microsoft.com/office/drawing/2014/main" id="{3B653BAC-BEFA-8F8D-FDAC-B29121294094}"/>
                  </a:ext>
                </a:extLst>
              </p:cNvPr>
              <p:cNvSpPr/>
              <p:nvPr/>
            </p:nvSpPr>
            <p:spPr>
              <a:xfrm>
                <a:off x="5582342" y="1811258"/>
                <a:ext cx="63500" cy="63500"/>
              </a:xfrm>
              <a:custGeom>
                <a:avLst/>
                <a:gdLst>
                  <a:gd name="csX0" fmla="*/ 32012 w 63500"/>
                  <a:gd name="csY0" fmla="*/ 63587 h 63500"/>
                  <a:gd name="csX1" fmla="*/ 54463 w 63500"/>
                  <a:gd name="csY1" fmla="*/ 54287 h 63500"/>
                  <a:gd name="csX2" fmla="*/ 63762 w 63500"/>
                  <a:gd name="csY2" fmla="*/ 31837 h 63500"/>
                  <a:gd name="csX3" fmla="*/ 54463 w 63500"/>
                  <a:gd name="csY3" fmla="*/ 9386 h 63500"/>
                  <a:gd name="csX4" fmla="*/ 32012 w 63500"/>
                  <a:gd name="csY4" fmla="*/ 87 h 63500"/>
                  <a:gd name="csX5" fmla="*/ 9561 w 63500"/>
                  <a:gd name="csY5" fmla="*/ 9386 h 63500"/>
                  <a:gd name="csX6" fmla="*/ 262 w 63500"/>
                  <a:gd name="csY6" fmla="*/ 31837 h 63500"/>
                  <a:gd name="csX7" fmla="*/ 9561 w 63500"/>
                  <a:gd name="csY7" fmla="*/ 54287 h 63500"/>
                  <a:gd name="csX8" fmla="*/ 32012 w 63500"/>
                  <a:gd name="csY8" fmla="*/ 6358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12" y="63587"/>
                    </a:moveTo>
                    <a:cubicBezTo>
                      <a:pt x="40432" y="63587"/>
                      <a:pt x="48509" y="60241"/>
                      <a:pt x="54463" y="54287"/>
                    </a:cubicBezTo>
                    <a:cubicBezTo>
                      <a:pt x="60417" y="48333"/>
                      <a:pt x="63762" y="40257"/>
                      <a:pt x="63762" y="31837"/>
                    </a:cubicBezTo>
                    <a:cubicBezTo>
                      <a:pt x="63762" y="23416"/>
                      <a:pt x="60417" y="15340"/>
                      <a:pt x="54463" y="9386"/>
                    </a:cubicBezTo>
                    <a:cubicBezTo>
                      <a:pt x="48509" y="3432"/>
                      <a:pt x="40432" y="87"/>
                      <a:pt x="32012" y="87"/>
                    </a:cubicBezTo>
                    <a:cubicBezTo>
                      <a:pt x="23592" y="87"/>
                      <a:pt x="15515" y="3432"/>
                      <a:pt x="9561" y="9386"/>
                    </a:cubicBezTo>
                    <a:cubicBezTo>
                      <a:pt x="3607" y="15340"/>
                      <a:pt x="262" y="23416"/>
                      <a:pt x="262" y="31837"/>
                    </a:cubicBezTo>
                    <a:cubicBezTo>
                      <a:pt x="262" y="40257"/>
                      <a:pt x="3607" y="48333"/>
                      <a:pt x="9561" y="54287"/>
                    </a:cubicBezTo>
                    <a:cubicBezTo>
                      <a:pt x="15515" y="60241"/>
                      <a:pt x="23592" y="63587"/>
                      <a:pt x="32012" y="63587"/>
                    </a:cubicBezTo>
                    <a:close/>
                  </a:path>
                </a:pathLst>
              </a:custGeom>
              <a:solidFill>
                <a:srgbClr val="67B57B"/>
              </a:solidFill>
              <a:ln w="3175" cap="flat">
                <a:solidFill>
                  <a:srgbClr val="FFFFFF"/>
                </a:solidFill>
                <a:prstDash val="solid"/>
                <a:round/>
              </a:ln>
            </p:spPr>
            <p:txBody>
              <a:bodyPr/>
              <a:lstStyle/>
              <a:p>
                <a:endParaRPr lang="en-US"/>
              </a:p>
            </p:txBody>
          </p:sp>
          <p:sp>
            <p:nvSpPr>
              <p:cNvPr id="4023" name="Freeform: Shape 4022">
                <a:extLst>
                  <a:ext uri="{FF2B5EF4-FFF2-40B4-BE49-F238E27FC236}">
                    <a16:creationId xmlns:a16="http://schemas.microsoft.com/office/drawing/2014/main" id="{634E535B-DCAF-C01D-A8B7-425A6BC8B2E2}"/>
                  </a:ext>
                </a:extLst>
              </p:cNvPr>
              <p:cNvSpPr/>
              <p:nvPr/>
            </p:nvSpPr>
            <p:spPr>
              <a:xfrm>
                <a:off x="5595811" y="1789342"/>
                <a:ext cx="63500" cy="63500"/>
              </a:xfrm>
              <a:custGeom>
                <a:avLst/>
                <a:gdLst>
                  <a:gd name="csX0" fmla="*/ 32013 w 63500"/>
                  <a:gd name="csY0" fmla="*/ 63585 h 63500"/>
                  <a:gd name="csX1" fmla="*/ 54464 w 63500"/>
                  <a:gd name="csY1" fmla="*/ 54286 h 63500"/>
                  <a:gd name="csX2" fmla="*/ 63763 w 63500"/>
                  <a:gd name="csY2" fmla="*/ 31835 h 63500"/>
                  <a:gd name="csX3" fmla="*/ 54464 w 63500"/>
                  <a:gd name="csY3" fmla="*/ 9384 h 63500"/>
                  <a:gd name="csX4" fmla="*/ 32013 w 63500"/>
                  <a:gd name="csY4" fmla="*/ 85 h 63500"/>
                  <a:gd name="csX5" fmla="*/ 9562 w 63500"/>
                  <a:gd name="csY5" fmla="*/ 9384 h 63500"/>
                  <a:gd name="csX6" fmla="*/ 263 w 63500"/>
                  <a:gd name="csY6" fmla="*/ 31835 h 63500"/>
                  <a:gd name="csX7" fmla="*/ 9562 w 63500"/>
                  <a:gd name="csY7" fmla="*/ 54286 h 63500"/>
                  <a:gd name="csX8" fmla="*/ 32013 w 63500"/>
                  <a:gd name="csY8" fmla="*/ 6358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13" y="63585"/>
                    </a:moveTo>
                    <a:cubicBezTo>
                      <a:pt x="40433" y="63585"/>
                      <a:pt x="48510" y="60240"/>
                      <a:pt x="54464" y="54286"/>
                    </a:cubicBezTo>
                    <a:cubicBezTo>
                      <a:pt x="60418" y="48332"/>
                      <a:pt x="63763" y="40255"/>
                      <a:pt x="63763" y="31835"/>
                    </a:cubicBezTo>
                    <a:cubicBezTo>
                      <a:pt x="63763" y="23415"/>
                      <a:pt x="60418" y="15338"/>
                      <a:pt x="54464" y="9384"/>
                    </a:cubicBezTo>
                    <a:cubicBezTo>
                      <a:pt x="48510" y="3430"/>
                      <a:pt x="40433" y="85"/>
                      <a:pt x="32013" y="85"/>
                    </a:cubicBezTo>
                    <a:cubicBezTo>
                      <a:pt x="23593" y="85"/>
                      <a:pt x="15516" y="3430"/>
                      <a:pt x="9562" y="9384"/>
                    </a:cubicBezTo>
                    <a:cubicBezTo>
                      <a:pt x="3608" y="15338"/>
                      <a:pt x="263" y="23415"/>
                      <a:pt x="263" y="31835"/>
                    </a:cubicBezTo>
                    <a:cubicBezTo>
                      <a:pt x="263" y="40255"/>
                      <a:pt x="3608" y="48332"/>
                      <a:pt x="9562" y="54286"/>
                    </a:cubicBezTo>
                    <a:cubicBezTo>
                      <a:pt x="15516" y="60240"/>
                      <a:pt x="23593" y="63585"/>
                      <a:pt x="32013" y="63585"/>
                    </a:cubicBezTo>
                    <a:close/>
                  </a:path>
                </a:pathLst>
              </a:custGeom>
              <a:solidFill>
                <a:srgbClr val="67B57B"/>
              </a:solidFill>
              <a:ln w="3175" cap="flat">
                <a:solidFill>
                  <a:srgbClr val="FFFFFF"/>
                </a:solidFill>
                <a:prstDash val="solid"/>
                <a:round/>
              </a:ln>
            </p:spPr>
            <p:txBody>
              <a:bodyPr/>
              <a:lstStyle/>
              <a:p>
                <a:endParaRPr lang="en-US"/>
              </a:p>
            </p:txBody>
          </p:sp>
          <p:sp>
            <p:nvSpPr>
              <p:cNvPr id="4024" name="Freeform: Shape 4023">
                <a:extLst>
                  <a:ext uri="{FF2B5EF4-FFF2-40B4-BE49-F238E27FC236}">
                    <a16:creationId xmlns:a16="http://schemas.microsoft.com/office/drawing/2014/main" id="{75A67267-D1D5-DAE0-1F5A-8297B4A14D6B}"/>
                  </a:ext>
                </a:extLst>
              </p:cNvPr>
              <p:cNvSpPr/>
              <p:nvPr/>
            </p:nvSpPr>
            <p:spPr>
              <a:xfrm>
                <a:off x="5613460" y="1767426"/>
                <a:ext cx="63500" cy="63500"/>
              </a:xfrm>
              <a:custGeom>
                <a:avLst/>
                <a:gdLst>
                  <a:gd name="csX0" fmla="*/ 32015 w 63500"/>
                  <a:gd name="csY0" fmla="*/ 63583 h 63500"/>
                  <a:gd name="csX1" fmla="*/ 54465 w 63500"/>
                  <a:gd name="csY1" fmla="*/ 54284 h 63500"/>
                  <a:gd name="csX2" fmla="*/ 63765 w 63500"/>
                  <a:gd name="csY2" fmla="*/ 31833 h 63500"/>
                  <a:gd name="csX3" fmla="*/ 54465 w 63500"/>
                  <a:gd name="csY3" fmla="*/ 9383 h 63500"/>
                  <a:gd name="csX4" fmla="*/ 32015 w 63500"/>
                  <a:gd name="csY4" fmla="*/ 83 h 63500"/>
                  <a:gd name="csX5" fmla="*/ 9564 w 63500"/>
                  <a:gd name="csY5" fmla="*/ 9383 h 63500"/>
                  <a:gd name="csX6" fmla="*/ 265 w 63500"/>
                  <a:gd name="csY6" fmla="*/ 31833 h 63500"/>
                  <a:gd name="csX7" fmla="*/ 9564 w 63500"/>
                  <a:gd name="csY7" fmla="*/ 54284 h 63500"/>
                  <a:gd name="csX8" fmla="*/ 32015 w 63500"/>
                  <a:gd name="csY8" fmla="*/ 6358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15" y="63583"/>
                    </a:moveTo>
                    <a:cubicBezTo>
                      <a:pt x="40435" y="63583"/>
                      <a:pt x="48511" y="60238"/>
                      <a:pt x="54465" y="54284"/>
                    </a:cubicBezTo>
                    <a:cubicBezTo>
                      <a:pt x="60419" y="48330"/>
                      <a:pt x="63765" y="40253"/>
                      <a:pt x="63765" y="31833"/>
                    </a:cubicBezTo>
                    <a:cubicBezTo>
                      <a:pt x="63765" y="23413"/>
                      <a:pt x="60419" y="15337"/>
                      <a:pt x="54465" y="9383"/>
                    </a:cubicBezTo>
                    <a:cubicBezTo>
                      <a:pt x="48511" y="3429"/>
                      <a:pt x="40435" y="83"/>
                      <a:pt x="32015" y="83"/>
                    </a:cubicBezTo>
                    <a:cubicBezTo>
                      <a:pt x="23594" y="83"/>
                      <a:pt x="15518" y="3429"/>
                      <a:pt x="9564" y="9383"/>
                    </a:cubicBezTo>
                    <a:cubicBezTo>
                      <a:pt x="3610" y="15337"/>
                      <a:pt x="265" y="23413"/>
                      <a:pt x="265" y="31833"/>
                    </a:cubicBezTo>
                    <a:cubicBezTo>
                      <a:pt x="265" y="40253"/>
                      <a:pt x="3610" y="48330"/>
                      <a:pt x="9564" y="54284"/>
                    </a:cubicBezTo>
                    <a:cubicBezTo>
                      <a:pt x="15518" y="60238"/>
                      <a:pt x="23594" y="63583"/>
                      <a:pt x="32015" y="63583"/>
                    </a:cubicBezTo>
                    <a:close/>
                  </a:path>
                </a:pathLst>
              </a:custGeom>
              <a:solidFill>
                <a:srgbClr val="67B57B"/>
              </a:solidFill>
              <a:ln w="3175" cap="flat">
                <a:solidFill>
                  <a:srgbClr val="FFFFFF"/>
                </a:solidFill>
                <a:prstDash val="solid"/>
                <a:round/>
              </a:ln>
            </p:spPr>
            <p:txBody>
              <a:bodyPr/>
              <a:lstStyle/>
              <a:p>
                <a:endParaRPr lang="en-US"/>
              </a:p>
            </p:txBody>
          </p:sp>
          <p:sp>
            <p:nvSpPr>
              <p:cNvPr id="4025" name="Freeform: Shape 4024">
                <a:extLst>
                  <a:ext uri="{FF2B5EF4-FFF2-40B4-BE49-F238E27FC236}">
                    <a16:creationId xmlns:a16="http://schemas.microsoft.com/office/drawing/2014/main" id="{5C96F256-D142-7AAB-C201-BCFFEAD1271D}"/>
                  </a:ext>
                </a:extLst>
              </p:cNvPr>
              <p:cNvSpPr/>
              <p:nvPr/>
            </p:nvSpPr>
            <p:spPr>
              <a:xfrm>
                <a:off x="5631171" y="1745509"/>
                <a:ext cx="63500" cy="63500"/>
              </a:xfrm>
              <a:custGeom>
                <a:avLst/>
                <a:gdLst>
                  <a:gd name="csX0" fmla="*/ 32016 w 63500"/>
                  <a:gd name="csY0" fmla="*/ 63581 h 63500"/>
                  <a:gd name="csX1" fmla="*/ 54467 w 63500"/>
                  <a:gd name="csY1" fmla="*/ 54282 h 63500"/>
                  <a:gd name="csX2" fmla="*/ 63766 w 63500"/>
                  <a:gd name="csY2" fmla="*/ 31831 h 63500"/>
                  <a:gd name="csX3" fmla="*/ 54467 w 63500"/>
                  <a:gd name="csY3" fmla="*/ 9381 h 63500"/>
                  <a:gd name="csX4" fmla="*/ 32016 w 63500"/>
                  <a:gd name="csY4" fmla="*/ 81 h 63500"/>
                  <a:gd name="csX5" fmla="*/ 9565 w 63500"/>
                  <a:gd name="csY5" fmla="*/ 9381 h 63500"/>
                  <a:gd name="csX6" fmla="*/ 266 w 63500"/>
                  <a:gd name="csY6" fmla="*/ 31831 h 63500"/>
                  <a:gd name="csX7" fmla="*/ 9565 w 63500"/>
                  <a:gd name="csY7" fmla="*/ 54282 h 63500"/>
                  <a:gd name="csX8" fmla="*/ 32016 w 63500"/>
                  <a:gd name="csY8" fmla="*/ 6358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16" y="63581"/>
                    </a:moveTo>
                    <a:cubicBezTo>
                      <a:pt x="40436" y="63581"/>
                      <a:pt x="48513" y="60236"/>
                      <a:pt x="54467" y="54282"/>
                    </a:cubicBezTo>
                    <a:cubicBezTo>
                      <a:pt x="60421" y="48328"/>
                      <a:pt x="63766" y="40252"/>
                      <a:pt x="63766" y="31831"/>
                    </a:cubicBezTo>
                    <a:cubicBezTo>
                      <a:pt x="63766" y="23411"/>
                      <a:pt x="60421" y="15335"/>
                      <a:pt x="54467" y="9381"/>
                    </a:cubicBezTo>
                    <a:cubicBezTo>
                      <a:pt x="48513" y="3427"/>
                      <a:pt x="40436" y="81"/>
                      <a:pt x="32016" y="81"/>
                    </a:cubicBezTo>
                    <a:cubicBezTo>
                      <a:pt x="23596" y="81"/>
                      <a:pt x="15519" y="3427"/>
                      <a:pt x="9565" y="9381"/>
                    </a:cubicBezTo>
                    <a:cubicBezTo>
                      <a:pt x="3611" y="15335"/>
                      <a:pt x="266" y="23411"/>
                      <a:pt x="266" y="31831"/>
                    </a:cubicBezTo>
                    <a:cubicBezTo>
                      <a:pt x="266" y="40252"/>
                      <a:pt x="3611" y="48328"/>
                      <a:pt x="9565" y="54282"/>
                    </a:cubicBezTo>
                    <a:cubicBezTo>
                      <a:pt x="15519" y="60236"/>
                      <a:pt x="23596" y="63581"/>
                      <a:pt x="32016" y="63581"/>
                    </a:cubicBezTo>
                    <a:close/>
                  </a:path>
                </a:pathLst>
              </a:custGeom>
              <a:solidFill>
                <a:srgbClr val="67B57B"/>
              </a:solidFill>
              <a:ln w="3175" cap="flat">
                <a:solidFill>
                  <a:srgbClr val="FFFFFF"/>
                </a:solidFill>
                <a:prstDash val="solid"/>
                <a:round/>
              </a:ln>
            </p:spPr>
            <p:txBody>
              <a:bodyPr/>
              <a:lstStyle/>
              <a:p>
                <a:endParaRPr lang="en-US"/>
              </a:p>
            </p:txBody>
          </p:sp>
          <p:sp>
            <p:nvSpPr>
              <p:cNvPr id="4026" name="Freeform: Shape 4025">
                <a:extLst>
                  <a:ext uri="{FF2B5EF4-FFF2-40B4-BE49-F238E27FC236}">
                    <a16:creationId xmlns:a16="http://schemas.microsoft.com/office/drawing/2014/main" id="{2BC57790-396A-25EA-92C8-D44320B9515C}"/>
                  </a:ext>
                </a:extLst>
              </p:cNvPr>
              <p:cNvSpPr/>
              <p:nvPr/>
            </p:nvSpPr>
            <p:spPr>
              <a:xfrm>
                <a:off x="5675650" y="1723593"/>
                <a:ext cx="63500" cy="63500"/>
              </a:xfrm>
              <a:custGeom>
                <a:avLst/>
                <a:gdLst>
                  <a:gd name="csX0" fmla="*/ 32019 w 63500"/>
                  <a:gd name="csY0" fmla="*/ 63580 h 63500"/>
                  <a:gd name="csX1" fmla="*/ 54470 w 63500"/>
                  <a:gd name="csY1" fmla="*/ 54280 h 63500"/>
                  <a:gd name="csX2" fmla="*/ 63769 w 63500"/>
                  <a:gd name="csY2" fmla="*/ 31830 h 63500"/>
                  <a:gd name="csX3" fmla="*/ 54470 w 63500"/>
                  <a:gd name="csY3" fmla="*/ 9379 h 63500"/>
                  <a:gd name="csX4" fmla="*/ 32019 w 63500"/>
                  <a:gd name="csY4" fmla="*/ 80 h 63500"/>
                  <a:gd name="csX5" fmla="*/ 9569 w 63500"/>
                  <a:gd name="csY5" fmla="*/ 9379 h 63500"/>
                  <a:gd name="csX6" fmla="*/ 269 w 63500"/>
                  <a:gd name="csY6" fmla="*/ 31830 h 63500"/>
                  <a:gd name="csX7" fmla="*/ 9569 w 63500"/>
                  <a:gd name="csY7" fmla="*/ 54280 h 63500"/>
                  <a:gd name="csX8" fmla="*/ 32019 w 63500"/>
                  <a:gd name="csY8" fmla="*/ 6358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19" y="63580"/>
                    </a:moveTo>
                    <a:cubicBezTo>
                      <a:pt x="40440" y="63580"/>
                      <a:pt x="48516" y="60234"/>
                      <a:pt x="54470" y="54280"/>
                    </a:cubicBezTo>
                    <a:cubicBezTo>
                      <a:pt x="60424" y="48326"/>
                      <a:pt x="63769" y="40250"/>
                      <a:pt x="63769" y="31830"/>
                    </a:cubicBezTo>
                    <a:cubicBezTo>
                      <a:pt x="63769" y="23410"/>
                      <a:pt x="60424" y="15333"/>
                      <a:pt x="54470" y="9379"/>
                    </a:cubicBezTo>
                    <a:cubicBezTo>
                      <a:pt x="48516" y="3425"/>
                      <a:pt x="40440" y="80"/>
                      <a:pt x="32019" y="80"/>
                    </a:cubicBezTo>
                    <a:cubicBezTo>
                      <a:pt x="23599" y="80"/>
                      <a:pt x="15523" y="3425"/>
                      <a:pt x="9569" y="9379"/>
                    </a:cubicBezTo>
                    <a:cubicBezTo>
                      <a:pt x="3615" y="15333"/>
                      <a:pt x="269" y="23410"/>
                      <a:pt x="269" y="31830"/>
                    </a:cubicBezTo>
                    <a:cubicBezTo>
                      <a:pt x="269" y="40250"/>
                      <a:pt x="3615" y="48326"/>
                      <a:pt x="9569" y="54280"/>
                    </a:cubicBezTo>
                    <a:cubicBezTo>
                      <a:pt x="15523" y="60234"/>
                      <a:pt x="23599" y="63580"/>
                      <a:pt x="32019" y="63580"/>
                    </a:cubicBezTo>
                    <a:close/>
                  </a:path>
                </a:pathLst>
              </a:custGeom>
              <a:solidFill>
                <a:srgbClr val="67B57B"/>
              </a:solidFill>
              <a:ln w="3175" cap="flat">
                <a:solidFill>
                  <a:srgbClr val="FFFFFF"/>
                </a:solidFill>
                <a:prstDash val="solid"/>
                <a:round/>
              </a:ln>
            </p:spPr>
            <p:txBody>
              <a:bodyPr/>
              <a:lstStyle/>
              <a:p>
                <a:endParaRPr lang="en-US"/>
              </a:p>
            </p:txBody>
          </p:sp>
          <p:sp>
            <p:nvSpPr>
              <p:cNvPr id="4027" name="Freeform: Shape 4026">
                <a:extLst>
                  <a:ext uri="{FF2B5EF4-FFF2-40B4-BE49-F238E27FC236}">
                    <a16:creationId xmlns:a16="http://schemas.microsoft.com/office/drawing/2014/main" id="{ADFE2028-100F-C370-4E5B-BD9096315B13}"/>
                  </a:ext>
                </a:extLst>
              </p:cNvPr>
              <p:cNvSpPr/>
              <p:nvPr/>
            </p:nvSpPr>
            <p:spPr>
              <a:xfrm>
                <a:off x="5716816" y="1701676"/>
                <a:ext cx="63500" cy="63500"/>
              </a:xfrm>
              <a:custGeom>
                <a:avLst/>
                <a:gdLst>
                  <a:gd name="csX0" fmla="*/ 32023 w 63500"/>
                  <a:gd name="csY0" fmla="*/ 63578 h 63500"/>
                  <a:gd name="csX1" fmla="*/ 54473 w 63500"/>
                  <a:gd name="csY1" fmla="*/ 54279 h 63500"/>
                  <a:gd name="csX2" fmla="*/ 63773 w 63500"/>
                  <a:gd name="csY2" fmla="*/ 31828 h 63500"/>
                  <a:gd name="csX3" fmla="*/ 54473 w 63500"/>
                  <a:gd name="csY3" fmla="*/ 9377 h 63500"/>
                  <a:gd name="csX4" fmla="*/ 32023 w 63500"/>
                  <a:gd name="csY4" fmla="*/ 78 h 63500"/>
                  <a:gd name="csX5" fmla="*/ 9572 w 63500"/>
                  <a:gd name="csY5" fmla="*/ 9377 h 63500"/>
                  <a:gd name="csX6" fmla="*/ 273 w 63500"/>
                  <a:gd name="csY6" fmla="*/ 31828 h 63500"/>
                  <a:gd name="csX7" fmla="*/ 9572 w 63500"/>
                  <a:gd name="csY7" fmla="*/ 54279 h 63500"/>
                  <a:gd name="csX8" fmla="*/ 32023 w 63500"/>
                  <a:gd name="csY8" fmla="*/ 6357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23" y="63578"/>
                    </a:moveTo>
                    <a:cubicBezTo>
                      <a:pt x="40443" y="63578"/>
                      <a:pt x="48519" y="60233"/>
                      <a:pt x="54473" y="54279"/>
                    </a:cubicBezTo>
                    <a:cubicBezTo>
                      <a:pt x="60427" y="48325"/>
                      <a:pt x="63773" y="40248"/>
                      <a:pt x="63773" y="31828"/>
                    </a:cubicBezTo>
                    <a:cubicBezTo>
                      <a:pt x="63773" y="23408"/>
                      <a:pt x="60427" y="15331"/>
                      <a:pt x="54473" y="9377"/>
                    </a:cubicBezTo>
                    <a:cubicBezTo>
                      <a:pt x="48519" y="3423"/>
                      <a:pt x="40443" y="78"/>
                      <a:pt x="32023" y="78"/>
                    </a:cubicBezTo>
                    <a:cubicBezTo>
                      <a:pt x="23602" y="78"/>
                      <a:pt x="15526" y="3423"/>
                      <a:pt x="9572" y="9377"/>
                    </a:cubicBezTo>
                    <a:cubicBezTo>
                      <a:pt x="3618" y="15331"/>
                      <a:pt x="273" y="23408"/>
                      <a:pt x="273" y="31828"/>
                    </a:cubicBezTo>
                    <a:cubicBezTo>
                      <a:pt x="273" y="40248"/>
                      <a:pt x="3618" y="48325"/>
                      <a:pt x="9572" y="54279"/>
                    </a:cubicBezTo>
                    <a:cubicBezTo>
                      <a:pt x="15526" y="60233"/>
                      <a:pt x="23602" y="63578"/>
                      <a:pt x="32023" y="63578"/>
                    </a:cubicBezTo>
                    <a:close/>
                  </a:path>
                </a:pathLst>
              </a:custGeom>
              <a:solidFill>
                <a:srgbClr val="67B57B"/>
              </a:solidFill>
              <a:ln w="3175" cap="flat">
                <a:solidFill>
                  <a:srgbClr val="FFFFFF"/>
                </a:solidFill>
                <a:prstDash val="solid"/>
                <a:round/>
              </a:ln>
            </p:spPr>
            <p:txBody>
              <a:bodyPr/>
              <a:lstStyle/>
              <a:p>
                <a:endParaRPr lang="en-US"/>
              </a:p>
            </p:txBody>
          </p:sp>
          <p:sp>
            <p:nvSpPr>
              <p:cNvPr id="4028" name="Freeform: Shape 4027">
                <a:extLst>
                  <a:ext uri="{FF2B5EF4-FFF2-40B4-BE49-F238E27FC236}">
                    <a16:creationId xmlns:a16="http://schemas.microsoft.com/office/drawing/2014/main" id="{392D5B2A-B136-3E93-CD7E-266E606B94DE}"/>
                  </a:ext>
                </a:extLst>
              </p:cNvPr>
              <p:cNvSpPr/>
              <p:nvPr/>
            </p:nvSpPr>
            <p:spPr>
              <a:xfrm>
                <a:off x="5789782" y="1679760"/>
                <a:ext cx="63500" cy="63500"/>
              </a:xfrm>
              <a:custGeom>
                <a:avLst/>
                <a:gdLst>
                  <a:gd name="csX0" fmla="*/ 32028 w 63500"/>
                  <a:gd name="csY0" fmla="*/ 63576 h 63500"/>
                  <a:gd name="csX1" fmla="*/ 54479 w 63500"/>
                  <a:gd name="csY1" fmla="*/ 54277 h 63500"/>
                  <a:gd name="csX2" fmla="*/ 63778 w 63500"/>
                  <a:gd name="csY2" fmla="*/ 31826 h 63500"/>
                  <a:gd name="csX3" fmla="*/ 54479 w 63500"/>
                  <a:gd name="csY3" fmla="*/ 9376 h 63500"/>
                  <a:gd name="csX4" fmla="*/ 32028 w 63500"/>
                  <a:gd name="csY4" fmla="*/ 76 h 63500"/>
                  <a:gd name="csX5" fmla="*/ 9578 w 63500"/>
                  <a:gd name="csY5" fmla="*/ 9376 h 63500"/>
                  <a:gd name="csX6" fmla="*/ 278 w 63500"/>
                  <a:gd name="csY6" fmla="*/ 31826 h 63500"/>
                  <a:gd name="csX7" fmla="*/ 9578 w 63500"/>
                  <a:gd name="csY7" fmla="*/ 54277 h 63500"/>
                  <a:gd name="csX8" fmla="*/ 32028 w 63500"/>
                  <a:gd name="csY8" fmla="*/ 6357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28" y="63576"/>
                    </a:moveTo>
                    <a:cubicBezTo>
                      <a:pt x="40449" y="63576"/>
                      <a:pt x="48525" y="60231"/>
                      <a:pt x="54479" y="54277"/>
                    </a:cubicBezTo>
                    <a:cubicBezTo>
                      <a:pt x="60433" y="48323"/>
                      <a:pt x="63778" y="40246"/>
                      <a:pt x="63778" y="31826"/>
                    </a:cubicBezTo>
                    <a:cubicBezTo>
                      <a:pt x="63778" y="23406"/>
                      <a:pt x="60433" y="15330"/>
                      <a:pt x="54479" y="9376"/>
                    </a:cubicBezTo>
                    <a:cubicBezTo>
                      <a:pt x="48525" y="3422"/>
                      <a:pt x="40449" y="76"/>
                      <a:pt x="32028" y="76"/>
                    </a:cubicBezTo>
                    <a:cubicBezTo>
                      <a:pt x="23608" y="76"/>
                      <a:pt x="15532" y="3422"/>
                      <a:pt x="9578" y="9376"/>
                    </a:cubicBezTo>
                    <a:cubicBezTo>
                      <a:pt x="3624" y="15330"/>
                      <a:pt x="278" y="23406"/>
                      <a:pt x="278" y="31826"/>
                    </a:cubicBezTo>
                    <a:cubicBezTo>
                      <a:pt x="278" y="40246"/>
                      <a:pt x="3624" y="48323"/>
                      <a:pt x="9578" y="54277"/>
                    </a:cubicBezTo>
                    <a:cubicBezTo>
                      <a:pt x="15532" y="60231"/>
                      <a:pt x="23608" y="63576"/>
                      <a:pt x="32028" y="63576"/>
                    </a:cubicBezTo>
                    <a:close/>
                  </a:path>
                </a:pathLst>
              </a:custGeom>
              <a:solidFill>
                <a:srgbClr val="67B57B"/>
              </a:solidFill>
              <a:ln w="3175" cap="flat">
                <a:solidFill>
                  <a:srgbClr val="FFFFFF"/>
                </a:solidFill>
                <a:prstDash val="solid"/>
                <a:round/>
              </a:ln>
            </p:spPr>
            <p:txBody>
              <a:bodyPr/>
              <a:lstStyle/>
              <a:p>
                <a:endParaRPr lang="en-US"/>
              </a:p>
            </p:txBody>
          </p:sp>
          <p:sp>
            <p:nvSpPr>
              <p:cNvPr id="4029" name="Freeform: Shape 4028">
                <a:extLst>
                  <a:ext uri="{FF2B5EF4-FFF2-40B4-BE49-F238E27FC236}">
                    <a16:creationId xmlns:a16="http://schemas.microsoft.com/office/drawing/2014/main" id="{40E7DE27-B488-315E-2740-4DE12489947C}"/>
                  </a:ext>
                </a:extLst>
              </p:cNvPr>
              <p:cNvSpPr/>
              <p:nvPr/>
            </p:nvSpPr>
            <p:spPr>
              <a:xfrm>
                <a:off x="5804964" y="1657843"/>
                <a:ext cx="63500" cy="63500"/>
              </a:xfrm>
              <a:custGeom>
                <a:avLst/>
                <a:gdLst>
                  <a:gd name="csX0" fmla="*/ 32030 w 63500"/>
                  <a:gd name="csY0" fmla="*/ 63575 h 63500"/>
                  <a:gd name="csX1" fmla="*/ 54480 w 63500"/>
                  <a:gd name="csY1" fmla="*/ 54275 h 63500"/>
                  <a:gd name="csX2" fmla="*/ 63780 w 63500"/>
                  <a:gd name="csY2" fmla="*/ 31825 h 63500"/>
                  <a:gd name="csX3" fmla="*/ 54480 w 63500"/>
                  <a:gd name="csY3" fmla="*/ 9374 h 63500"/>
                  <a:gd name="csX4" fmla="*/ 32030 w 63500"/>
                  <a:gd name="csY4" fmla="*/ 75 h 63500"/>
                  <a:gd name="csX5" fmla="*/ 9579 w 63500"/>
                  <a:gd name="csY5" fmla="*/ 9374 h 63500"/>
                  <a:gd name="csX6" fmla="*/ 280 w 63500"/>
                  <a:gd name="csY6" fmla="*/ 31825 h 63500"/>
                  <a:gd name="csX7" fmla="*/ 9579 w 63500"/>
                  <a:gd name="csY7" fmla="*/ 54275 h 63500"/>
                  <a:gd name="csX8" fmla="*/ 32030 w 63500"/>
                  <a:gd name="csY8" fmla="*/ 6357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30" y="63575"/>
                    </a:moveTo>
                    <a:cubicBezTo>
                      <a:pt x="40450" y="63575"/>
                      <a:pt x="48526" y="60229"/>
                      <a:pt x="54480" y="54275"/>
                    </a:cubicBezTo>
                    <a:cubicBezTo>
                      <a:pt x="60434" y="48321"/>
                      <a:pt x="63780" y="40245"/>
                      <a:pt x="63780" y="31825"/>
                    </a:cubicBezTo>
                    <a:cubicBezTo>
                      <a:pt x="63780" y="23404"/>
                      <a:pt x="60434" y="15328"/>
                      <a:pt x="54480" y="9374"/>
                    </a:cubicBezTo>
                    <a:cubicBezTo>
                      <a:pt x="48526" y="3420"/>
                      <a:pt x="40450" y="75"/>
                      <a:pt x="32030" y="75"/>
                    </a:cubicBezTo>
                    <a:cubicBezTo>
                      <a:pt x="23609" y="75"/>
                      <a:pt x="15533" y="3420"/>
                      <a:pt x="9579" y="9374"/>
                    </a:cubicBezTo>
                    <a:cubicBezTo>
                      <a:pt x="3625" y="15328"/>
                      <a:pt x="280" y="23404"/>
                      <a:pt x="280" y="31825"/>
                    </a:cubicBezTo>
                    <a:cubicBezTo>
                      <a:pt x="280" y="40245"/>
                      <a:pt x="3625" y="48321"/>
                      <a:pt x="9579" y="54275"/>
                    </a:cubicBezTo>
                    <a:cubicBezTo>
                      <a:pt x="15533" y="60229"/>
                      <a:pt x="23609" y="63575"/>
                      <a:pt x="32030" y="63575"/>
                    </a:cubicBezTo>
                    <a:close/>
                  </a:path>
                </a:pathLst>
              </a:custGeom>
              <a:solidFill>
                <a:srgbClr val="67B57B"/>
              </a:solidFill>
              <a:ln w="3175" cap="flat">
                <a:solidFill>
                  <a:srgbClr val="FFFFFF"/>
                </a:solidFill>
                <a:prstDash val="solid"/>
                <a:round/>
              </a:ln>
            </p:spPr>
            <p:txBody>
              <a:bodyPr/>
              <a:lstStyle/>
              <a:p>
                <a:endParaRPr lang="en-US"/>
              </a:p>
            </p:txBody>
          </p:sp>
          <p:sp>
            <p:nvSpPr>
              <p:cNvPr id="4030" name="Freeform: Shape 4029">
                <a:extLst>
                  <a:ext uri="{FF2B5EF4-FFF2-40B4-BE49-F238E27FC236}">
                    <a16:creationId xmlns:a16="http://schemas.microsoft.com/office/drawing/2014/main" id="{AA175E0D-576C-EF90-5E9C-4DD55B8D55A4}"/>
                  </a:ext>
                </a:extLst>
              </p:cNvPr>
              <p:cNvSpPr/>
              <p:nvPr/>
            </p:nvSpPr>
            <p:spPr>
              <a:xfrm>
                <a:off x="5832779" y="1635927"/>
                <a:ext cx="63500" cy="63500"/>
              </a:xfrm>
              <a:custGeom>
                <a:avLst/>
                <a:gdLst>
                  <a:gd name="csX0" fmla="*/ 32032 w 63500"/>
                  <a:gd name="csY0" fmla="*/ 63573 h 63500"/>
                  <a:gd name="csX1" fmla="*/ 54482 w 63500"/>
                  <a:gd name="csY1" fmla="*/ 54273 h 63500"/>
                  <a:gd name="csX2" fmla="*/ 63782 w 63500"/>
                  <a:gd name="csY2" fmla="*/ 31823 h 63500"/>
                  <a:gd name="csX3" fmla="*/ 54482 w 63500"/>
                  <a:gd name="csY3" fmla="*/ 9372 h 63500"/>
                  <a:gd name="csX4" fmla="*/ 32032 w 63500"/>
                  <a:gd name="csY4" fmla="*/ 73 h 63500"/>
                  <a:gd name="csX5" fmla="*/ 9581 w 63500"/>
                  <a:gd name="csY5" fmla="*/ 9372 h 63500"/>
                  <a:gd name="csX6" fmla="*/ 282 w 63500"/>
                  <a:gd name="csY6" fmla="*/ 31823 h 63500"/>
                  <a:gd name="csX7" fmla="*/ 9581 w 63500"/>
                  <a:gd name="csY7" fmla="*/ 54273 h 63500"/>
                  <a:gd name="csX8" fmla="*/ 32032 w 63500"/>
                  <a:gd name="csY8" fmla="*/ 6357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32" y="63573"/>
                    </a:moveTo>
                    <a:cubicBezTo>
                      <a:pt x="40452" y="63573"/>
                      <a:pt x="48528" y="60227"/>
                      <a:pt x="54482" y="54273"/>
                    </a:cubicBezTo>
                    <a:cubicBezTo>
                      <a:pt x="60436" y="48319"/>
                      <a:pt x="63782" y="40243"/>
                      <a:pt x="63782" y="31823"/>
                    </a:cubicBezTo>
                    <a:cubicBezTo>
                      <a:pt x="63782" y="23403"/>
                      <a:pt x="60436" y="15326"/>
                      <a:pt x="54482" y="9372"/>
                    </a:cubicBezTo>
                    <a:cubicBezTo>
                      <a:pt x="48528" y="3418"/>
                      <a:pt x="40452" y="73"/>
                      <a:pt x="32032" y="73"/>
                    </a:cubicBezTo>
                    <a:cubicBezTo>
                      <a:pt x="23612" y="73"/>
                      <a:pt x="15535" y="3418"/>
                      <a:pt x="9581" y="9372"/>
                    </a:cubicBezTo>
                    <a:cubicBezTo>
                      <a:pt x="3627" y="15326"/>
                      <a:pt x="282" y="23403"/>
                      <a:pt x="282" y="31823"/>
                    </a:cubicBezTo>
                    <a:cubicBezTo>
                      <a:pt x="282" y="40243"/>
                      <a:pt x="3627" y="48319"/>
                      <a:pt x="9581" y="54273"/>
                    </a:cubicBezTo>
                    <a:cubicBezTo>
                      <a:pt x="15535" y="60227"/>
                      <a:pt x="23612" y="63573"/>
                      <a:pt x="32032" y="63573"/>
                    </a:cubicBezTo>
                    <a:close/>
                  </a:path>
                </a:pathLst>
              </a:custGeom>
              <a:solidFill>
                <a:srgbClr val="67B57B"/>
              </a:solidFill>
              <a:ln w="3175" cap="flat">
                <a:solidFill>
                  <a:srgbClr val="FFFFFF"/>
                </a:solidFill>
                <a:prstDash val="solid"/>
                <a:round/>
              </a:ln>
            </p:spPr>
            <p:txBody>
              <a:bodyPr/>
              <a:lstStyle/>
              <a:p>
                <a:endParaRPr lang="en-US"/>
              </a:p>
            </p:txBody>
          </p:sp>
          <p:sp>
            <p:nvSpPr>
              <p:cNvPr id="4031" name="Freeform: Shape 4030">
                <a:extLst>
                  <a:ext uri="{FF2B5EF4-FFF2-40B4-BE49-F238E27FC236}">
                    <a16:creationId xmlns:a16="http://schemas.microsoft.com/office/drawing/2014/main" id="{A51D159C-9586-02C7-BCFE-E83A256D1FF2}"/>
                  </a:ext>
                </a:extLst>
              </p:cNvPr>
              <p:cNvSpPr/>
              <p:nvPr/>
            </p:nvSpPr>
            <p:spPr>
              <a:xfrm>
                <a:off x="5852822" y="1614010"/>
                <a:ext cx="63500" cy="63500"/>
              </a:xfrm>
              <a:custGeom>
                <a:avLst/>
                <a:gdLst>
                  <a:gd name="csX0" fmla="*/ 32033 w 63500"/>
                  <a:gd name="csY0" fmla="*/ 63571 h 63500"/>
                  <a:gd name="csX1" fmla="*/ 54484 w 63500"/>
                  <a:gd name="csY1" fmla="*/ 54272 h 63500"/>
                  <a:gd name="csX2" fmla="*/ 63783 w 63500"/>
                  <a:gd name="csY2" fmla="*/ 31821 h 63500"/>
                  <a:gd name="csX3" fmla="*/ 54484 w 63500"/>
                  <a:gd name="csY3" fmla="*/ 9370 h 63500"/>
                  <a:gd name="csX4" fmla="*/ 32033 w 63500"/>
                  <a:gd name="csY4" fmla="*/ 71 h 63500"/>
                  <a:gd name="csX5" fmla="*/ 9583 w 63500"/>
                  <a:gd name="csY5" fmla="*/ 9370 h 63500"/>
                  <a:gd name="csX6" fmla="*/ 283 w 63500"/>
                  <a:gd name="csY6" fmla="*/ 31821 h 63500"/>
                  <a:gd name="csX7" fmla="*/ 9583 w 63500"/>
                  <a:gd name="csY7" fmla="*/ 54272 h 63500"/>
                  <a:gd name="csX8" fmla="*/ 32033 w 63500"/>
                  <a:gd name="csY8" fmla="*/ 6357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33" y="63571"/>
                    </a:moveTo>
                    <a:cubicBezTo>
                      <a:pt x="40454" y="63571"/>
                      <a:pt x="48530" y="60226"/>
                      <a:pt x="54484" y="54272"/>
                    </a:cubicBezTo>
                    <a:cubicBezTo>
                      <a:pt x="60438" y="48318"/>
                      <a:pt x="63783" y="40241"/>
                      <a:pt x="63783" y="31821"/>
                    </a:cubicBezTo>
                    <a:cubicBezTo>
                      <a:pt x="63783" y="23401"/>
                      <a:pt x="60438" y="15324"/>
                      <a:pt x="54484" y="9370"/>
                    </a:cubicBezTo>
                    <a:cubicBezTo>
                      <a:pt x="48530" y="3416"/>
                      <a:pt x="40454" y="71"/>
                      <a:pt x="32033" y="71"/>
                    </a:cubicBezTo>
                    <a:cubicBezTo>
                      <a:pt x="23613" y="71"/>
                      <a:pt x="15537" y="3416"/>
                      <a:pt x="9583" y="9370"/>
                    </a:cubicBezTo>
                    <a:cubicBezTo>
                      <a:pt x="3629" y="15324"/>
                      <a:pt x="283" y="23401"/>
                      <a:pt x="283" y="31821"/>
                    </a:cubicBezTo>
                    <a:cubicBezTo>
                      <a:pt x="283" y="40241"/>
                      <a:pt x="3629" y="48318"/>
                      <a:pt x="9583" y="54272"/>
                    </a:cubicBezTo>
                    <a:cubicBezTo>
                      <a:pt x="15537" y="60226"/>
                      <a:pt x="23613" y="63571"/>
                      <a:pt x="32033" y="63571"/>
                    </a:cubicBezTo>
                    <a:close/>
                  </a:path>
                </a:pathLst>
              </a:custGeom>
              <a:solidFill>
                <a:srgbClr val="67B57B"/>
              </a:solidFill>
              <a:ln w="3175" cap="flat">
                <a:solidFill>
                  <a:srgbClr val="FFFFFF"/>
                </a:solidFill>
                <a:prstDash val="solid"/>
                <a:round/>
              </a:ln>
            </p:spPr>
            <p:txBody>
              <a:bodyPr/>
              <a:lstStyle/>
              <a:p>
                <a:endParaRPr lang="en-US"/>
              </a:p>
            </p:txBody>
          </p:sp>
          <p:sp>
            <p:nvSpPr>
              <p:cNvPr id="4032" name="Freeform: Shape 4031">
                <a:extLst>
                  <a:ext uri="{FF2B5EF4-FFF2-40B4-BE49-F238E27FC236}">
                    <a16:creationId xmlns:a16="http://schemas.microsoft.com/office/drawing/2014/main" id="{B760325A-1642-C43C-CF16-3F7BFBCC819A}"/>
                  </a:ext>
                </a:extLst>
              </p:cNvPr>
              <p:cNvSpPr/>
              <p:nvPr/>
            </p:nvSpPr>
            <p:spPr>
              <a:xfrm>
                <a:off x="5894453" y="1592094"/>
                <a:ext cx="63500" cy="63500"/>
              </a:xfrm>
              <a:custGeom>
                <a:avLst/>
                <a:gdLst>
                  <a:gd name="csX0" fmla="*/ 32037 w 63500"/>
                  <a:gd name="csY0" fmla="*/ 63569 h 63500"/>
                  <a:gd name="csX1" fmla="*/ 54487 w 63500"/>
                  <a:gd name="csY1" fmla="*/ 54270 h 63500"/>
                  <a:gd name="csX2" fmla="*/ 63787 w 63500"/>
                  <a:gd name="csY2" fmla="*/ 31819 h 63500"/>
                  <a:gd name="csX3" fmla="*/ 54487 w 63500"/>
                  <a:gd name="csY3" fmla="*/ 9369 h 63500"/>
                  <a:gd name="csX4" fmla="*/ 32037 w 63500"/>
                  <a:gd name="csY4" fmla="*/ 69 h 63500"/>
                  <a:gd name="csX5" fmla="*/ 9586 w 63500"/>
                  <a:gd name="csY5" fmla="*/ 9369 h 63500"/>
                  <a:gd name="csX6" fmla="*/ 287 w 63500"/>
                  <a:gd name="csY6" fmla="*/ 31819 h 63500"/>
                  <a:gd name="csX7" fmla="*/ 9586 w 63500"/>
                  <a:gd name="csY7" fmla="*/ 54270 h 63500"/>
                  <a:gd name="csX8" fmla="*/ 32037 w 63500"/>
                  <a:gd name="csY8" fmla="*/ 6356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37" y="63569"/>
                    </a:moveTo>
                    <a:cubicBezTo>
                      <a:pt x="40457" y="63569"/>
                      <a:pt x="48533" y="60224"/>
                      <a:pt x="54487" y="54270"/>
                    </a:cubicBezTo>
                    <a:cubicBezTo>
                      <a:pt x="60441" y="48316"/>
                      <a:pt x="63787" y="40240"/>
                      <a:pt x="63787" y="31819"/>
                    </a:cubicBezTo>
                    <a:cubicBezTo>
                      <a:pt x="63787" y="23399"/>
                      <a:pt x="60441" y="15323"/>
                      <a:pt x="54487" y="9369"/>
                    </a:cubicBezTo>
                    <a:cubicBezTo>
                      <a:pt x="48533" y="3415"/>
                      <a:pt x="40457" y="69"/>
                      <a:pt x="32037" y="69"/>
                    </a:cubicBezTo>
                    <a:cubicBezTo>
                      <a:pt x="23616" y="69"/>
                      <a:pt x="15540" y="3415"/>
                      <a:pt x="9586" y="9369"/>
                    </a:cubicBezTo>
                    <a:cubicBezTo>
                      <a:pt x="3632" y="15323"/>
                      <a:pt x="287" y="23399"/>
                      <a:pt x="287" y="31819"/>
                    </a:cubicBezTo>
                    <a:cubicBezTo>
                      <a:pt x="287" y="40240"/>
                      <a:pt x="3632" y="48316"/>
                      <a:pt x="9586" y="54270"/>
                    </a:cubicBezTo>
                    <a:cubicBezTo>
                      <a:pt x="15540" y="60224"/>
                      <a:pt x="23616" y="63569"/>
                      <a:pt x="32037" y="63569"/>
                    </a:cubicBezTo>
                    <a:close/>
                  </a:path>
                </a:pathLst>
              </a:custGeom>
              <a:solidFill>
                <a:srgbClr val="67B57B"/>
              </a:solidFill>
              <a:ln w="3175" cap="flat">
                <a:solidFill>
                  <a:srgbClr val="FFFFFF"/>
                </a:solidFill>
                <a:prstDash val="solid"/>
                <a:round/>
              </a:ln>
            </p:spPr>
            <p:txBody>
              <a:bodyPr/>
              <a:lstStyle/>
              <a:p>
                <a:endParaRPr lang="en-US"/>
              </a:p>
            </p:txBody>
          </p:sp>
          <p:sp>
            <p:nvSpPr>
              <p:cNvPr id="4033" name="Freeform: Shape 4032">
                <a:extLst>
                  <a:ext uri="{FF2B5EF4-FFF2-40B4-BE49-F238E27FC236}">
                    <a16:creationId xmlns:a16="http://schemas.microsoft.com/office/drawing/2014/main" id="{A08770DC-15A6-F512-C921-E99447D187E6}"/>
                  </a:ext>
                </a:extLst>
              </p:cNvPr>
              <p:cNvSpPr/>
              <p:nvPr/>
            </p:nvSpPr>
            <p:spPr>
              <a:xfrm>
                <a:off x="5929816" y="1570177"/>
                <a:ext cx="63500" cy="63500"/>
              </a:xfrm>
              <a:custGeom>
                <a:avLst/>
                <a:gdLst>
                  <a:gd name="csX0" fmla="*/ 32039 w 63500"/>
                  <a:gd name="csY0" fmla="*/ 63568 h 63500"/>
                  <a:gd name="csX1" fmla="*/ 54490 w 63500"/>
                  <a:gd name="csY1" fmla="*/ 54268 h 63500"/>
                  <a:gd name="csX2" fmla="*/ 63789 w 63500"/>
                  <a:gd name="csY2" fmla="*/ 31818 h 63500"/>
                  <a:gd name="csX3" fmla="*/ 54490 w 63500"/>
                  <a:gd name="csY3" fmla="*/ 9367 h 63500"/>
                  <a:gd name="csX4" fmla="*/ 32039 w 63500"/>
                  <a:gd name="csY4" fmla="*/ 68 h 63500"/>
                  <a:gd name="csX5" fmla="*/ 9589 w 63500"/>
                  <a:gd name="csY5" fmla="*/ 9367 h 63500"/>
                  <a:gd name="csX6" fmla="*/ 289 w 63500"/>
                  <a:gd name="csY6" fmla="*/ 31818 h 63500"/>
                  <a:gd name="csX7" fmla="*/ 9589 w 63500"/>
                  <a:gd name="csY7" fmla="*/ 54268 h 63500"/>
                  <a:gd name="csX8" fmla="*/ 32039 w 63500"/>
                  <a:gd name="csY8" fmla="*/ 6356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39" y="63568"/>
                    </a:moveTo>
                    <a:cubicBezTo>
                      <a:pt x="40460" y="63568"/>
                      <a:pt x="48536" y="60222"/>
                      <a:pt x="54490" y="54268"/>
                    </a:cubicBezTo>
                    <a:cubicBezTo>
                      <a:pt x="60444" y="48314"/>
                      <a:pt x="63789" y="40238"/>
                      <a:pt x="63789" y="31818"/>
                    </a:cubicBezTo>
                    <a:cubicBezTo>
                      <a:pt x="63789" y="23397"/>
                      <a:pt x="60444" y="15321"/>
                      <a:pt x="54490" y="9367"/>
                    </a:cubicBezTo>
                    <a:cubicBezTo>
                      <a:pt x="48536" y="3413"/>
                      <a:pt x="40460" y="68"/>
                      <a:pt x="32039" y="68"/>
                    </a:cubicBezTo>
                    <a:cubicBezTo>
                      <a:pt x="23619" y="68"/>
                      <a:pt x="15543" y="3413"/>
                      <a:pt x="9589" y="9367"/>
                    </a:cubicBezTo>
                    <a:cubicBezTo>
                      <a:pt x="3635" y="15321"/>
                      <a:pt x="289" y="23397"/>
                      <a:pt x="289" y="31818"/>
                    </a:cubicBezTo>
                    <a:cubicBezTo>
                      <a:pt x="289" y="40238"/>
                      <a:pt x="3635" y="48314"/>
                      <a:pt x="9589" y="54268"/>
                    </a:cubicBezTo>
                    <a:cubicBezTo>
                      <a:pt x="15543" y="60222"/>
                      <a:pt x="23619" y="63568"/>
                      <a:pt x="32039" y="63568"/>
                    </a:cubicBezTo>
                    <a:close/>
                  </a:path>
                </a:pathLst>
              </a:custGeom>
              <a:solidFill>
                <a:srgbClr val="67B57B"/>
              </a:solidFill>
              <a:ln w="3175" cap="flat">
                <a:solidFill>
                  <a:srgbClr val="FFFFFF"/>
                </a:solidFill>
                <a:prstDash val="solid"/>
                <a:round/>
              </a:ln>
            </p:spPr>
            <p:txBody>
              <a:bodyPr/>
              <a:lstStyle/>
              <a:p>
                <a:endParaRPr lang="en-US"/>
              </a:p>
            </p:txBody>
          </p:sp>
          <p:sp>
            <p:nvSpPr>
              <p:cNvPr id="4034" name="Freeform: Shape 4033">
                <a:extLst>
                  <a:ext uri="{FF2B5EF4-FFF2-40B4-BE49-F238E27FC236}">
                    <a16:creationId xmlns:a16="http://schemas.microsoft.com/office/drawing/2014/main" id="{CC3E0E9E-900D-6BF7-76B9-43D66AF98A96}"/>
                  </a:ext>
                </a:extLst>
              </p:cNvPr>
              <p:cNvSpPr/>
              <p:nvPr/>
            </p:nvSpPr>
            <p:spPr>
              <a:xfrm>
                <a:off x="5954171" y="1548261"/>
                <a:ext cx="63500" cy="63500"/>
              </a:xfrm>
              <a:custGeom>
                <a:avLst/>
                <a:gdLst>
                  <a:gd name="csX0" fmla="*/ 32041 w 63500"/>
                  <a:gd name="csY0" fmla="*/ 63566 h 63500"/>
                  <a:gd name="csX1" fmla="*/ 54492 w 63500"/>
                  <a:gd name="csY1" fmla="*/ 54267 h 63500"/>
                  <a:gd name="csX2" fmla="*/ 63791 w 63500"/>
                  <a:gd name="csY2" fmla="*/ 31816 h 63500"/>
                  <a:gd name="csX3" fmla="*/ 54492 w 63500"/>
                  <a:gd name="csY3" fmla="*/ 9365 h 63500"/>
                  <a:gd name="csX4" fmla="*/ 32041 w 63500"/>
                  <a:gd name="csY4" fmla="*/ 66 h 63500"/>
                  <a:gd name="csX5" fmla="*/ 9591 w 63500"/>
                  <a:gd name="csY5" fmla="*/ 9365 h 63500"/>
                  <a:gd name="csX6" fmla="*/ 291 w 63500"/>
                  <a:gd name="csY6" fmla="*/ 31816 h 63500"/>
                  <a:gd name="csX7" fmla="*/ 9591 w 63500"/>
                  <a:gd name="csY7" fmla="*/ 54267 h 63500"/>
                  <a:gd name="csX8" fmla="*/ 32041 w 63500"/>
                  <a:gd name="csY8" fmla="*/ 6356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41" y="63566"/>
                    </a:moveTo>
                    <a:cubicBezTo>
                      <a:pt x="40462" y="63566"/>
                      <a:pt x="48538" y="60221"/>
                      <a:pt x="54492" y="54267"/>
                    </a:cubicBezTo>
                    <a:cubicBezTo>
                      <a:pt x="60446" y="48313"/>
                      <a:pt x="63791" y="40236"/>
                      <a:pt x="63791" y="31816"/>
                    </a:cubicBezTo>
                    <a:cubicBezTo>
                      <a:pt x="63791" y="23396"/>
                      <a:pt x="60446" y="15319"/>
                      <a:pt x="54492" y="9365"/>
                    </a:cubicBezTo>
                    <a:cubicBezTo>
                      <a:pt x="48538" y="3411"/>
                      <a:pt x="40462" y="66"/>
                      <a:pt x="32041" y="66"/>
                    </a:cubicBezTo>
                    <a:cubicBezTo>
                      <a:pt x="23621" y="66"/>
                      <a:pt x="15545" y="3411"/>
                      <a:pt x="9591" y="9365"/>
                    </a:cubicBezTo>
                    <a:cubicBezTo>
                      <a:pt x="3637" y="15319"/>
                      <a:pt x="291" y="23396"/>
                      <a:pt x="291" y="31816"/>
                    </a:cubicBezTo>
                    <a:cubicBezTo>
                      <a:pt x="291" y="40236"/>
                      <a:pt x="3637" y="48313"/>
                      <a:pt x="9591" y="54267"/>
                    </a:cubicBezTo>
                    <a:cubicBezTo>
                      <a:pt x="15545" y="60221"/>
                      <a:pt x="23621" y="63566"/>
                      <a:pt x="32041" y="63566"/>
                    </a:cubicBezTo>
                    <a:close/>
                  </a:path>
                </a:pathLst>
              </a:custGeom>
              <a:solidFill>
                <a:srgbClr val="67B57B"/>
              </a:solidFill>
              <a:ln w="3175" cap="flat">
                <a:solidFill>
                  <a:srgbClr val="FFFFFF"/>
                </a:solidFill>
                <a:prstDash val="solid"/>
                <a:round/>
              </a:ln>
            </p:spPr>
            <p:txBody>
              <a:bodyPr/>
              <a:lstStyle/>
              <a:p>
                <a:endParaRPr lang="en-US"/>
              </a:p>
            </p:txBody>
          </p:sp>
          <p:sp>
            <p:nvSpPr>
              <p:cNvPr id="4035" name="Freeform: Shape 4034">
                <a:extLst>
                  <a:ext uri="{FF2B5EF4-FFF2-40B4-BE49-F238E27FC236}">
                    <a16:creationId xmlns:a16="http://schemas.microsoft.com/office/drawing/2014/main" id="{D10DF4A5-3980-323A-5282-C022C5865918}"/>
                  </a:ext>
                </a:extLst>
              </p:cNvPr>
              <p:cNvSpPr/>
              <p:nvPr/>
            </p:nvSpPr>
            <p:spPr>
              <a:xfrm>
                <a:off x="5991013" y="1526344"/>
                <a:ext cx="63500" cy="63500"/>
              </a:xfrm>
              <a:custGeom>
                <a:avLst/>
                <a:gdLst>
                  <a:gd name="csX0" fmla="*/ 32044 w 63500"/>
                  <a:gd name="csY0" fmla="*/ 63564 h 63500"/>
                  <a:gd name="csX1" fmla="*/ 54495 w 63500"/>
                  <a:gd name="csY1" fmla="*/ 54265 h 63500"/>
                  <a:gd name="csX2" fmla="*/ 63794 w 63500"/>
                  <a:gd name="csY2" fmla="*/ 31814 h 63500"/>
                  <a:gd name="csX3" fmla="*/ 54495 w 63500"/>
                  <a:gd name="csY3" fmla="*/ 9364 h 63500"/>
                  <a:gd name="csX4" fmla="*/ 32044 w 63500"/>
                  <a:gd name="csY4" fmla="*/ 64 h 63500"/>
                  <a:gd name="csX5" fmla="*/ 9594 w 63500"/>
                  <a:gd name="csY5" fmla="*/ 9364 h 63500"/>
                  <a:gd name="csX6" fmla="*/ 294 w 63500"/>
                  <a:gd name="csY6" fmla="*/ 31814 h 63500"/>
                  <a:gd name="csX7" fmla="*/ 9594 w 63500"/>
                  <a:gd name="csY7" fmla="*/ 54265 h 63500"/>
                  <a:gd name="csX8" fmla="*/ 32044 w 63500"/>
                  <a:gd name="csY8" fmla="*/ 6356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44" y="63564"/>
                    </a:moveTo>
                    <a:cubicBezTo>
                      <a:pt x="40464" y="63564"/>
                      <a:pt x="48541" y="60219"/>
                      <a:pt x="54495" y="54265"/>
                    </a:cubicBezTo>
                    <a:cubicBezTo>
                      <a:pt x="60449" y="48311"/>
                      <a:pt x="63794" y="40234"/>
                      <a:pt x="63794" y="31814"/>
                    </a:cubicBezTo>
                    <a:cubicBezTo>
                      <a:pt x="63794" y="23394"/>
                      <a:pt x="60449" y="15318"/>
                      <a:pt x="54495" y="9364"/>
                    </a:cubicBezTo>
                    <a:cubicBezTo>
                      <a:pt x="48541" y="3410"/>
                      <a:pt x="40464" y="64"/>
                      <a:pt x="32044" y="64"/>
                    </a:cubicBezTo>
                    <a:cubicBezTo>
                      <a:pt x="23624" y="64"/>
                      <a:pt x="15548" y="3410"/>
                      <a:pt x="9594" y="9364"/>
                    </a:cubicBezTo>
                    <a:cubicBezTo>
                      <a:pt x="3640" y="15318"/>
                      <a:pt x="294" y="23394"/>
                      <a:pt x="294" y="31814"/>
                    </a:cubicBezTo>
                    <a:cubicBezTo>
                      <a:pt x="294" y="40234"/>
                      <a:pt x="3640" y="48311"/>
                      <a:pt x="9594" y="54265"/>
                    </a:cubicBezTo>
                    <a:cubicBezTo>
                      <a:pt x="15548" y="60219"/>
                      <a:pt x="23624" y="63564"/>
                      <a:pt x="32044" y="63564"/>
                    </a:cubicBezTo>
                    <a:close/>
                  </a:path>
                </a:pathLst>
              </a:custGeom>
              <a:solidFill>
                <a:srgbClr val="67B57B"/>
              </a:solidFill>
              <a:ln w="3175" cap="flat">
                <a:solidFill>
                  <a:srgbClr val="FFFFFF"/>
                </a:solidFill>
                <a:prstDash val="solid"/>
                <a:round/>
              </a:ln>
            </p:spPr>
            <p:txBody>
              <a:bodyPr/>
              <a:lstStyle/>
              <a:p>
                <a:endParaRPr lang="en-US"/>
              </a:p>
            </p:txBody>
          </p:sp>
          <p:sp>
            <p:nvSpPr>
              <p:cNvPr id="4036" name="Freeform: Shape 4035">
                <a:extLst>
                  <a:ext uri="{FF2B5EF4-FFF2-40B4-BE49-F238E27FC236}">
                    <a16:creationId xmlns:a16="http://schemas.microsoft.com/office/drawing/2014/main" id="{5F0DCC68-7938-9541-1AD8-0FAE4E057944}"/>
                  </a:ext>
                </a:extLst>
              </p:cNvPr>
              <p:cNvSpPr/>
              <p:nvPr/>
            </p:nvSpPr>
            <p:spPr>
              <a:xfrm>
                <a:off x="6014498" y="1504428"/>
                <a:ext cx="63500" cy="63500"/>
              </a:xfrm>
              <a:custGeom>
                <a:avLst/>
                <a:gdLst>
                  <a:gd name="csX0" fmla="*/ 32046 w 63500"/>
                  <a:gd name="csY0" fmla="*/ 63562 h 63500"/>
                  <a:gd name="csX1" fmla="*/ 54497 w 63500"/>
                  <a:gd name="csY1" fmla="*/ 54263 h 63500"/>
                  <a:gd name="csX2" fmla="*/ 63796 w 63500"/>
                  <a:gd name="csY2" fmla="*/ 31812 h 63500"/>
                  <a:gd name="csX3" fmla="*/ 54497 w 63500"/>
                  <a:gd name="csY3" fmla="*/ 9362 h 63500"/>
                  <a:gd name="csX4" fmla="*/ 32046 w 63500"/>
                  <a:gd name="csY4" fmla="*/ 62 h 63500"/>
                  <a:gd name="csX5" fmla="*/ 9595 w 63500"/>
                  <a:gd name="csY5" fmla="*/ 9362 h 63500"/>
                  <a:gd name="csX6" fmla="*/ 296 w 63500"/>
                  <a:gd name="csY6" fmla="*/ 31812 h 63500"/>
                  <a:gd name="csX7" fmla="*/ 9595 w 63500"/>
                  <a:gd name="csY7" fmla="*/ 54263 h 63500"/>
                  <a:gd name="csX8" fmla="*/ 32046 w 63500"/>
                  <a:gd name="csY8" fmla="*/ 6356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46" y="63562"/>
                    </a:moveTo>
                    <a:cubicBezTo>
                      <a:pt x="40466" y="63562"/>
                      <a:pt x="48543" y="60217"/>
                      <a:pt x="54497" y="54263"/>
                    </a:cubicBezTo>
                    <a:cubicBezTo>
                      <a:pt x="60451" y="48309"/>
                      <a:pt x="63796" y="40233"/>
                      <a:pt x="63796" y="31812"/>
                    </a:cubicBezTo>
                    <a:cubicBezTo>
                      <a:pt x="63796" y="23392"/>
                      <a:pt x="60451" y="15316"/>
                      <a:pt x="54497" y="9362"/>
                    </a:cubicBezTo>
                    <a:cubicBezTo>
                      <a:pt x="48543" y="3408"/>
                      <a:pt x="40466" y="62"/>
                      <a:pt x="32046" y="62"/>
                    </a:cubicBezTo>
                    <a:cubicBezTo>
                      <a:pt x="23626" y="62"/>
                      <a:pt x="15549" y="3408"/>
                      <a:pt x="9595" y="9362"/>
                    </a:cubicBezTo>
                    <a:cubicBezTo>
                      <a:pt x="3641" y="15316"/>
                      <a:pt x="296" y="23392"/>
                      <a:pt x="296" y="31812"/>
                    </a:cubicBezTo>
                    <a:cubicBezTo>
                      <a:pt x="296" y="40233"/>
                      <a:pt x="3641" y="48309"/>
                      <a:pt x="9595" y="54263"/>
                    </a:cubicBezTo>
                    <a:cubicBezTo>
                      <a:pt x="15549" y="60217"/>
                      <a:pt x="23626" y="63562"/>
                      <a:pt x="32046" y="63562"/>
                    </a:cubicBezTo>
                    <a:close/>
                  </a:path>
                </a:pathLst>
              </a:custGeom>
              <a:solidFill>
                <a:srgbClr val="67B57B"/>
              </a:solidFill>
              <a:ln w="3175" cap="flat">
                <a:solidFill>
                  <a:srgbClr val="FFFFFF"/>
                </a:solidFill>
                <a:prstDash val="solid"/>
                <a:round/>
              </a:ln>
            </p:spPr>
            <p:txBody>
              <a:bodyPr/>
              <a:lstStyle/>
              <a:p>
                <a:endParaRPr lang="en-US"/>
              </a:p>
            </p:txBody>
          </p:sp>
          <p:sp>
            <p:nvSpPr>
              <p:cNvPr id="4037" name="Freeform: Shape 4036">
                <a:extLst>
                  <a:ext uri="{FF2B5EF4-FFF2-40B4-BE49-F238E27FC236}">
                    <a16:creationId xmlns:a16="http://schemas.microsoft.com/office/drawing/2014/main" id="{006BD58A-B573-D55D-7BC8-1CC71966774B}"/>
                  </a:ext>
                </a:extLst>
              </p:cNvPr>
              <p:cNvSpPr/>
              <p:nvPr/>
            </p:nvSpPr>
            <p:spPr>
              <a:xfrm>
                <a:off x="6028674" y="1482512"/>
                <a:ext cx="63500" cy="63500"/>
              </a:xfrm>
              <a:custGeom>
                <a:avLst/>
                <a:gdLst>
                  <a:gd name="csX0" fmla="*/ 32047 w 63500"/>
                  <a:gd name="csY0" fmla="*/ 63561 h 63500"/>
                  <a:gd name="csX1" fmla="*/ 54498 w 63500"/>
                  <a:gd name="csY1" fmla="*/ 54261 h 63500"/>
                  <a:gd name="csX2" fmla="*/ 63797 w 63500"/>
                  <a:gd name="csY2" fmla="*/ 31811 h 63500"/>
                  <a:gd name="csX3" fmla="*/ 54498 w 63500"/>
                  <a:gd name="csY3" fmla="*/ 9360 h 63500"/>
                  <a:gd name="csX4" fmla="*/ 32047 w 63500"/>
                  <a:gd name="csY4" fmla="*/ 61 h 63500"/>
                  <a:gd name="csX5" fmla="*/ 9597 w 63500"/>
                  <a:gd name="csY5" fmla="*/ 9360 h 63500"/>
                  <a:gd name="csX6" fmla="*/ 297 w 63500"/>
                  <a:gd name="csY6" fmla="*/ 31811 h 63500"/>
                  <a:gd name="csX7" fmla="*/ 9597 w 63500"/>
                  <a:gd name="csY7" fmla="*/ 54261 h 63500"/>
                  <a:gd name="csX8" fmla="*/ 32047 w 63500"/>
                  <a:gd name="csY8" fmla="*/ 6356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47" y="63561"/>
                    </a:moveTo>
                    <a:cubicBezTo>
                      <a:pt x="40467" y="63561"/>
                      <a:pt x="48544" y="60215"/>
                      <a:pt x="54498" y="54261"/>
                    </a:cubicBezTo>
                    <a:cubicBezTo>
                      <a:pt x="60452" y="48307"/>
                      <a:pt x="63797" y="40231"/>
                      <a:pt x="63797" y="31811"/>
                    </a:cubicBezTo>
                    <a:cubicBezTo>
                      <a:pt x="63797" y="23391"/>
                      <a:pt x="60452" y="15314"/>
                      <a:pt x="54498" y="9360"/>
                    </a:cubicBezTo>
                    <a:cubicBezTo>
                      <a:pt x="48544" y="3406"/>
                      <a:pt x="40467" y="61"/>
                      <a:pt x="32047" y="61"/>
                    </a:cubicBezTo>
                    <a:cubicBezTo>
                      <a:pt x="23627" y="61"/>
                      <a:pt x="15551" y="3406"/>
                      <a:pt x="9597" y="9360"/>
                    </a:cubicBezTo>
                    <a:cubicBezTo>
                      <a:pt x="3643" y="15314"/>
                      <a:pt x="297" y="23391"/>
                      <a:pt x="297" y="31811"/>
                    </a:cubicBezTo>
                    <a:cubicBezTo>
                      <a:pt x="297" y="40231"/>
                      <a:pt x="3643" y="48307"/>
                      <a:pt x="9597" y="54261"/>
                    </a:cubicBezTo>
                    <a:cubicBezTo>
                      <a:pt x="15551" y="60215"/>
                      <a:pt x="23627" y="63561"/>
                      <a:pt x="32047" y="63561"/>
                    </a:cubicBezTo>
                    <a:close/>
                  </a:path>
                </a:pathLst>
              </a:custGeom>
              <a:solidFill>
                <a:srgbClr val="67B57B"/>
              </a:solidFill>
              <a:ln w="3175" cap="flat">
                <a:solidFill>
                  <a:srgbClr val="FFFFFF"/>
                </a:solidFill>
                <a:prstDash val="solid"/>
                <a:round/>
              </a:ln>
            </p:spPr>
            <p:txBody>
              <a:bodyPr/>
              <a:lstStyle/>
              <a:p>
                <a:endParaRPr lang="en-US"/>
              </a:p>
            </p:txBody>
          </p:sp>
          <p:sp>
            <p:nvSpPr>
              <p:cNvPr id="4038" name="Freeform: Shape 4037">
                <a:extLst>
                  <a:ext uri="{FF2B5EF4-FFF2-40B4-BE49-F238E27FC236}">
                    <a16:creationId xmlns:a16="http://schemas.microsoft.com/office/drawing/2014/main" id="{2AC54EB4-2578-F20C-F209-E8E96E9D2CFB}"/>
                  </a:ext>
                </a:extLst>
              </p:cNvPr>
              <p:cNvSpPr/>
              <p:nvPr/>
            </p:nvSpPr>
            <p:spPr>
              <a:xfrm>
                <a:off x="6050989" y="1460595"/>
                <a:ext cx="63500" cy="63500"/>
              </a:xfrm>
              <a:custGeom>
                <a:avLst/>
                <a:gdLst>
                  <a:gd name="csX0" fmla="*/ 32049 w 63500"/>
                  <a:gd name="csY0" fmla="*/ 63559 h 63500"/>
                  <a:gd name="csX1" fmla="*/ 54500 w 63500"/>
                  <a:gd name="csY1" fmla="*/ 54260 h 63500"/>
                  <a:gd name="csX2" fmla="*/ 63799 w 63500"/>
                  <a:gd name="csY2" fmla="*/ 31809 h 63500"/>
                  <a:gd name="csX3" fmla="*/ 54500 w 63500"/>
                  <a:gd name="csY3" fmla="*/ 9358 h 63500"/>
                  <a:gd name="csX4" fmla="*/ 32049 w 63500"/>
                  <a:gd name="csY4" fmla="*/ 59 h 63500"/>
                  <a:gd name="csX5" fmla="*/ 9598 w 63500"/>
                  <a:gd name="csY5" fmla="*/ 9358 h 63500"/>
                  <a:gd name="csX6" fmla="*/ 299 w 63500"/>
                  <a:gd name="csY6" fmla="*/ 31809 h 63500"/>
                  <a:gd name="csX7" fmla="*/ 9598 w 63500"/>
                  <a:gd name="csY7" fmla="*/ 54260 h 63500"/>
                  <a:gd name="csX8" fmla="*/ 32049 w 63500"/>
                  <a:gd name="csY8" fmla="*/ 6355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49" y="63559"/>
                    </a:moveTo>
                    <a:cubicBezTo>
                      <a:pt x="40469" y="63559"/>
                      <a:pt x="48546" y="60214"/>
                      <a:pt x="54500" y="54260"/>
                    </a:cubicBezTo>
                    <a:cubicBezTo>
                      <a:pt x="60454" y="48306"/>
                      <a:pt x="63799" y="40229"/>
                      <a:pt x="63799" y="31809"/>
                    </a:cubicBezTo>
                    <a:cubicBezTo>
                      <a:pt x="63799" y="23389"/>
                      <a:pt x="60454" y="15312"/>
                      <a:pt x="54500" y="9358"/>
                    </a:cubicBezTo>
                    <a:cubicBezTo>
                      <a:pt x="48546" y="3404"/>
                      <a:pt x="40469" y="59"/>
                      <a:pt x="32049" y="59"/>
                    </a:cubicBezTo>
                    <a:cubicBezTo>
                      <a:pt x="23629" y="59"/>
                      <a:pt x="15552" y="3404"/>
                      <a:pt x="9598" y="9358"/>
                    </a:cubicBezTo>
                    <a:cubicBezTo>
                      <a:pt x="3644" y="15312"/>
                      <a:pt x="299" y="23389"/>
                      <a:pt x="299" y="31809"/>
                    </a:cubicBezTo>
                    <a:cubicBezTo>
                      <a:pt x="299" y="40229"/>
                      <a:pt x="3644" y="48306"/>
                      <a:pt x="9598" y="54260"/>
                    </a:cubicBezTo>
                    <a:cubicBezTo>
                      <a:pt x="15552" y="60214"/>
                      <a:pt x="23629" y="63559"/>
                      <a:pt x="32049" y="63559"/>
                    </a:cubicBezTo>
                    <a:close/>
                  </a:path>
                </a:pathLst>
              </a:custGeom>
              <a:solidFill>
                <a:srgbClr val="67B57B"/>
              </a:solidFill>
              <a:ln w="3175" cap="flat">
                <a:solidFill>
                  <a:srgbClr val="FFFFFF"/>
                </a:solidFill>
                <a:prstDash val="solid"/>
                <a:round/>
              </a:ln>
            </p:spPr>
            <p:txBody>
              <a:bodyPr/>
              <a:lstStyle/>
              <a:p>
                <a:endParaRPr lang="en-US"/>
              </a:p>
            </p:txBody>
          </p:sp>
          <p:sp>
            <p:nvSpPr>
              <p:cNvPr id="4039" name="Freeform: Shape 4038">
                <a:extLst>
                  <a:ext uri="{FF2B5EF4-FFF2-40B4-BE49-F238E27FC236}">
                    <a16:creationId xmlns:a16="http://schemas.microsoft.com/office/drawing/2014/main" id="{55A9363E-044A-9726-FAAF-75CDAFCE26E5}"/>
                  </a:ext>
                </a:extLst>
              </p:cNvPr>
              <p:cNvSpPr/>
              <p:nvPr/>
            </p:nvSpPr>
            <p:spPr>
              <a:xfrm>
                <a:off x="6090684" y="1438679"/>
                <a:ext cx="63500" cy="63500"/>
              </a:xfrm>
              <a:custGeom>
                <a:avLst/>
                <a:gdLst>
                  <a:gd name="csX0" fmla="*/ 32052 w 63500"/>
                  <a:gd name="csY0" fmla="*/ 63557 h 63500"/>
                  <a:gd name="csX1" fmla="*/ 54503 w 63500"/>
                  <a:gd name="csY1" fmla="*/ 54258 h 63500"/>
                  <a:gd name="csX2" fmla="*/ 63802 w 63500"/>
                  <a:gd name="csY2" fmla="*/ 31807 h 63500"/>
                  <a:gd name="csX3" fmla="*/ 54503 w 63500"/>
                  <a:gd name="csY3" fmla="*/ 9357 h 63500"/>
                  <a:gd name="csX4" fmla="*/ 32052 w 63500"/>
                  <a:gd name="csY4" fmla="*/ 57 h 63500"/>
                  <a:gd name="csX5" fmla="*/ 9601 w 63500"/>
                  <a:gd name="csY5" fmla="*/ 9357 h 63500"/>
                  <a:gd name="csX6" fmla="*/ 302 w 63500"/>
                  <a:gd name="csY6" fmla="*/ 31807 h 63500"/>
                  <a:gd name="csX7" fmla="*/ 9601 w 63500"/>
                  <a:gd name="csY7" fmla="*/ 54258 h 63500"/>
                  <a:gd name="csX8" fmla="*/ 32052 w 63500"/>
                  <a:gd name="csY8" fmla="*/ 6355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52" y="63557"/>
                    </a:moveTo>
                    <a:cubicBezTo>
                      <a:pt x="40472" y="63557"/>
                      <a:pt x="48549" y="60212"/>
                      <a:pt x="54503" y="54258"/>
                    </a:cubicBezTo>
                    <a:cubicBezTo>
                      <a:pt x="60457" y="48304"/>
                      <a:pt x="63802" y="40227"/>
                      <a:pt x="63802" y="31807"/>
                    </a:cubicBezTo>
                    <a:cubicBezTo>
                      <a:pt x="63802" y="23387"/>
                      <a:pt x="60457" y="15311"/>
                      <a:pt x="54503" y="9357"/>
                    </a:cubicBezTo>
                    <a:cubicBezTo>
                      <a:pt x="48549" y="3403"/>
                      <a:pt x="40472" y="57"/>
                      <a:pt x="32052" y="57"/>
                    </a:cubicBezTo>
                    <a:cubicBezTo>
                      <a:pt x="23632" y="57"/>
                      <a:pt x="15555" y="3403"/>
                      <a:pt x="9601" y="9357"/>
                    </a:cubicBezTo>
                    <a:cubicBezTo>
                      <a:pt x="3647" y="15311"/>
                      <a:pt x="302" y="23387"/>
                      <a:pt x="302" y="31807"/>
                    </a:cubicBezTo>
                    <a:cubicBezTo>
                      <a:pt x="302" y="40227"/>
                      <a:pt x="3647" y="48304"/>
                      <a:pt x="9601" y="54258"/>
                    </a:cubicBezTo>
                    <a:cubicBezTo>
                      <a:pt x="15555" y="60212"/>
                      <a:pt x="23632" y="63557"/>
                      <a:pt x="32052" y="63557"/>
                    </a:cubicBezTo>
                    <a:close/>
                  </a:path>
                </a:pathLst>
              </a:custGeom>
              <a:solidFill>
                <a:srgbClr val="67B57B"/>
              </a:solidFill>
              <a:ln w="3175" cap="flat">
                <a:solidFill>
                  <a:srgbClr val="FFFFFF"/>
                </a:solidFill>
                <a:prstDash val="solid"/>
                <a:round/>
              </a:ln>
            </p:spPr>
            <p:txBody>
              <a:bodyPr/>
              <a:lstStyle/>
              <a:p>
                <a:endParaRPr lang="en-US"/>
              </a:p>
            </p:txBody>
          </p:sp>
          <p:sp>
            <p:nvSpPr>
              <p:cNvPr id="4040" name="Freeform: Shape 4039">
                <a:extLst>
                  <a:ext uri="{FF2B5EF4-FFF2-40B4-BE49-F238E27FC236}">
                    <a16:creationId xmlns:a16="http://schemas.microsoft.com/office/drawing/2014/main" id="{0A5EB091-F255-C26D-2A3C-49DAE390AA7F}"/>
                  </a:ext>
                </a:extLst>
              </p:cNvPr>
              <p:cNvSpPr/>
              <p:nvPr/>
            </p:nvSpPr>
            <p:spPr>
              <a:xfrm>
                <a:off x="6143329" y="1416762"/>
                <a:ext cx="63500" cy="63500"/>
              </a:xfrm>
              <a:custGeom>
                <a:avLst/>
                <a:gdLst>
                  <a:gd name="csX0" fmla="*/ 32056 w 63500"/>
                  <a:gd name="csY0" fmla="*/ 63556 h 63500"/>
                  <a:gd name="csX1" fmla="*/ 54507 w 63500"/>
                  <a:gd name="csY1" fmla="*/ 54256 h 63500"/>
                  <a:gd name="csX2" fmla="*/ 63806 w 63500"/>
                  <a:gd name="csY2" fmla="*/ 31806 h 63500"/>
                  <a:gd name="csX3" fmla="*/ 54507 w 63500"/>
                  <a:gd name="csY3" fmla="*/ 9355 h 63500"/>
                  <a:gd name="csX4" fmla="*/ 32056 w 63500"/>
                  <a:gd name="csY4" fmla="*/ 56 h 63500"/>
                  <a:gd name="csX5" fmla="*/ 9606 w 63500"/>
                  <a:gd name="csY5" fmla="*/ 9355 h 63500"/>
                  <a:gd name="csX6" fmla="*/ 306 w 63500"/>
                  <a:gd name="csY6" fmla="*/ 31806 h 63500"/>
                  <a:gd name="csX7" fmla="*/ 9606 w 63500"/>
                  <a:gd name="csY7" fmla="*/ 54256 h 63500"/>
                  <a:gd name="csX8" fmla="*/ 32056 w 63500"/>
                  <a:gd name="csY8" fmla="*/ 6355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56" y="63556"/>
                    </a:moveTo>
                    <a:cubicBezTo>
                      <a:pt x="40476" y="63556"/>
                      <a:pt x="48553" y="60210"/>
                      <a:pt x="54507" y="54256"/>
                    </a:cubicBezTo>
                    <a:cubicBezTo>
                      <a:pt x="60461" y="48302"/>
                      <a:pt x="63806" y="40226"/>
                      <a:pt x="63806" y="31806"/>
                    </a:cubicBezTo>
                    <a:cubicBezTo>
                      <a:pt x="63806" y="23385"/>
                      <a:pt x="60461" y="15309"/>
                      <a:pt x="54507" y="9355"/>
                    </a:cubicBezTo>
                    <a:cubicBezTo>
                      <a:pt x="48553" y="3401"/>
                      <a:pt x="40476" y="56"/>
                      <a:pt x="32056" y="56"/>
                    </a:cubicBezTo>
                    <a:cubicBezTo>
                      <a:pt x="23636" y="56"/>
                      <a:pt x="15560" y="3401"/>
                      <a:pt x="9606" y="9355"/>
                    </a:cubicBezTo>
                    <a:cubicBezTo>
                      <a:pt x="3652" y="15309"/>
                      <a:pt x="306" y="23385"/>
                      <a:pt x="306" y="31806"/>
                    </a:cubicBezTo>
                    <a:cubicBezTo>
                      <a:pt x="306" y="40226"/>
                      <a:pt x="3652" y="48302"/>
                      <a:pt x="9606" y="54256"/>
                    </a:cubicBezTo>
                    <a:cubicBezTo>
                      <a:pt x="15560" y="60210"/>
                      <a:pt x="23636" y="63556"/>
                      <a:pt x="32056" y="63556"/>
                    </a:cubicBezTo>
                    <a:close/>
                  </a:path>
                </a:pathLst>
              </a:custGeom>
              <a:solidFill>
                <a:srgbClr val="67B57B"/>
              </a:solidFill>
              <a:ln w="3175" cap="flat">
                <a:solidFill>
                  <a:srgbClr val="FFFFFF"/>
                </a:solidFill>
                <a:prstDash val="solid"/>
                <a:round/>
              </a:ln>
            </p:spPr>
            <p:txBody>
              <a:bodyPr/>
              <a:lstStyle/>
              <a:p>
                <a:endParaRPr lang="en-US"/>
              </a:p>
            </p:txBody>
          </p:sp>
          <p:sp>
            <p:nvSpPr>
              <p:cNvPr id="4041" name="Freeform: Shape 4040">
                <a:extLst>
                  <a:ext uri="{FF2B5EF4-FFF2-40B4-BE49-F238E27FC236}">
                    <a16:creationId xmlns:a16="http://schemas.microsoft.com/office/drawing/2014/main" id="{F4B84A64-C761-BCB8-0BEC-EBD6284E41A2}"/>
                  </a:ext>
                </a:extLst>
              </p:cNvPr>
              <p:cNvSpPr/>
              <p:nvPr/>
            </p:nvSpPr>
            <p:spPr>
              <a:xfrm>
                <a:off x="6177597" y="1394846"/>
                <a:ext cx="63500" cy="63500"/>
              </a:xfrm>
              <a:custGeom>
                <a:avLst/>
                <a:gdLst>
                  <a:gd name="csX0" fmla="*/ 32059 w 63500"/>
                  <a:gd name="csY0" fmla="*/ 63554 h 63500"/>
                  <a:gd name="csX1" fmla="*/ 54510 w 63500"/>
                  <a:gd name="csY1" fmla="*/ 54254 h 63500"/>
                  <a:gd name="csX2" fmla="*/ 63809 w 63500"/>
                  <a:gd name="csY2" fmla="*/ 31804 h 63500"/>
                  <a:gd name="csX3" fmla="*/ 54510 w 63500"/>
                  <a:gd name="csY3" fmla="*/ 9353 h 63500"/>
                  <a:gd name="csX4" fmla="*/ 32059 w 63500"/>
                  <a:gd name="csY4" fmla="*/ 54 h 63500"/>
                  <a:gd name="csX5" fmla="*/ 9608 w 63500"/>
                  <a:gd name="csY5" fmla="*/ 9353 h 63500"/>
                  <a:gd name="csX6" fmla="*/ 309 w 63500"/>
                  <a:gd name="csY6" fmla="*/ 31804 h 63500"/>
                  <a:gd name="csX7" fmla="*/ 9608 w 63500"/>
                  <a:gd name="csY7" fmla="*/ 54254 h 63500"/>
                  <a:gd name="csX8" fmla="*/ 32059 w 63500"/>
                  <a:gd name="csY8" fmla="*/ 6355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59" y="63554"/>
                    </a:moveTo>
                    <a:cubicBezTo>
                      <a:pt x="40479" y="63554"/>
                      <a:pt x="48556" y="60208"/>
                      <a:pt x="54510" y="54254"/>
                    </a:cubicBezTo>
                    <a:cubicBezTo>
                      <a:pt x="60464" y="48300"/>
                      <a:pt x="63809" y="40224"/>
                      <a:pt x="63809" y="31804"/>
                    </a:cubicBezTo>
                    <a:cubicBezTo>
                      <a:pt x="63809" y="23384"/>
                      <a:pt x="60464" y="15307"/>
                      <a:pt x="54510" y="9353"/>
                    </a:cubicBezTo>
                    <a:cubicBezTo>
                      <a:pt x="48556" y="3399"/>
                      <a:pt x="40479" y="54"/>
                      <a:pt x="32059" y="54"/>
                    </a:cubicBezTo>
                    <a:cubicBezTo>
                      <a:pt x="23639" y="54"/>
                      <a:pt x="15562" y="3399"/>
                      <a:pt x="9608" y="9353"/>
                    </a:cubicBezTo>
                    <a:cubicBezTo>
                      <a:pt x="3654" y="15307"/>
                      <a:pt x="309" y="23384"/>
                      <a:pt x="309" y="31804"/>
                    </a:cubicBezTo>
                    <a:cubicBezTo>
                      <a:pt x="309" y="40224"/>
                      <a:pt x="3654" y="48300"/>
                      <a:pt x="9608" y="54254"/>
                    </a:cubicBezTo>
                    <a:cubicBezTo>
                      <a:pt x="15562" y="60208"/>
                      <a:pt x="23639" y="63554"/>
                      <a:pt x="32059" y="63554"/>
                    </a:cubicBezTo>
                    <a:close/>
                  </a:path>
                </a:pathLst>
              </a:custGeom>
              <a:solidFill>
                <a:srgbClr val="67B57B"/>
              </a:solidFill>
              <a:ln w="3175" cap="flat">
                <a:solidFill>
                  <a:srgbClr val="FFFFFF"/>
                </a:solidFill>
                <a:prstDash val="solid"/>
                <a:round/>
              </a:ln>
            </p:spPr>
            <p:txBody>
              <a:bodyPr/>
              <a:lstStyle/>
              <a:p>
                <a:endParaRPr lang="en-US"/>
              </a:p>
            </p:txBody>
          </p:sp>
          <p:sp>
            <p:nvSpPr>
              <p:cNvPr id="4042" name="Freeform: Shape 4041">
                <a:extLst>
                  <a:ext uri="{FF2B5EF4-FFF2-40B4-BE49-F238E27FC236}">
                    <a16:creationId xmlns:a16="http://schemas.microsoft.com/office/drawing/2014/main" id="{48DBE6E2-B94F-0474-FB78-E9F0960CEA00}"/>
                  </a:ext>
                </a:extLst>
              </p:cNvPr>
              <p:cNvSpPr/>
              <p:nvPr/>
            </p:nvSpPr>
            <p:spPr>
              <a:xfrm>
                <a:off x="6207377" y="1372929"/>
                <a:ext cx="63500" cy="63500"/>
              </a:xfrm>
              <a:custGeom>
                <a:avLst/>
                <a:gdLst>
                  <a:gd name="csX0" fmla="*/ 32061 w 63500"/>
                  <a:gd name="csY0" fmla="*/ 63552 h 63500"/>
                  <a:gd name="csX1" fmla="*/ 54512 w 63500"/>
                  <a:gd name="csY1" fmla="*/ 54253 h 63500"/>
                  <a:gd name="csX2" fmla="*/ 63811 w 63500"/>
                  <a:gd name="csY2" fmla="*/ 31802 h 63500"/>
                  <a:gd name="csX3" fmla="*/ 54512 w 63500"/>
                  <a:gd name="csY3" fmla="*/ 9351 h 63500"/>
                  <a:gd name="csX4" fmla="*/ 32061 w 63500"/>
                  <a:gd name="csY4" fmla="*/ 52 h 63500"/>
                  <a:gd name="csX5" fmla="*/ 9611 w 63500"/>
                  <a:gd name="csY5" fmla="*/ 9351 h 63500"/>
                  <a:gd name="csX6" fmla="*/ 311 w 63500"/>
                  <a:gd name="csY6" fmla="*/ 31802 h 63500"/>
                  <a:gd name="csX7" fmla="*/ 9611 w 63500"/>
                  <a:gd name="csY7" fmla="*/ 54253 h 63500"/>
                  <a:gd name="csX8" fmla="*/ 32061 w 63500"/>
                  <a:gd name="csY8" fmla="*/ 6355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61" y="63552"/>
                    </a:moveTo>
                    <a:cubicBezTo>
                      <a:pt x="40481" y="63552"/>
                      <a:pt x="48558" y="60207"/>
                      <a:pt x="54512" y="54253"/>
                    </a:cubicBezTo>
                    <a:cubicBezTo>
                      <a:pt x="60466" y="48299"/>
                      <a:pt x="63811" y="40222"/>
                      <a:pt x="63811" y="31802"/>
                    </a:cubicBezTo>
                    <a:cubicBezTo>
                      <a:pt x="63811" y="23382"/>
                      <a:pt x="60466" y="15305"/>
                      <a:pt x="54512" y="9351"/>
                    </a:cubicBezTo>
                    <a:cubicBezTo>
                      <a:pt x="48558" y="3397"/>
                      <a:pt x="40481" y="52"/>
                      <a:pt x="32061" y="52"/>
                    </a:cubicBezTo>
                    <a:cubicBezTo>
                      <a:pt x="23641" y="52"/>
                      <a:pt x="15565" y="3397"/>
                      <a:pt x="9611" y="9351"/>
                    </a:cubicBezTo>
                    <a:cubicBezTo>
                      <a:pt x="3657" y="15305"/>
                      <a:pt x="311" y="23382"/>
                      <a:pt x="311" y="31802"/>
                    </a:cubicBezTo>
                    <a:cubicBezTo>
                      <a:pt x="311" y="40222"/>
                      <a:pt x="3657" y="48299"/>
                      <a:pt x="9611" y="54253"/>
                    </a:cubicBezTo>
                    <a:cubicBezTo>
                      <a:pt x="15565" y="60207"/>
                      <a:pt x="23641" y="63552"/>
                      <a:pt x="32061" y="63552"/>
                    </a:cubicBezTo>
                    <a:close/>
                  </a:path>
                </a:pathLst>
              </a:custGeom>
              <a:solidFill>
                <a:srgbClr val="67B57B"/>
              </a:solidFill>
              <a:ln w="3175" cap="flat">
                <a:solidFill>
                  <a:srgbClr val="FFFFFF"/>
                </a:solidFill>
                <a:prstDash val="solid"/>
                <a:round/>
              </a:ln>
            </p:spPr>
            <p:txBody>
              <a:bodyPr/>
              <a:lstStyle/>
              <a:p>
                <a:endParaRPr lang="en-US"/>
              </a:p>
            </p:txBody>
          </p:sp>
          <p:sp>
            <p:nvSpPr>
              <p:cNvPr id="4043" name="Freeform: Shape 4042">
                <a:extLst>
                  <a:ext uri="{FF2B5EF4-FFF2-40B4-BE49-F238E27FC236}">
                    <a16:creationId xmlns:a16="http://schemas.microsoft.com/office/drawing/2014/main" id="{2F7569B8-7DF1-1DC1-E270-A54C5C1D4C24}"/>
                  </a:ext>
                </a:extLst>
              </p:cNvPr>
              <p:cNvSpPr/>
              <p:nvPr/>
            </p:nvSpPr>
            <p:spPr>
              <a:xfrm>
                <a:off x="6226362" y="1351013"/>
                <a:ext cx="63500" cy="63500"/>
              </a:xfrm>
              <a:custGeom>
                <a:avLst/>
                <a:gdLst>
                  <a:gd name="csX0" fmla="*/ 32063 w 63500"/>
                  <a:gd name="csY0" fmla="*/ 63550 h 63500"/>
                  <a:gd name="csX1" fmla="*/ 54513 w 63500"/>
                  <a:gd name="csY1" fmla="*/ 54251 h 63500"/>
                  <a:gd name="csX2" fmla="*/ 63813 w 63500"/>
                  <a:gd name="csY2" fmla="*/ 31800 h 63500"/>
                  <a:gd name="csX3" fmla="*/ 54513 w 63500"/>
                  <a:gd name="csY3" fmla="*/ 9350 h 63500"/>
                  <a:gd name="csX4" fmla="*/ 32063 w 63500"/>
                  <a:gd name="csY4" fmla="*/ 50 h 63500"/>
                  <a:gd name="csX5" fmla="*/ 9612 w 63500"/>
                  <a:gd name="csY5" fmla="*/ 9350 h 63500"/>
                  <a:gd name="csX6" fmla="*/ 313 w 63500"/>
                  <a:gd name="csY6" fmla="*/ 31800 h 63500"/>
                  <a:gd name="csX7" fmla="*/ 9612 w 63500"/>
                  <a:gd name="csY7" fmla="*/ 54251 h 63500"/>
                  <a:gd name="csX8" fmla="*/ 32063 w 63500"/>
                  <a:gd name="csY8" fmla="*/ 6355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63" y="63550"/>
                    </a:moveTo>
                    <a:cubicBezTo>
                      <a:pt x="40483" y="63550"/>
                      <a:pt x="48559" y="60205"/>
                      <a:pt x="54513" y="54251"/>
                    </a:cubicBezTo>
                    <a:cubicBezTo>
                      <a:pt x="60467" y="48297"/>
                      <a:pt x="63813" y="40221"/>
                      <a:pt x="63813" y="31800"/>
                    </a:cubicBezTo>
                    <a:cubicBezTo>
                      <a:pt x="63813" y="23380"/>
                      <a:pt x="60467" y="15304"/>
                      <a:pt x="54513" y="9350"/>
                    </a:cubicBezTo>
                    <a:cubicBezTo>
                      <a:pt x="48559" y="3396"/>
                      <a:pt x="40483" y="50"/>
                      <a:pt x="32063" y="50"/>
                    </a:cubicBezTo>
                    <a:cubicBezTo>
                      <a:pt x="23643" y="50"/>
                      <a:pt x="15566" y="3396"/>
                      <a:pt x="9612" y="9350"/>
                    </a:cubicBezTo>
                    <a:cubicBezTo>
                      <a:pt x="3658" y="15304"/>
                      <a:pt x="313" y="23380"/>
                      <a:pt x="313" y="31800"/>
                    </a:cubicBezTo>
                    <a:cubicBezTo>
                      <a:pt x="313" y="40221"/>
                      <a:pt x="3658" y="48297"/>
                      <a:pt x="9612" y="54251"/>
                    </a:cubicBezTo>
                    <a:cubicBezTo>
                      <a:pt x="15566" y="60205"/>
                      <a:pt x="23643" y="63550"/>
                      <a:pt x="32063" y="63550"/>
                    </a:cubicBezTo>
                    <a:close/>
                  </a:path>
                </a:pathLst>
              </a:custGeom>
              <a:solidFill>
                <a:srgbClr val="67B57B"/>
              </a:solidFill>
              <a:ln w="3175" cap="flat">
                <a:solidFill>
                  <a:srgbClr val="FFFFFF"/>
                </a:solidFill>
                <a:prstDash val="solid"/>
                <a:round/>
              </a:ln>
            </p:spPr>
            <p:txBody>
              <a:bodyPr/>
              <a:lstStyle/>
              <a:p>
                <a:endParaRPr lang="en-US"/>
              </a:p>
            </p:txBody>
          </p:sp>
          <p:sp>
            <p:nvSpPr>
              <p:cNvPr id="4044" name="Freeform: Shape 4043">
                <a:extLst>
                  <a:ext uri="{FF2B5EF4-FFF2-40B4-BE49-F238E27FC236}">
                    <a16:creationId xmlns:a16="http://schemas.microsoft.com/office/drawing/2014/main" id="{BAA77CEE-46EE-463C-83D4-E05EA4A0D0D4}"/>
                  </a:ext>
                </a:extLst>
              </p:cNvPr>
              <p:cNvSpPr/>
              <p:nvPr/>
            </p:nvSpPr>
            <p:spPr>
              <a:xfrm>
                <a:off x="6249824" y="1329096"/>
                <a:ext cx="63500" cy="63500"/>
              </a:xfrm>
              <a:custGeom>
                <a:avLst/>
                <a:gdLst>
                  <a:gd name="csX0" fmla="*/ 32065 w 63500"/>
                  <a:gd name="csY0" fmla="*/ 63549 h 63500"/>
                  <a:gd name="csX1" fmla="*/ 54515 w 63500"/>
                  <a:gd name="csY1" fmla="*/ 54249 h 63500"/>
                  <a:gd name="csX2" fmla="*/ 63815 w 63500"/>
                  <a:gd name="csY2" fmla="*/ 31799 h 63500"/>
                  <a:gd name="csX3" fmla="*/ 54515 w 63500"/>
                  <a:gd name="csY3" fmla="*/ 9348 h 63500"/>
                  <a:gd name="csX4" fmla="*/ 32065 w 63500"/>
                  <a:gd name="csY4" fmla="*/ 49 h 63500"/>
                  <a:gd name="csX5" fmla="*/ 9614 w 63500"/>
                  <a:gd name="csY5" fmla="*/ 9348 h 63500"/>
                  <a:gd name="csX6" fmla="*/ 315 w 63500"/>
                  <a:gd name="csY6" fmla="*/ 31799 h 63500"/>
                  <a:gd name="csX7" fmla="*/ 9614 w 63500"/>
                  <a:gd name="csY7" fmla="*/ 54249 h 63500"/>
                  <a:gd name="csX8" fmla="*/ 32065 w 63500"/>
                  <a:gd name="csY8" fmla="*/ 6354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65" y="63549"/>
                    </a:moveTo>
                    <a:cubicBezTo>
                      <a:pt x="40485" y="63549"/>
                      <a:pt x="48561" y="60203"/>
                      <a:pt x="54515" y="54249"/>
                    </a:cubicBezTo>
                    <a:cubicBezTo>
                      <a:pt x="60469" y="48295"/>
                      <a:pt x="63815" y="40219"/>
                      <a:pt x="63815" y="31799"/>
                    </a:cubicBezTo>
                    <a:cubicBezTo>
                      <a:pt x="63815" y="23378"/>
                      <a:pt x="60469" y="15302"/>
                      <a:pt x="54515" y="9348"/>
                    </a:cubicBezTo>
                    <a:cubicBezTo>
                      <a:pt x="48561" y="3394"/>
                      <a:pt x="40485" y="49"/>
                      <a:pt x="32065" y="49"/>
                    </a:cubicBezTo>
                    <a:cubicBezTo>
                      <a:pt x="23644" y="49"/>
                      <a:pt x="15568" y="3394"/>
                      <a:pt x="9614" y="9348"/>
                    </a:cubicBezTo>
                    <a:cubicBezTo>
                      <a:pt x="3660" y="15302"/>
                      <a:pt x="315" y="23378"/>
                      <a:pt x="315" y="31799"/>
                    </a:cubicBezTo>
                    <a:cubicBezTo>
                      <a:pt x="315" y="40219"/>
                      <a:pt x="3660" y="48295"/>
                      <a:pt x="9614" y="54249"/>
                    </a:cubicBezTo>
                    <a:cubicBezTo>
                      <a:pt x="15568" y="60203"/>
                      <a:pt x="23644" y="63549"/>
                      <a:pt x="32065" y="63549"/>
                    </a:cubicBezTo>
                    <a:close/>
                  </a:path>
                </a:pathLst>
              </a:custGeom>
              <a:solidFill>
                <a:srgbClr val="67B57B"/>
              </a:solidFill>
              <a:ln w="3175" cap="flat">
                <a:solidFill>
                  <a:srgbClr val="FFFFFF"/>
                </a:solidFill>
                <a:prstDash val="solid"/>
                <a:round/>
              </a:ln>
            </p:spPr>
            <p:txBody>
              <a:bodyPr/>
              <a:lstStyle/>
              <a:p>
                <a:endParaRPr lang="en-US"/>
              </a:p>
            </p:txBody>
          </p:sp>
          <p:sp>
            <p:nvSpPr>
              <p:cNvPr id="4045" name="Freeform: Shape 4044">
                <a:extLst>
                  <a:ext uri="{FF2B5EF4-FFF2-40B4-BE49-F238E27FC236}">
                    <a16:creationId xmlns:a16="http://schemas.microsoft.com/office/drawing/2014/main" id="{AEB8ABE7-D809-1B7E-A256-6B5CCB474982}"/>
                  </a:ext>
                </a:extLst>
              </p:cNvPr>
              <p:cNvSpPr/>
              <p:nvPr/>
            </p:nvSpPr>
            <p:spPr>
              <a:xfrm>
                <a:off x="6346995" y="1307180"/>
                <a:ext cx="63500" cy="63500"/>
              </a:xfrm>
              <a:custGeom>
                <a:avLst/>
                <a:gdLst>
                  <a:gd name="csX0" fmla="*/ 32072 w 63500"/>
                  <a:gd name="csY0" fmla="*/ 63547 h 63500"/>
                  <a:gd name="csX1" fmla="*/ 54523 w 63500"/>
                  <a:gd name="csY1" fmla="*/ 54248 h 63500"/>
                  <a:gd name="csX2" fmla="*/ 63822 w 63500"/>
                  <a:gd name="csY2" fmla="*/ 31797 h 63500"/>
                  <a:gd name="csX3" fmla="*/ 54523 w 63500"/>
                  <a:gd name="csY3" fmla="*/ 9346 h 63500"/>
                  <a:gd name="csX4" fmla="*/ 32072 w 63500"/>
                  <a:gd name="csY4" fmla="*/ 47 h 63500"/>
                  <a:gd name="csX5" fmla="*/ 9622 w 63500"/>
                  <a:gd name="csY5" fmla="*/ 9346 h 63500"/>
                  <a:gd name="csX6" fmla="*/ 322 w 63500"/>
                  <a:gd name="csY6" fmla="*/ 31797 h 63500"/>
                  <a:gd name="csX7" fmla="*/ 9622 w 63500"/>
                  <a:gd name="csY7" fmla="*/ 54248 h 63500"/>
                  <a:gd name="csX8" fmla="*/ 32072 w 63500"/>
                  <a:gd name="csY8" fmla="*/ 6354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72" y="63547"/>
                    </a:moveTo>
                    <a:cubicBezTo>
                      <a:pt x="40492" y="63547"/>
                      <a:pt x="48569" y="60202"/>
                      <a:pt x="54523" y="54248"/>
                    </a:cubicBezTo>
                    <a:cubicBezTo>
                      <a:pt x="60477" y="48294"/>
                      <a:pt x="63822" y="40217"/>
                      <a:pt x="63822" y="31797"/>
                    </a:cubicBezTo>
                    <a:cubicBezTo>
                      <a:pt x="63822" y="23377"/>
                      <a:pt x="60477" y="15300"/>
                      <a:pt x="54523" y="9346"/>
                    </a:cubicBezTo>
                    <a:cubicBezTo>
                      <a:pt x="48569" y="3392"/>
                      <a:pt x="40492" y="47"/>
                      <a:pt x="32072" y="47"/>
                    </a:cubicBezTo>
                    <a:cubicBezTo>
                      <a:pt x="23652" y="47"/>
                      <a:pt x="15576" y="3392"/>
                      <a:pt x="9622" y="9346"/>
                    </a:cubicBezTo>
                    <a:cubicBezTo>
                      <a:pt x="3668" y="15300"/>
                      <a:pt x="322" y="23377"/>
                      <a:pt x="322" y="31797"/>
                    </a:cubicBezTo>
                    <a:cubicBezTo>
                      <a:pt x="322" y="40217"/>
                      <a:pt x="3668" y="48294"/>
                      <a:pt x="9622" y="54248"/>
                    </a:cubicBezTo>
                    <a:cubicBezTo>
                      <a:pt x="15576" y="60202"/>
                      <a:pt x="23652" y="63547"/>
                      <a:pt x="32072" y="63547"/>
                    </a:cubicBezTo>
                    <a:close/>
                  </a:path>
                </a:pathLst>
              </a:custGeom>
              <a:solidFill>
                <a:srgbClr val="67B57B"/>
              </a:solidFill>
              <a:ln w="3175" cap="flat">
                <a:solidFill>
                  <a:srgbClr val="FFFFFF"/>
                </a:solidFill>
                <a:prstDash val="solid"/>
                <a:round/>
              </a:ln>
            </p:spPr>
            <p:txBody>
              <a:bodyPr/>
              <a:lstStyle/>
              <a:p>
                <a:endParaRPr lang="en-US"/>
              </a:p>
            </p:txBody>
          </p:sp>
          <p:sp>
            <p:nvSpPr>
              <p:cNvPr id="4046" name="Freeform: Shape 4045">
                <a:extLst>
                  <a:ext uri="{FF2B5EF4-FFF2-40B4-BE49-F238E27FC236}">
                    <a16:creationId xmlns:a16="http://schemas.microsoft.com/office/drawing/2014/main" id="{98633A5E-0974-B3C3-6DDA-58CA03577B78}"/>
                  </a:ext>
                </a:extLst>
              </p:cNvPr>
              <p:cNvSpPr/>
              <p:nvPr/>
            </p:nvSpPr>
            <p:spPr>
              <a:xfrm>
                <a:off x="6373641" y="1285263"/>
                <a:ext cx="63500" cy="63500"/>
              </a:xfrm>
              <a:custGeom>
                <a:avLst/>
                <a:gdLst>
                  <a:gd name="csX0" fmla="*/ 32074 w 63500"/>
                  <a:gd name="csY0" fmla="*/ 63545 h 63500"/>
                  <a:gd name="csX1" fmla="*/ 54525 w 63500"/>
                  <a:gd name="csY1" fmla="*/ 54246 h 63500"/>
                  <a:gd name="csX2" fmla="*/ 63824 w 63500"/>
                  <a:gd name="csY2" fmla="*/ 31795 h 63500"/>
                  <a:gd name="csX3" fmla="*/ 54525 w 63500"/>
                  <a:gd name="csY3" fmla="*/ 9345 h 63500"/>
                  <a:gd name="csX4" fmla="*/ 32074 w 63500"/>
                  <a:gd name="csY4" fmla="*/ 45 h 63500"/>
                  <a:gd name="csX5" fmla="*/ 9624 w 63500"/>
                  <a:gd name="csY5" fmla="*/ 9345 h 63500"/>
                  <a:gd name="csX6" fmla="*/ 324 w 63500"/>
                  <a:gd name="csY6" fmla="*/ 31795 h 63500"/>
                  <a:gd name="csX7" fmla="*/ 9624 w 63500"/>
                  <a:gd name="csY7" fmla="*/ 54246 h 63500"/>
                  <a:gd name="csX8" fmla="*/ 32074 w 63500"/>
                  <a:gd name="csY8" fmla="*/ 6354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74" y="63545"/>
                    </a:moveTo>
                    <a:cubicBezTo>
                      <a:pt x="40495" y="63545"/>
                      <a:pt x="48571" y="60200"/>
                      <a:pt x="54525" y="54246"/>
                    </a:cubicBezTo>
                    <a:cubicBezTo>
                      <a:pt x="60479" y="48292"/>
                      <a:pt x="63824" y="40215"/>
                      <a:pt x="63824" y="31795"/>
                    </a:cubicBezTo>
                    <a:cubicBezTo>
                      <a:pt x="63824" y="23375"/>
                      <a:pt x="60479" y="15299"/>
                      <a:pt x="54525" y="9345"/>
                    </a:cubicBezTo>
                    <a:cubicBezTo>
                      <a:pt x="48571" y="3391"/>
                      <a:pt x="40495" y="45"/>
                      <a:pt x="32074" y="45"/>
                    </a:cubicBezTo>
                    <a:cubicBezTo>
                      <a:pt x="23654" y="45"/>
                      <a:pt x="15578" y="3391"/>
                      <a:pt x="9624" y="9345"/>
                    </a:cubicBezTo>
                    <a:cubicBezTo>
                      <a:pt x="3670" y="15299"/>
                      <a:pt x="324" y="23375"/>
                      <a:pt x="324" y="31795"/>
                    </a:cubicBezTo>
                    <a:cubicBezTo>
                      <a:pt x="324" y="40215"/>
                      <a:pt x="3670" y="48292"/>
                      <a:pt x="9624" y="54246"/>
                    </a:cubicBezTo>
                    <a:cubicBezTo>
                      <a:pt x="15578" y="60200"/>
                      <a:pt x="23654" y="63545"/>
                      <a:pt x="32074" y="63545"/>
                    </a:cubicBezTo>
                    <a:close/>
                  </a:path>
                </a:pathLst>
              </a:custGeom>
              <a:solidFill>
                <a:srgbClr val="67B57B"/>
              </a:solidFill>
              <a:ln w="3175" cap="flat">
                <a:solidFill>
                  <a:srgbClr val="FFFFFF"/>
                </a:solidFill>
                <a:prstDash val="solid"/>
                <a:round/>
              </a:ln>
            </p:spPr>
            <p:txBody>
              <a:bodyPr/>
              <a:lstStyle/>
              <a:p>
                <a:endParaRPr lang="en-US"/>
              </a:p>
            </p:txBody>
          </p:sp>
          <p:sp>
            <p:nvSpPr>
              <p:cNvPr id="4047" name="Freeform: Shape 4046">
                <a:extLst>
                  <a:ext uri="{FF2B5EF4-FFF2-40B4-BE49-F238E27FC236}">
                    <a16:creationId xmlns:a16="http://schemas.microsoft.com/office/drawing/2014/main" id="{1A8E61C8-2385-CC21-4C53-24698267A5DB}"/>
                  </a:ext>
                </a:extLst>
              </p:cNvPr>
              <p:cNvSpPr/>
              <p:nvPr/>
            </p:nvSpPr>
            <p:spPr>
              <a:xfrm>
                <a:off x="6419311" y="1263347"/>
                <a:ext cx="63500" cy="63500"/>
              </a:xfrm>
              <a:custGeom>
                <a:avLst/>
                <a:gdLst>
                  <a:gd name="csX0" fmla="*/ 32078 w 63500"/>
                  <a:gd name="csY0" fmla="*/ 63543 h 63500"/>
                  <a:gd name="csX1" fmla="*/ 54529 w 63500"/>
                  <a:gd name="csY1" fmla="*/ 54244 h 63500"/>
                  <a:gd name="csX2" fmla="*/ 63828 w 63500"/>
                  <a:gd name="csY2" fmla="*/ 31793 h 63500"/>
                  <a:gd name="csX3" fmla="*/ 54529 w 63500"/>
                  <a:gd name="csY3" fmla="*/ 9343 h 63500"/>
                  <a:gd name="csX4" fmla="*/ 32078 w 63500"/>
                  <a:gd name="csY4" fmla="*/ 43 h 63500"/>
                  <a:gd name="csX5" fmla="*/ 9627 w 63500"/>
                  <a:gd name="csY5" fmla="*/ 9343 h 63500"/>
                  <a:gd name="csX6" fmla="*/ 328 w 63500"/>
                  <a:gd name="csY6" fmla="*/ 31793 h 63500"/>
                  <a:gd name="csX7" fmla="*/ 9627 w 63500"/>
                  <a:gd name="csY7" fmla="*/ 54244 h 63500"/>
                  <a:gd name="csX8" fmla="*/ 32078 w 63500"/>
                  <a:gd name="csY8" fmla="*/ 6354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78" y="63543"/>
                    </a:moveTo>
                    <a:cubicBezTo>
                      <a:pt x="40498" y="63543"/>
                      <a:pt x="48575" y="60198"/>
                      <a:pt x="54529" y="54244"/>
                    </a:cubicBezTo>
                    <a:cubicBezTo>
                      <a:pt x="60483" y="48290"/>
                      <a:pt x="63828" y="40214"/>
                      <a:pt x="63828" y="31793"/>
                    </a:cubicBezTo>
                    <a:cubicBezTo>
                      <a:pt x="63828" y="23373"/>
                      <a:pt x="60483" y="15297"/>
                      <a:pt x="54529" y="9343"/>
                    </a:cubicBezTo>
                    <a:cubicBezTo>
                      <a:pt x="48575" y="3389"/>
                      <a:pt x="40498" y="43"/>
                      <a:pt x="32078" y="43"/>
                    </a:cubicBezTo>
                    <a:cubicBezTo>
                      <a:pt x="23658" y="43"/>
                      <a:pt x="15581" y="3389"/>
                      <a:pt x="9627" y="9343"/>
                    </a:cubicBezTo>
                    <a:cubicBezTo>
                      <a:pt x="3673" y="15297"/>
                      <a:pt x="328" y="23373"/>
                      <a:pt x="328" y="31793"/>
                    </a:cubicBezTo>
                    <a:cubicBezTo>
                      <a:pt x="328" y="40214"/>
                      <a:pt x="3673" y="48290"/>
                      <a:pt x="9627" y="54244"/>
                    </a:cubicBezTo>
                    <a:cubicBezTo>
                      <a:pt x="15581" y="60198"/>
                      <a:pt x="23658" y="63543"/>
                      <a:pt x="32078" y="63543"/>
                    </a:cubicBezTo>
                    <a:close/>
                  </a:path>
                </a:pathLst>
              </a:custGeom>
              <a:solidFill>
                <a:srgbClr val="67B57B"/>
              </a:solidFill>
              <a:ln w="3175" cap="flat">
                <a:solidFill>
                  <a:srgbClr val="FFFFFF"/>
                </a:solidFill>
                <a:prstDash val="solid"/>
                <a:round/>
              </a:ln>
            </p:spPr>
            <p:txBody>
              <a:bodyPr/>
              <a:lstStyle/>
              <a:p>
                <a:endParaRPr lang="en-US"/>
              </a:p>
            </p:txBody>
          </p:sp>
        </p:grpSp>
      </p:grpSp>
      <p:grpSp>
        <p:nvGrpSpPr>
          <p:cNvPr id="4136" name="Group 4135">
            <a:extLst>
              <a:ext uri="{FF2B5EF4-FFF2-40B4-BE49-F238E27FC236}">
                <a16:creationId xmlns:a16="http://schemas.microsoft.com/office/drawing/2014/main" id="{48EA239A-E6F7-60A8-110C-F2FDB8772FD2}"/>
              </a:ext>
            </a:extLst>
          </p:cNvPr>
          <p:cNvGrpSpPr/>
          <p:nvPr/>
        </p:nvGrpSpPr>
        <p:grpSpPr>
          <a:xfrm>
            <a:off x="757901" y="2695410"/>
            <a:ext cx="1774987" cy="473736"/>
            <a:chOff x="757901" y="2695410"/>
            <a:chExt cx="1774987" cy="473736"/>
          </a:xfrm>
        </p:grpSpPr>
        <p:sp>
          <p:nvSpPr>
            <p:cNvPr id="29" name="Freeform: Shape 28">
              <a:extLst>
                <a:ext uri="{FF2B5EF4-FFF2-40B4-BE49-F238E27FC236}">
                  <a16:creationId xmlns:a16="http://schemas.microsoft.com/office/drawing/2014/main" id="{3C19D8AF-4B3A-0180-74F1-AA1C83580ED7}"/>
                </a:ext>
              </a:extLst>
            </p:cNvPr>
            <p:cNvSpPr/>
            <p:nvPr/>
          </p:nvSpPr>
          <p:spPr>
            <a:xfrm>
              <a:off x="777019" y="2714528"/>
              <a:ext cx="1736751" cy="435499"/>
            </a:xfrm>
            <a:custGeom>
              <a:avLst/>
              <a:gdLst>
                <a:gd name="csX0" fmla="*/ 0 w 2884260"/>
                <a:gd name="csY0" fmla="*/ 723243 h 723243"/>
                <a:gd name="csX1" fmla="*/ 14257 w 2884260"/>
                <a:gd name="csY1" fmla="*/ 701327 h 723243"/>
                <a:gd name="csX2" fmla="*/ 24757 w 2884260"/>
                <a:gd name="csY2" fmla="*/ 679410 h 723243"/>
                <a:gd name="csX3" fmla="*/ 39895 w 2884260"/>
                <a:gd name="csY3" fmla="*/ 657494 h 723243"/>
                <a:gd name="csX4" fmla="*/ 64404 w 2884260"/>
                <a:gd name="csY4" fmla="*/ 635577 h 723243"/>
                <a:gd name="csX5" fmla="*/ 89252 w 2884260"/>
                <a:gd name="csY5" fmla="*/ 613661 h 723243"/>
                <a:gd name="csX6" fmla="*/ 99113 w 2884260"/>
                <a:gd name="csY6" fmla="*/ 591744 h 723243"/>
                <a:gd name="csX7" fmla="*/ 115224 w 2884260"/>
                <a:gd name="csY7" fmla="*/ 569828 h 723243"/>
                <a:gd name="csX8" fmla="*/ 147747 w 2884260"/>
                <a:gd name="csY8" fmla="*/ 547912 h 723243"/>
                <a:gd name="csX9" fmla="*/ 176517 w 2884260"/>
                <a:gd name="csY9" fmla="*/ 525995 h 723243"/>
                <a:gd name="csX10" fmla="*/ 199980 w 2884260"/>
                <a:gd name="csY10" fmla="*/ 504079 h 723243"/>
                <a:gd name="csX11" fmla="*/ 214062 w 2884260"/>
                <a:gd name="csY11" fmla="*/ 482162 h 723243"/>
                <a:gd name="csX12" fmla="*/ 227400 w 2884260"/>
                <a:gd name="csY12" fmla="*/ 460246 h 723243"/>
                <a:gd name="csX13" fmla="*/ 250950 w 2884260"/>
                <a:gd name="csY13" fmla="*/ 438329 h 723243"/>
                <a:gd name="csX14" fmla="*/ 268581 w 2884260"/>
                <a:gd name="csY14" fmla="*/ 416413 h 723243"/>
                <a:gd name="csX15" fmla="*/ 287805 w 2884260"/>
                <a:gd name="csY15" fmla="*/ 394496 h 723243"/>
                <a:gd name="csX16" fmla="*/ 336520 w 2884260"/>
                <a:gd name="csY16" fmla="*/ 372580 h 723243"/>
                <a:gd name="csX17" fmla="*/ 379344 w 2884260"/>
                <a:gd name="csY17" fmla="*/ 350663 h 723243"/>
                <a:gd name="csX18" fmla="*/ 399969 w 2884260"/>
                <a:gd name="csY18" fmla="*/ 328747 h 723243"/>
                <a:gd name="csX19" fmla="*/ 420858 w 2884260"/>
                <a:gd name="csY19" fmla="*/ 306831 h 723243"/>
                <a:gd name="csX20" fmla="*/ 441309 w 2884260"/>
                <a:gd name="csY20" fmla="*/ 284914 h 723243"/>
                <a:gd name="csX21" fmla="*/ 478715 w 2884260"/>
                <a:gd name="csY21" fmla="*/ 262998 h 723243"/>
                <a:gd name="csX22" fmla="*/ 497298 w 2884260"/>
                <a:gd name="csY22" fmla="*/ 241081 h 723243"/>
                <a:gd name="csX23" fmla="*/ 531566 w 2884260"/>
                <a:gd name="csY23" fmla="*/ 219165 h 723243"/>
                <a:gd name="csX24" fmla="*/ 557334 w 2884260"/>
                <a:gd name="csY24" fmla="*/ 197248 h 723243"/>
                <a:gd name="csX25" fmla="*/ 625803 w 2884260"/>
                <a:gd name="csY25" fmla="*/ 175332 h 723243"/>
                <a:gd name="csX26" fmla="*/ 2322025 w 2884260"/>
                <a:gd name="csY26" fmla="*/ 153415 h 723243"/>
                <a:gd name="csX27" fmla="*/ 2356670 w 2884260"/>
                <a:gd name="csY27" fmla="*/ 131499 h 723243"/>
                <a:gd name="csX28" fmla="*/ 2393075 w 2884260"/>
                <a:gd name="csY28" fmla="*/ 109582 h 723243"/>
                <a:gd name="csX29" fmla="*/ 2435463 w 2884260"/>
                <a:gd name="csY29" fmla="*/ 87666 h 723243"/>
                <a:gd name="csX30" fmla="*/ 2787319 w 2884260"/>
                <a:gd name="csY30" fmla="*/ 65749 h 723243"/>
                <a:gd name="csX31" fmla="*/ 2810431 w 2884260"/>
                <a:gd name="csY31" fmla="*/ 43833 h 723243"/>
                <a:gd name="csX32" fmla="*/ 2844672 w 2884260"/>
                <a:gd name="csY32" fmla="*/ 21916 h 723243"/>
                <a:gd name="csX33" fmla="*/ 2884261 w 2884260"/>
                <a:gd name="csY33" fmla="*/ 0 h 7232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884260" h="723243">
                  <a:moveTo>
                    <a:pt x="0" y="723243"/>
                  </a:moveTo>
                  <a:lnTo>
                    <a:pt x="14257" y="701327"/>
                  </a:lnTo>
                  <a:lnTo>
                    <a:pt x="24757" y="679410"/>
                  </a:lnTo>
                  <a:lnTo>
                    <a:pt x="39895" y="657494"/>
                  </a:lnTo>
                  <a:lnTo>
                    <a:pt x="64404" y="635577"/>
                  </a:lnTo>
                  <a:lnTo>
                    <a:pt x="89252" y="613661"/>
                  </a:lnTo>
                  <a:lnTo>
                    <a:pt x="99113" y="591744"/>
                  </a:lnTo>
                  <a:lnTo>
                    <a:pt x="115224" y="569828"/>
                  </a:lnTo>
                  <a:lnTo>
                    <a:pt x="147747" y="547912"/>
                  </a:lnTo>
                  <a:lnTo>
                    <a:pt x="176517" y="525995"/>
                  </a:lnTo>
                  <a:lnTo>
                    <a:pt x="199980" y="504079"/>
                  </a:lnTo>
                  <a:lnTo>
                    <a:pt x="214062" y="482162"/>
                  </a:lnTo>
                  <a:lnTo>
                    <a:pt x="227400" y="460246"/>
                  </a:lnTo>
                  <a:lnTo>
                    <a:pt x="250950" y="438329"/>
                  </a:lnTo>
                  <a:lnTo>
                    <a:pt x="268581" y="416413"/>
                  </a:lnTo>
                  <a:lnTo>
                    <a:pt x="287805" y="394496"/>
                  </a:lnTo>
                  <a:lnTo>
                    <a:pt x="336520" y="372580"/>
                  </a:lnTo>
                  <a:lnTo>
                    <a:pt x="379344" y="350663"/>
                  </a:lnTo>
                  <a:lnTo>
                    <a:pt x="399969" y="328747"/>
                  </a:lnTo>
                  <a:lnTo>
                    <a:pt x="420858" y="306831"/>
                  </a:lnTo>
                  <a:lnTo>
                    <a:pt x="441309" y="284914"/>
                  </a:lnTo>
                  <a:lnTo>
                    <a:pt x="478715" y="262998"/>
                  </a:lnTo>
                  <a:lnTo>
                    <a:pt x="497298" y="241081"/>
                  </a:lnTo>
                  <a:lnTo>
                    <a:pt x="531566" y="219165"/>
                  </a:lnTo>
                  <a:lnTo>
                    <a:pt x="557334" y="197248"/>
                  </a:lnTo>
                  <a:lnTo>
                    <a:pt x="625803" y="175332"/>
                  </a:lnTo>
                  <a:lnTo>
                    <a:pt x="2322025" y="153415"/>
                  </a:lnTo>
                  <a:lnTo>
                    <a:pt x="2356670" y="131499"/>
                  </a:lnTo>
                  <a:lnTo>
                    <a:pt x="2393075" y="109582"/>
                  </a:lnTo>
                  <a:lnTo>
                    <a:pt x="2435463" y="87666"/>
                  </a:lnTo>
                  <a:lnTo>
                    <a:pt x="2787319" y="65749"/>
                  </a:lnTo>
                  <a:lnTo>
                    <a:pt x="2810431" y="43833"/>
                  </a:lnTo>
                  <a:lnTo>
                    <a:pt x="2844672" y="21916"/>
                  </a:lnTo>
                  <a:lnTo>
                    <a:pt x="2884261" y="0"/>
                  </a:lnTo>
                </a:path>
              </a:pathLst>
            </a:custGeom>
            <a:noFill/>
            <a:ln w="12700" cap="rnd">
              <a:solidFill>
                <a:srgbClr val="808080"/>
              </a:solidFill>
              <a:prstDash val="solid"/>
              <a:round/>
            </a:ln>
          </p:spPr>
          <p:txBody>
            <a:bodyPr/>
            <a:lstStyle/>
            <a:p>
              <a:endParaRPr lang="en-US"/>
            </a:p>
          </p:txBody>
        </p:sp>
        <p:grpSp>
          <p:nvGrpSpPr>
            <p:cNvPr id="31" name="Graphic 4">
              <a:extLst>
                <a:ext uri="{FF2B5EF4-FFF2-40B4-BE49-F238E27FC236}">
                  <a16:creationId xmlns:a16="http://schemas.microsoft.com/office/drawing/2014/main" id="{BD1EB7B8-3C81-7456-A34D-5594E5391365}"/>
                </a:ext>
              </a:extLst>
            </p:cNvPr>
            <p:cNvGrpSpPr/>
            <p:nvPr/>
          </p:nvGrpSpPr>
          <p:grpSpPr>
            <a:xfrm>
              <a:off x="757901" y="2695410"/>
              <a:ext cx="1774987" cy="473736"/>
              <a:chOff x="3310907" y="2797499"/>
              <a:chExt cx="2947760" cy="786743"/>
            </a:xfrm>
          </p:grpSpPr>
          <p:sp>
            <p:nvSpPr>
              <p:cNvPr id="3908" name="Freeform: Shape 3907">
                <a:extLst>
                  <a:ext uri="{FF2B5EF4-FFF2-40B4-BE49-F238E27FC236}">
                    <a16:creationId xmlns:a16="http://schemas.microsoft.com/office/drawing/2014/main" id="{CE46F008-B350-5411-F4A7-15226B20971B}"/>
                  </a:ext>
                </a:extLst>
              </p:cNvPr>
              <p:cNvSpPr/>
              <p:nvPr/>
            </p:nvSpPr>
            <p:spPr>
              <a:xfrm>
                <a:off x="3310907" y="3520742"/>
                <a:ext cx="63500" cy="63500"/>
              </a:xfrm>
              <a:custGeom>
                <a:avLst/>
                <a:gdLst>
                  <a:gd name="csX0" fmla="*/ 31833 w 63500"/>
                  <a:gd name="csY0" fmla="*/ 63721 h 63500"/>
                  <a:gd name="csX1" fmla="*/ 54284 w 63500"/>
                  <a:gd name="csY1" fmla="*/ 54422 h 63500"/>
                  <a:gd name="csX2" fmla="*/ 63583 w 63500"/>
                  <a:gd name="csY2" fmla="*/ 31971 h 63500"/>
                  <a:gd name="csX3" fmla="*/ 54284 w 63500"/>
                  <a:gd name="csY3" fmla="*/ 9521 h 63500"/>
                  <a:gd name="csX4" fmla="*/ 31833 w 63500"/>
                  <a:gd name="csY4" fmla="*/ 221 h 63500"/>
                  <a:gd name="csX5" fmla="*/ 9383 w 63500"/>
                  <a:gd name="csY5" fmla="*/ 9521 h 63500"/>
                  <a:gd name="csX6" fmla="*/ 83 w 63500"/>
                  <a:gd name="csY6" fmla="*/ 31971 h 63500"/>
                  <a:gd name="csX7" fmla="*/ 9383 w 63500"/>
                  <a:gd name="csY7" fmla="*/ 54422 h 63500"/>
                  <a:gd name="csX8" fmla="*/ 31833 w 63500"/>
                  <a:gd name="csY8" fmla="*/ 6372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33" y="63721"/>
                    </a:moveTo>
                    <a:cubicBezTo>
                      <a:pt x="40253" y="63721"/>
                      <a:pt x="48330" y="60376"/>
                      <a:pt x="54284" y="54422"/>
                    </a:cubicBezTo>
                    <a:cubicBezTo>
                      <a:pt x="60238" y="48468"/>
                      <a:pt x="63583" y="40391"/>
                      <a:pt x="63583" y="31971"/>
                    </a:cubicBezTo>
                    <a:cubicBezTo>
                      <a:pt x="63583" y="23551"/>
                      <a:pt x="60238" y="15475"/>
                      <a:pt x="54284" y="9521"/>
                    </a:cubicBezTo>
                    <a:cubicBezTo>
                      <a:pt x="48330" y="3567"/>
                      <a:pt x="40253" y="221"/>
                      <a:pt x="31833" y="221"/>
                    </a:cubicBezTo>
                    <a:cubicBezTo>
                      <a:pt x="23413" y="221"/>
                      <a:pt x="15337" y="3567"/>
                      <a:pt x="9383" y="9521"/>
                    </a:cubicBezTo>
                    <a:cubicBezTo>
                      <a:pt x="3429" y="15475"/>
                      <a:pt x="83" y="23551"/>
                      <a:pt x="83" y="31971"/>
                    </a:cubicBezTo>
                    <a:cubicBezTo>
                      <a:pt x="83" y="40391"/>
                      <a:pt x="3429" y="48468"/>
                      <a:pt x="9383" y="54422"/>
                    </a:cubicBezTo>
                    <a:cubicBezTo>
                      <a:pt x="15337" y="60376"/>
                      <a:pt x="23413" y="63721"/>
                      <a:pt x="31833" y="63721"/>
                    </a:cubicBezTo>
                    <a:close/>
                  </a:path>
                </a:pathLst>
              </a:custGeom>
              <a:solidFill>
                <a:srgbClr val="67B57B"/>
              </a:solidFill>
              <a:ln w="3175" cap="flat">
                <a:solidFill>
                  <a:srgbClr val="FFFFFF"/>
                </a:solidFill>
                <a:prstDash val="solid"/>
                <a:round/>
              </a:ln>
            </p:spPr>
            <p:txBody>
              <a:bodyPr/>
              <a:lstStyle/>
              <a:p>
                <a:endParaRPr lang="en-US"/>
              </a:p>
            </p:txBody>
          </p:sp>
          <p:sp>
            <p:nvSpPr>
              <p:cNvPr id="3909" name="Freeform: Shape 3908">
                <a:extLst>
                  <a:ext uri="{FF2B5EF4-FFF2-40B4-BE49-F238E27FC236}">
                    <a16:creationId xmlns:a16="http://schemas.microsoft.com/office/drawing/2014/main" id="{CA1A8C15-6606-BEA3-230F-FCBFF16D6167}"/>
                  </a:ext>
                </a:extLst>
              </p:cNvPr>
              <p:cNvSpPr/>
              <p:nvPr/>
            </p:nvSpPr>
            <p:spPr>
              <a:xfrm>
                <a:off x="3325164" y="3498826"/>
                <a:ext cx="63500" cy="63500"/>
              </a:xfrm>
              <a:custGeom>
                <a:avLst/>
                <a:gdLst>
                  <a:gd name="csX0" fmla="*/ 31834 w 63500"/>
                  <a:gd name="csY0" fmla="*/ 63720 h 63500"/>
                  <a:gd name="csX1" fmla="*/ 54285 w 63500"/>
                  <a:gd name="csY1" fmla="*/ 54420 h 63500"/>
                  <a:gd name="csX2" fmla="*/ 63584 w 63500"/>
                  <a:gd name="csY2" fmla="*/ 31969 h 63500"/>
                  <a:gd name="csX3" fmla="*/ 54285 w 63500"/>
                  <a:gd name="csY3" fmla="*/ 9519 h 63500"/>
                  <a:gd name="csX4" fmla="*/ 31834 w 63500"/>
                  <a:gd name="csY4" fmla="*/ 219 h 63500"/>
                  <a:gd name="csX5" fmla="*/ 9384 w 63500"/>
                  <a:gd name="csY5" fmla="*/ 9519 h 63500"/>
                  <a:gd name="csX6" fmla="*/ 84 w 63500"/>
                  <a:gd name="csY6" fmla="*/ 31969 h 63500"/>
                  <a:gd name="csX7" fmla="*/ 9384 w 63500"/>
                  <a:gd name="csY7" fmla="*/ 54420 h 63500"/>
                  <a:gd name="csX8" fmla="*/ 31834 w 63500"/>
                  <a:gd name="csY8" fmla="*/ 6372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34" y="63720"/>
                    </a:moveTo>
                    <a:cubicBezTo>
                      <a:pt x="40255" y="63720"/>
                      <a:pt x="48331" y="60374"/>
                      <a:pt x="54285" y="54420"/>
                    </a:cubicBezTo>
                    <a:cubicBezTo>
                      <a:pt x="60239" y="48466"/>
                      <a:pt x="63584" y="40390"/>
                      <a:pt x="63584" y="31969"/>
                    </a:cubicBezTo>
                    <a:cubicBezTo>
                      <a:pt x="63584" y="23549"/>
                      <a:pt x="60239" y="15473"/>
                      <a:pt x="54285" y="9519"/>
                    </a:cubicBezTo>
                    <a:cubicBezTo>
                      <a:pt x="48331" y="3565"/>
                      <a:pt x="40255" y="219"/>
                      <a:pt x="31834" y="219"/>
                    </a:cubicBezTo>
                    <a:cubicBezTo>
                      <a:pt x="23414" y="219"/>
                      <a:pt x="15338" y="3565"/>
                      <a:pt x="9384" y="9519"/>
                    </a:cubicBezTo>
                    <a:cubicBezTo>
                      <a:pt x="3430" y="15473"/>
                      <a:pt x="84" y="23549"/>
                      <a:pt x="84" y="31969"/>
                    </a:cubicBezTo>
                    <a:cubicBezTo>
                      <a:pt x="84" y="40390"/>
                      <a:pt x="3430" y="48466"/>
                      <a:pt x="9384" y="54420"/>
                    </a:cubicBezTo>
                    <a:cubicBezTo>
                      <a:pt x="15338" y="60374"/>
                      <a:pt x="23414" y="63720"/>
                      <a:pt x="31834" y="63720"/>
                    </a:cubicBezTo>
                    <a:close/>
                  </a:path>
                </a:pathLst>
              </a:custGeom>
              <a:solidFill>
                <a:srgbClr val="67B57B"/>
              </a:solidFill>
              <a:ln w="3175" cap="flat">
                <a:solidFill>
                  <a:srgbClr val="FFFFFF"/>
                </a:solidFill>
                <a:prstDash val="solid"/>
                <a:round/>
              </a:ln>
            </p:spPr>
            <p:txBody>
              <a:bodyPr/>
              <a:lstStyle/>
              <a:p>
                <a:endParaRPr lang="en-US"/>
              </a:p>
            </p:txBody>
          </p:sp>
          <p:sp>
            <p:nvSpPr>
              <p:cNvPr id="3910" name="Freeform: Shape 3909">
                <a:extLst>
                  <a:ext uri="{FF2B5EF4-FFF2-40B4-BE49-F238E27FC236}">
                    <a16:creationId xmlns:a16="http://schemas.microsoft.com/office/drawing/2014/main" id="{03249197-5966-142E-BCF8-EA2538CE0F98}"/>
                  </a:ext>
                </a:extLst>
              </p:cNvPr>
              <p:cNvSpPr/>
              <p:nvPr/>
            </p:nvSpPr>
            <p:spPr>
              <a:xfrm>
                <a:off x="3335664" y="3476909"/>
                <a:ext cx="63500" cy="63500"/>
              </a:xfrm>
              <a:custGeom>
                <a:avLst/>
                <a:gdLst>
                  <a:gd name="csX0" fmla="*/ 31835 w 63500"/>
                  <a:gd name="csY0" fmla="*/ 63718 h 63500"/>
                  <a:gd name="csX1" fmla="*/ 54286 w 63500"/>
                  <a:gd name="csY1" fmla="*/ 54418 h 63500"/>
                  <a:gd name="csX2" fmla="*/ 63585 w 63500"/>
                  <a:gd name="csY2" fmla="*/ 31968 h 63500"/>
                  <a:gd name="csX3" fmla="*/ 54286 w 63500"/>
                  <a:gd name="csY3" fmla="*/ 9517 h 63500"/>
                  <a:gd name="csX4" fmla="*/ 31835 w 63500"/>
                  <a:gd name="csY4" fmla="*/ 218 h 63500"/>
                  <a:gd name="csX5" fmla="*/ 9385 w 63500"/>
                  <a:gd name="csY5" fmla="*/ 9517 h 63500"/>
                  <a:gd name="csX6" fmla="*/ 85 w 63500"/>
                  <a:gd name="csY6" fmla="*/ 31968 h 63500"/>
                  <a:gd name="csX7" fmla="*/ 9385 w 63500"/>
                  <a:gd name="csY7" fmla="*/ 54418 h 63500"/>
                  <a:gd name="csX8" fmla="*/ 31835 w 63500"/>
                  <a:gd name="csY8" fmla="*/ 6371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35" y="63718"/>
                    </a:moveTo>
                    <a:cubicBezTo>
                      <a:pt x="40255" y="63718"/>
                      <a:pt x="48332" y="60372"/>
                      <a:pt x="54286" y="54418"/>
                    </a:cubicBezTo>
                    <a:cubicBezTo>
                      <a:pt x="60240" y="48464"/>
                      <a:pt x="63585" y="40388"/>
                      <a:pt x="63585" y="31968"/>
                    </a:cubicBezTo>
                    <a:cubicBezTo>
                      <a:pt x="63585" y="23548"/>
                      <a:pt x="60240" y="15471"/>
                      <a:pt x="54286" y="9517"/>
                    </a:cubicBezTo>
                    <a:cubicBezTo>
                      <a:pt x="48332" y="3563"/>
                      <a:pt x="40255" y="218"/>
                      <a:pt x="31835" y="218"/>
                    </a:cubicBezTo>
                    <a:cubicBezTo>
                      <a:pt x="23415" y="218"/>
                      <a:pt x="15338" y="3563"/>
                      <a:pt x="9385" y="9517"/>
                    </a:cubicBezTo>
                    <a:cubicBezTo>
                      <a:pt x="3431" y="15471"/>
                      <a:pt x="85" y="23548"/>
                      <a:pt x="85" y="31968"/>
                    </a:cubicBezTo>
                    <a:cubicBezTo>
                      <a:pt x="85" y="40388"/>
                      <a:pt x="3431" y="48464"/>
                      <a:pt x="9385" y="54418"/>
                    </a:cubicBezTo>
                    <a:cubicBezTo>
                      <a:pt x="15338" y="60372"/>
                      <a:pt x="23415" y="63718"/>
                      <a:pt x="31835" y="63718"/>
                    </a:cubicBezTo>
                    <a:close/>
                  </a:path>
                </a:pathLst>
              </a:custGeom>
              <a:solidFill>
                <a:srgbClr val="67B57B"/>
              </a:solidFill>
              <a:ln w="3175" cap="flat">
                <a:solidFill>
                  <a:srgbClr val="FFFFFF"/>
                </a:solidFill>
                <a:prstDash val="solid"/>
                <a:round/>
              </a:ln>
            </p:spPr>
            <p:txBody>
              <a:bodyPr/>
              <a:lstStyle/>
              <a:p>
                <a:endParaRPr lang="en-US"/>
              </a:p>
            </p:txBody>
          </p:sp>
          <p:sp>
            <p:nvSpPr>
              <p:cNvPr id="3911" name="Freeform: Shape 3910">
                <a:extLst>
                  <a:ext uri="{FF2B5EF4-FFF2-40B4-BE49-F238E27FC236}">
                    <a16:creationId xmlns:a16="http://schemas.microsoft.com/office/drawing/2014/main" id="{D9E18B51-BB07-F8FC-C4F4-85B11DCEBE41}"/>
                  </a:ext>
                </a:extLst>
              </p:cNvPr>
              <p:cNvSpPr/>
              <p:nvPr/>
            </p:nvSpPr>
            <p:spPr>
              <a:xfrm>
                <a:off x="3350802" y="3454993"/>
                <a:ext cx="63500" cy="63500"/>
              </a:xfrm>
              <a:custGeom>
                <a:avLst/>
                <a:gdLst>
                  <a:gd name="csX0" fmla="*/ 31836 w 63500"/>
                  <a:gd name="csY0" fmla="*/ 63716 h 63500"/>
                  <a:gd name="csX1" fmla="*/ 54287 w 63500"/>
                  <a:gd name="csY1" fmla="*/ 54417 h 63500"/>
                  <a:gd name="csX2" fmla="*/ 63586 w 63500"/>
                  <a:gd name="csY2" fmla="*/ 31966 h 63500"/>
                  <a:gd name="csX3" fmla="*/ 54287 w 63500"/>
                  <a:gd name="csY3" fmla="*/ 9515 h 63500"/>
                  <a:gd name="csX4" fmla="*/ 31836 w 63500"/>
                  <a:gd name="csY4" fmla="*/ 216 h 63500"/>
                  <a:gd name="csX5" fmla="*/ 9386 w 63500"/>
                  <a:gd name="csY5" fmla="*/ 9515 h 63500"/>
                  <a:gd name="csX6" fmla="*/ 86 w 63500"/>
                  <a:gd name="csY6" fmla="*/ 31966 h 63500"/>
                  <a:gd name="csX7" fmla="*/ 9386 w 63500"/>
                  <a:gd name="csY7" fmla="*/ 54417 h 63500"/>
                  <a:gd name="csX8" fmla="*/ 31836 w 63500"/>
                  <a:gd name="csY8" fmla="*/ 6371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36" y="63716"/>
                    </a:moveTo>
                    <a:cubicBezTo>
                      <a:pt x="40257" y="63716"/>
                      <a:pt x="48333" y="60371"/>
                      <a:pt x="54287" y="54417"/>
                    </a:cubicBezTo>
                    <a:cubicBezTo>
                      <a:pt x="60241" y="48463"/>
                      <a:pt x="63586" y="40386"/>
                      <a:pt x="63586" y="31966"/>
                    </a:cubicBezTo>
                    <a:cubicBezTo>
                      <a:pt x="63586" y="23546"/>
                      <a:pt x="60241" y="15469"/>
                      <a:pt x="54287" y="9515"/>
                    </a:cubicBezTo>
                    <a:cubicBezTo>
                      <a:pt x="48333" y="3561"/>
                      <a:pt x="40257" y="216"/>
                      <a:pt x="31836" y="216"/>
                    </a:cubicBezTo>
                    <a:cubicBezTo>
                      <a:pt x="23416" y="216"/>
                      <a:pt x="15340" y="3561"/>
                      <a:pt x="9386" y="9515"/>
                    </a:cubicBezTo>
                    <a:cubicBezTo>
                      <a:pt x="3432" y="15469"/>
                      <a:pt x="86" y="23546"/>
                      <a:pt x="86" y="31966"/>
                    </a:cubicBezTo>
                    <a:cubicBezTo>
                      <a:pt x="86" y="40386"/>
                      <a:pt x="3432" y="48463"/>
                      <a:pt x="9386" y="54417"/>
                    </a:cubicBezTo>
                    <a:cubicBezTo>
                      <a:pt x="15340" y="60371"/>
                      <a:pt x="23416" y="63716"/>
                      <a:pt x="31836" y="63716"/>
                    </a:cubicBezTo>
                    <a:close/>
                  </a:path>
                </a:pathLst>
              </a:custGeom>
              <a:solidFill>
                <a:srgbClr val="67B57B"/>
              </a:solidFill>
              <a:ln w="3175" cap="flat">
                <a:solidFill>
                  <a:srgbClr val="FFFFFF"/>
                </a:solidFill>
                <a:prstDash val="solid"/>
                <a:round/>
              </a:ln>
            </p:spPr>
            <p:txBody>
              <a:bodyPr/>
              <a:lstStyle/>
              <a:p>
                <a:endParaRPr lang="en-US"/>
              </a:p>
            </p:txBody>
          </p:sp>
          <p:sp>
            <p:nvSpPr>
              <p:cNvPr id="3912" name="Freeform: Shape 3911">
                <a:extLst>
                  <a:ext uri="{FF2B5EF4-FFF2-40B4-BE49-F238E27FC236}">
                    <a16:creationId xmlns:a16="http://schemas.microsoft.com/office/drawing/2014/main" id="{E065DD5A-0F51-3427-485B-81509DB2D532}"/>
                  </a:ext>
                </a:extLst>
              </p:cNvPr>
              <p:cNvSpPr/>
              <p:nvPr/>
            </p:nvSpPr>
            <p:spPr>
              <a:xfrm>
                <a:off x="3375311" y="3433076"/>
                <a:ext cx="63500" cy="63500"/>
              </a:xfrm>
              <a:custGeom>
                <a:avLst/>
                <a:gdLst>
                  <a:gd name="csX0" fmla="*/ 31838 w 63500"/>
                  <a:gd name="csY0" fmla="*/ 63714 h 63500"/>
                  <a:gd name="csX1" fmla="*/ 54289 w 63500"/>
                  <a:gd name="csY1" fmla="*/ 54415 h 63500"/>
                  <a:gd name="csX2" fmla="*/ 63588 w 63500"/>
                  <a:gd name="csY2" fmla="*/ 31964 h 63500"/>
                  <a:gd name="csX3" fmla="*/ 54289 w 63500"/>
                  <a:gd name="csY3" fmla="*/ 9514 h 63500"/>
                  <a:gd name="csX4" fmla="*/ 31838 w 63500"/>
                  <a:gd name="csY4" fmla="*/ 214 h 63500"/>
                  <a:gd name="csX5" fmla="*/ 9388 w 63500"/>
                  <a:gd name="csY5" fmla="*/ 9514 h 63500"/>
                  <a:gd name="csX6" fmla="*/ 88 w 63500"/>
                  <a:gd name="csY6" fmla="*/ 31964 h 63500"/>
                  <a:gd name="csX7" fmla="*/ 9388 w 63500"/>
                  <a:gd name="csY7" fmla="*/ 54415 h 63500"/>
                  <a:gd name="csX8" fmla="*/ 31838 w 63500"/>
                  <a:gd name="csY8" fmla="*/ 6371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38" y="63714"/>
                    </a:moveTo>
                    <a:cubicBezTo>
                      <a:pt x="40258" y="63714"/>
                      <a:pt x="48335" y="60369"/>
                      <a:pt x="54289" y="54415"/>
                    </a:cubicBezTo>
                    <a:cubicBezTo>
                      <a:pt x="60243" y="48461"/>
                      <a:pt x="63588" y="40385"/>
                      <a:pt x="63588" y="31964"/>
                    </a:cubicBezTo>
                    <a:cubicBezTo>
                      <a:pt x="63588" y="23544"/>
                      <a:pt x="60243" y="15468"/>
                      <a:pt x="54289" y="9514"/>
                    </a:cubicBezTo>
                    <a:cubicBezTo>
                      <a:pt x="48335" y="3560"/>
                      <a:pt x="40258" y="214"/>
                      <a:pt x="31838" y="214"/>
                    </a:cubicBezTo>
                    <a:cubicBezTo>
                      <a:pt x="23418" y="214"/>
                      <a:pt x="15342" y="3560"/>
                      <a:pt x="9388" y="9514"/>
                    </a:cubicBezTo>
                    <a:cubicBezTo>
                      <a:pt x="3434" y="15468"/>
                      <a:pt x="88" y="23544"/>
                      <a:pt x="88" y="31964"/>
                    </a:cubicBezTo>
                    <a:cubicBezTo>
                      <a:pt x="88" y="40385"/>
                      <a:pt x="3434" y="48461"/>
                      <a:pt x="9388" y="54415"/>
                    </a:cubicBezTo>
                    <a:cubicBezTo>
                      <a:pt x="15342" y="60369"/>
                      <a:pt x="23418" y="63714"/>
                      <a:pt x="31838" y="63714"/>
                    </a:cubicBezTo>
                    <a:close/>
                  </a:path>
                </a:pathLst>
              </a:custGeom>
              <a:solidFill>
                <a:srgbClr val="67B57B"/>
              </a:solidFill>
              <a:ln w="3175" cap="flat">
                <a:solidFill>
                  <a:srgbClr val="FFFFFF"/>
                </a:solidFill>
                <a:prstDash val="solid"/>
                <a:round/>
              </a:ln>
            </p:spPr>
            <p:txBody>
              <a:bodyPr/>
              <a:lstStyle/>
              <a:p>
                <a:endParaRPr lang="en-US"/>
              </a:p>
            </p:txBody>
          </p:sp>
          <p:sp>
            <p:nvSpPr>
              <p:cNvPr id="3913" name="Freeform: Shape 3912">
                <a:extLst>
                  <a:ext uri="{FF2B5EF4-FFF2-40B4-BE49-F238E27FC236}">
                    <a16:creationId xmlns:a16="http://schemas.microsoft.com/office/drawing/2014/main" id="{6686E9EB-45FF-9F75-2B81-EF22C8E22D03}"/>
                  </a:ext>
                </a:extLst>
              </p:cNvPr>
              <p:cNvSpPr/>
              <p:nvPr/>
            </p:nvSpPr>
            <p:spPr>
              <a:xfrm>
                <a:off x="3400159" y="3411160"/>
                <a:ext cx="63500" cy="63500"/>
              </a:xfrm>
              <a:custGeom>
                <a:avLst/>
                <a:gdLst>
                  <a:gd name="csX0" fmla="*/ 31840 w 63500"/>
                  <a:gd name="csY0" fmla="*/ 63713 h 63500"/>
                  <a:gd name="csX1" fmla="*/ 54291 w 63500"/>
                  <a:gd name="csY1" fmla="*/ 54413 h 63500"/>
                  <a:gd name="csX2" fmla="*/ 63590 w 63500"/>
                  <a:gd name="csY2" fmla="*/ 31963 h 63500"/>
                  <a:gd name="csX3" fmla="*/ 54291 w 63500"/>
                  <a:gd name="csY3" fmla="*/ 9512 h 63500"/>
                  <a:gd name="csX4" fmla="*/ 31840 w 63500"/>
                  <a:gd name="csY4" fmla="*/ 213 h 63500"/>
                  <a:gd name="csX5" fmla="*/ 9390 w 63500"/>
                  <a:gd name="csY5" fmla="*/ 9512 h 63500"/>
                  <a:gd name="csX6" fmla="*/ 90 w 63500"/>
                  <a:gd name="csY6" fmla="*/ 31963 h 63500"/>
                  <a:gd name="csX7" fmla="*/ 9390 w 63500"/>
                  <a:gd name="csY7" fmla="*/ 54413 h 63500"/>
                  <a:gd name="csX8" fmla="*/ 31840 w 63500"/>
                  <a:gd name="csY8" fmla="*/ 6371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40" y="63713"/>
                    </a:moveTo>
                    <a:cubicBezTo>
                      <a:pt x="40260" y="63713"/>
                      <a:pt x="48337" y="60367"/>
                      <a:pt x="54291" y="54413"/>
                    </a:cubicBezTo>
                    <a:cubicBezTo>
                      <a:pt x="60245" y="48459"/>
                      <a:pt x="63590" y="40383"/>
                      <a:pt x="63590" y="31963"/>
                    </a:cubicBezTo>
                    <a:cubicBezTo>
                      <a:pt x="63590" y="23542"/>
                      <a:pt x="60245" y="15466"/>
                      <a:pt x="54291" y="9512"/>
                    </a:cubicBezTo>
                    <a:cubicBezTo>
                      <a:pt x="48337" y="3558"/>
                      <a:pt x="40260" y="213"/>
                      <a:pt x="31840" y="213"/>
                    </a:cubicBezTo>
                    <a:cubicBezTo>
                      <a:pt x="23420" y="213"/>
                      <a:pt x="15344" y="3558"/>
                      <a:pt x="9390" y="9512"/>
                    </a:cubicBezTo>
                    <a:cubicBezTo>
                      <a:pt x="3436" y="15466"/>
                      <a:pt x="90" y="23542"/>
                      <a:pt x="90" y="31963"/>
                    </a:cubicBezTo>
                    <a:cubicBezTo>
                      <a:pt x="90" y="40383"/>
                      <a:pt x="3436" y="48459"/>
                      <a:pt x="9390" y="54413"/>
                    </a:cubicBezTo>
                    <a:cubicBezTo>
                      <a:pt x="15344" y="60367"/>
                      <a:pt x="23420" y="63713"/>
                      <a:pt x="31840" y="63713"/>
                    </a:cubicBezTo>
                    <a:close/>
                  </a:path>
                </a:pathLst>
              </a:custGeom>
              <a:solidFill>
                <a:srgbClr val="67B57B"/>
              </a:solidFill>
              <a:ln w="3175" cap="flat">
                <a:solidFill>
                  <a:srgbClr val="FFFFFF"/>
                </a:solidFill>
                <a:prstDash val="solid"/>
                <a:round/>
              </a:ln>
            </p:spPr>
            <p:txBody>
              <a:bodyPr/>
              <a:lstStyle/>
              <a:p>
                <a:endParaRPr lang="en-US"/>
              </a:p>
            </p:txBody>
          </p:sp>
          <p:sp>
            <p:nvSpPr>
              <p:cNvPr id="3914" name="Freeform: Shape 3913">
                <a:extLst>
                  <a:ext uri="{FF2B5EF4-FFF2-40B4-BE49-F238E27FC236}">
                    <a16:creationId xmlns:a16="http://schemas.microsoft.com/office/drawing/2014/main" id="{69B34C27-D064-5DEB-2032-7E93151A8F2C}"/>
                  </a:ext>
                </a:extLst>
              </p:cNvPr>
              <p:cNvSpPr/>
              <p:nvPr/>
            </p:nvSpPr>
            <p:spPr>
              <a:xfrm>
                <a:off x="3410020" y="3389243"/>
                <a:ext cx="63500" cy="63500"/>
              </a:xfrm>
              <a:custGeom>
                <a:avLst/>
                <a:gdLst>
                  <a:gd name="csX0" fmla="*/ 31841 w 63500"/>
                  <a:gd name="csY0" fmla="*/ 63711 h 63500"/>
                  <a:gd name="csX1" fmla="*/ 54292 w 63500"/>
                  <a:gd name="csY1" fmla="*/ 54412 h 63500"/>
                  <a:gd name="csX2" fmla="*/ 63591 w 63500"/>
                  <a:gd name="csY2" fmla="*/ 31961 h 63500"/>
                  <a:gd name="csX3" fmla="*/ 54292 w 63500"/>
                  <a:gd name="csY3" fmla="*/ 9510 h 63500"/>
                  <a:gd name="csX4" fmla="*/ 31841 w 63500"/>
                  <a:gd name="csY4" fmla="*/ 211 h 63500"/>
                  <a:gd name="csX5" fmla="*/ 9390 w 63500"/>
                  <a:gd name="csY5" fmla="*/ 9510 h 63500"/>
                  <a:gd name="csX6" fmla="*/ 91 w 63500"/>
                  <a:gd name="csY6" fmla="*/ 31961 h 63500"/>
                  <a:gd name="csX7" fmla="*/ 9390 w 63500"/>
                  <a:gd name="csY7" fmla="*/ 54412 h 63500"/>
                  <a:gd name="csX8" fmla="*/ 31841 w 63500"/>
                  <a:gd name="csY8" fmla="*/ 6371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41" y="63711"/>
                    </a:moveTo>
                    <a:cubicBezTo>
                      <a:pt x="40261" y="63711"/>
                      <a:pt x="48338" y="60365"/>
                      <a:pt x="54292" y="54412"/>
                    </a:cubicBezTo>
                    <a:cubicBezTo>
                      <a:pt x="60246" y="48458"/>
                      <a:pt x="63591" y="40381"/>
                      <a:pt x="63591" y="31961"/>
                    </a:cubicBezTo>
                    <a:cubicBezTo>
                      <a:pt x="63591" y="23541"/>
                      <a:pt x="60246" y="15464"/>
                      <a:pt x="54292" y="9510"/>
                    </a:cubicBezTo>
                    <a:cubicBezTo>
                      <a:pt x="48338" y="3556"/>
                      <a:pt x="40261" y="211"/>
                      <a:pt x="31841" y="211"/>
                    </a:cubicBezTo>
                    <a:cubicBezTo>
                      <a:pt x="23421" y="211"/>
                      <a:pt x="15344" y="3556"/>
                      <a:pt x="9390" y="9510"/>
                    </a:cubicBezTo>
                    <a:cubicBezTo>
                      <a:pt x="3436" y="15464"/>
                      <a:pt x="91" y="23541"/>
                      <a:pt x="91" y="31961"/>
                    </a:cubicBezTo>
                    <a:cubicBezTo>
                      <a:pt x="91" y="40381"/>
                      <a:pt x="3436" y="48458"/>
                      <a:pt x="9390" y="54412"/>
                    </a:cubicBezTo>
                    <a:cubicBezTo>
                      <a:pt x="15344" y="60365"/>
                      <a:pt x="23421" y="63711"/>
                      <a:pt x="31841" y="63711"/>
                    </a:cubicBezTo>
                    <a:close/>
                  </a:path>
                </a:pathLst>
              </a:custGeom>
              <a:solidFill>
                <a:srgbClr val="67B57B"/>
              </a:solidFill>
              <a:ln w="3175" cap="flat">
                <a:solidFill>
                  <a:srgbClr val="FFFFFF"/>
                </a:solidFill>
                <a:prstDash val="solid"/>
                <a:round/>
              </a:ln>
            </p:spPr>
            <p:txBody>
              <a:bodyPr/>
              <a:lstStyle/>
              <a:p>
                <a:endParaRPr lang="en-US"/>
              </a:p>
            </p:txBody>
          </p:sp>
          <p:sp>
            <p:nvSpPr>
              <p:cNvPr id="3915" name="Freeform: Shape 3914">
                <a:extLst>
                  <a:ext uri="{FF2B5EF4-FFF2-40B4-BE49-F238E27FC236}">
                    <a16:creationId xmlns:a16="http://schemas.microsoft.com/office/drawing/2014/main" id="{BB4E336E-AB8F-04CE-14AC-DE15D4C6FF06}"/>
                  </a:ext>
                </a:extLst>
              </p:cNvPr>
              <p:cNvSpPr/>
              <p:nvPr/>
            </p:nvSpPr>
            <p:spPr>
              <a:xfrm>
                <a:off x="3426132" y="3367327"/>
                <a:ext cx="63500" cy="63500"/>
              </a:xfrm>
              <a:custGeom>
                <a:avLst/>
                <a:gdLst>
                  <a:gd name="csX0" fmla="*/ 31842 w 63500"/>
                  <a:gd name="csY0" fmla="*/ 63709 h 63500"/>
                  <a:gd name="csX1" fmla="*/ 54293 w 63500"/>
                  <a:gd name="csY1" fmla="*/ 54410 h 63500"/>
                  <a:gd name="csX2" fmla="*/ 63592 w 63500"/>
                  <a:gd name="csY2" fmla="*/ 31959 h 63500"/>
                  <a:gd name="csX3" fmla="*/ 54293 w 63500"/>
                  <a:gd name="csY3" fmla="*/ 9509 h 63500"/>
                  <a:gd name="csX4" fmla="*/ 31842 w 63500"/>
                  <a:gd name="csY4" fmla="*/ 209 h 63500"/>
                  <a:gd name="csX5" fmla="*/ 9392 w 63500"/>
                  <a:gd name="csY5" fmla="*/ 9509 h 63500"/>
                  <a:gd name="csX6" fmla="*/ 92 w 63500"/>
                  <a:gd name="csY6" fmla="*/ 31959 h 63500"/>
                  <a:gd name="csX7" fmla="*/ 9392 w 63500"/>
                  <a:gd name="csY7" fmla="*/ 54410 h 63500"/>
                  <a:gd name="csX8" fmla="*/ 31842 w 63500"/>
                  <a:gd name="csY8" fmla="*/ 6370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42" y="63709"/>
                    </a:moveTo>
                    <a:cubicBezTo>
                      <a:pt x="40262" y="63709"/>
                      <a:pt x="48339" y="60364"/>
                      <a:pt x="54293" y="54410"/>
                    </a:cubicBezTo>
                    <a:cubicBezTo>
                      <a:pt x="60247" y="48456"/>
                      <a:pt x="63592" y="40379"/>
                      <a:pt x="63592" y="31959"/>
                    </a:cubicBezTo>
                    <a:cubicBezTo>
                      <a:pt x="63592" y="23539"/>
                      <a:pt x="60247" y="15462"/>
                      <a:pt x="54293" y="9509"/>
                    </a:cubicBezTo>
                    <a:cubicBezTo>
                      <a:pt x="48339" y="3555"/>
                      <a:pt x="40262" y="209"/>
                      <a:pt x="31842" y="209"/>
                    </a:cubicBezTo>
                    <a:cubicBezTo>
                      <a:pt x="23422" y="209"/>
                      <a:pt x="15346" y="3555"/>
                      <a:pt x="9392" y="9509"/>
                    </a:cubicBezTo>
                    <a:cubicBezTo>
                      <a:pt x="3438" y="15462"/>
                      <a:pt x="92" y="23539"/>
                      <a:pt x="92" y="31959"/>
                    </a:cubicBezTo>
                    <a:cubicBezTo>
                      <a:pt x="92" y="40379"/>
                      <a:pt x="3438" y="48456"/>
                      <a:pt x="9392" y="54410"/>
                    </a:cubicBezTo>
                    <a:cubicBezTo>
                      <a:pt x="15346" y="60364"/>
                      <a:pt x="23422" y="63709"/>
                      <a:pt x="31842" y="63709"/>
                    </a:cubicBezTo>
                    <a:close/>
                  </a:path>
                </a:pathLst>
              </a:custGeom>
              <a:solidFill>
                <a:srgbClr val="67B57B"/>
              </a:solidFill>
              <a:ln w="3175" cap="flat">
                <a:solidFill>
                  <a:srgbClr val="FFFFFF"/>
                </a:solidFill>
                <a:prstDash val="solid"/>
                <a:round/>
              </a:ln>
            </p:spPr>
            <p:txBody>
              <a:bodyPr/>
              <a:lstStyle/>
              <a:p>
                <a:endParaRPr lang="en-US"/>
              </a:p>
            </p:txBody>
          </p:sp>
          <p:sp>
            <p:nvSpPr>
              <p:cNvPr id="3916" name="Freeform: Shape 3915">
                <a:extLst>
                  <a:ext uri="{FF2B5EF4-FFF2-40B4-BE49-F238E27FC236}">
                    <a16:creationId xmlns:a16="http://schemas.microsoft.com/office/drawing/2014/main" id="{767E3537-A4ED-508C-477E-B5666444AEA7}"/>
                  </a:ext>
                </a:extLst>
              </p:cNvPr>
              <p:cNvSpPr/>
              <p:nvPr/>
            </p:nvSpPr>
            <p:spPr>
              <a:xfrm>
                <a:off x="3458655" y="3345410"/>
                <a:ext cx="63500" cy="63500"/>
              </a:xfrm>
              <a:custGeom>
                <a:avLst/>
                <a:gdLst>
                  <a:gd name="csX0" fmla="*/ 31845 w 63500"/>
                  <a:gd name="csY0" fmla="*/ 63707 h 63500"/>
                  <a:gd name="csX1" fmla="*/ 54295 w 63500"/>
                  <a:gd name="csY1" fmla="*/ 54408 h 63500"/>
                  <a:gd name="csX2" fmla="*/ 63595 w 63500"/>
                  <a:gd name="csY2" fmla="*/ 31957 h 63500"/>
                  <a:gd name="csX3" fmla="*/ 54295 w 63500"/>
                  <a:gd name="csY3" fmla="*/ 9507 h 63500"/>
                  <a:gd name="csX4" fmla="*/ 31845 w 63500"/>
                  <a:gd name="csY4" fmla="*/ 207 h 63500"/>
                  <a:gd name="csX5" fmla="*/ 9394 w 63500"/>
                  <a:gd name="csY5" fmla="*/ 9507 h 63500"/>
                  <a:gd name="csX6" fmla="*/ 95 w 63500"/>
                  <a:gd name="csY6" fmla="*/ 31957 h 63500"/>
                  <a:gd name="csX7" fmla="*/ 9394 w 63500"/>
                  <a:gd name="csY7" fmla="*/ 54408 h 63500"/>
                  <a:gd name="csX8" fmla="*/ 31845 w 63500"/>
                  <a:gd name="csY8" fmla="*/ 6370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45" y="63707"/>
                    </a:moveTo>
                    <a:cubicBezTo>
                      <a:pt x="40265" y="63707"/>
                      <a:pt x="48342" y="60362"/>
                      <a:pt x="54295" y="54408"/>
                    </a:cubicBezTo>
                    <a:cubicBezTo>
                      <a:pt x="60249" y="48454"/>
                      <a:pt x="63595" y="40378"/>
                      <a:pt x="63595" y="31957"/>
                    </a:cubicBezTo>
                    <a:cubicBezTo>
                      <a:pt x="63595" y="23537"/>
                      <a:pt x="60249" y="15461"/>
                      <a:pt x="54295" y="9507"/>
                    </a:cubicBezTo>
                    <a:cubicBezTo>
                      <a:pt x="48342" y="3553"/>
                      <a:pt x="40265" y="207"/>
                      <a:pt x="31845" y="207"/>
                    </a:cubicBezTo>
                    <a:cubicBezTo>
                      <a:pt x="23425" y="207"/>
                      <a:pt x="15348" y="3553"/>
                      <a:pt x="9394" y="9507"/>
                    </a:cubicBezTo>
                    <a:cubicBezTo>
                      <a:pt x="3440" y="15461"/>
                      <a:pt x="95" y="23537"/>
                      <a:pt x="95" y="31957"/>
                    </a:cubicBezTo>
                    <a:cubicBezTo>
                      <a:pt x="95" y="40378"/>
                      <a:pt x="3440" y="48454"/>
                      <a:pt x="9394" y="54408"/>
                    </a:cubicBezTo>
                    <a:cubicBezTo>
                      <a:pt x="15348" y="60362"/>
                      <a:pt x="23425" y="63707"/>
                      <a:pt x="31845" y="63707"/>
                    </a:cubicBezTo>
                    <a:close/>
                  </a:path>
                </a:pathLst>
              </a:custGeom>
              <a:solidFill>
                <a:srgbClr val="67B57B"/>
              </a:solidFill>
              <a:ln w="3175" cap="flat">
                <a:solidFill>
                  <a:srgbClr val="FFFFFF"/>
                </a:solidFill>
                <a:prstDash val="solid"/>
                <a:round/>
              </a:ln>
            </p:spPr>
            <p:txBody>
              <a:bodyPr/>
              <a:lstStyle/>
              <a:p>
                <a:endParaRPr lang="en-US"/>
              </a:p>
            </p:txBody>
          </p:sp>
          <p:sp>
            <p:nvSpPr>
              <p:cNvPr id="3917" name="Freeform: Shape 3916">
                <a:extLst>
                  <a:ext uri="{FF2B5EF4-FFF2-40B4-BE49-F238E27FC236}">
                    <a16:creationId xmlns:a16="http://schemas.microsoft.com/office/drawing/2014/main" id="{38AD0461-77A9-717D-5ADB-7850C71E4558}"/>
                  </a:ext>
                </a:extLst>
              </p:cNvPr>
              <p:cNvSpPr/>
              <p:nvPr/>
            </p:nvSpPr>
            <p:spPr>
              <a:xfrm>
                <a:off x="3487424" y="3323494"/>
                <a:ext cx="63500" cy="63500"/>
              </a:xfrm>
              <a:custGeom>
                <a:avLst/>
                <a:gdLst>
                  <a:gd name="csX0" fmla="*/ 31847 w 63500"/>
                  <a:gd name="csY0" fmla="*/ 63706 h 63500"/>
                  <a:gd name="csX1" fmla="*/ 54298 w 63500"/>
                  <a:gd name="csY1" fmla="*/ 54406 h 63500"/>
                  <a:gd name="csX2" fmla="*/ 63597 w 63500"/>
                  <a:gd name="csY2" fmla="*/ 31956 h 63500"/>
                  <a:gd name="csX3" fmla="*/ 54298 w 63500"/>
                  <a:gd name="csY3" fmla="*/ 9505 h 63500"/>
                  <a:gd name="csX4" fmla="*/ 31847 w 63500"/>
                  <a:gd name="csY4" fmla="*/ 206 h 63500"/>
                  <a:gd name="csX5" fmla="*/ 9396 w 63500"/>
                  <a:gd name="csY5" fmla="*/ 9505 h 63500"/>
                  <a:gd name="csX6" fmla="*/ 97 w 63500"/>
                  <a:gd name="csY6" fmla="*/ 31956 h 63500"/>
                  <a:gd name="csX7" fmla="*/ 9396 w 63500"/>
                  <a:gd name="csY7" fmla="*/ 54406 h 63500"/>
                  <a:gd name="csX8" fmla="*/ 31847 w 63500"/>
                  <a:gd name="csY8" fmla="*/ 6370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47" y="63706"/>
                    </a:moveTo>
                    <a:cubicBezTo>
                      <a:pt x="40267" y="63706"/>
                      <a:pt x="48344" y="60360"/>
                      <a:pt x="54298" y="54406"/>
                    </a:cubicBezTo>
                    <a:cubicBezTo>
                      <a:pt x="60252" y="48452"/>
                      <a:pt x="63597" y="40376"/>
                      <a:pt x="63597" y="31956"/>
                    </a:cubicBezTo>
                    <a:cubicBezTo>
                      <a:pt x="63597" y="23535"/>
                      <a:pt x="60252" y="15459"/>
                      <a:pt x="54298" y="9505"/>
                    </a:cubicBezTo>
                    <a:cubicBezTo>
                      <a:pt x="48344" y="3551"/>
                      <a:pt x="40267" y="206"/>
                      <a:pt x="31847" y="206"/>
                    </a:cubicBezTo>
                    <a:cubicBezTo>
                      <a:pt x="23427" y="206"/>
                      <a:pt x="15350" y="3551"/>
                      <a:pt x="9396" y="9505"/>
                    </a:cubicBezTo>
                    <a:cubicBezTo>
                      <a:pt x="3442" y="15459"/>
                      <a:pt x="97" y="23535"/>
                      <a:pt x="97" y="31956"/>
                    </a:cubicBezTo>
                    <a:cubicBezTo>
                      <a:pt x="97" y="40376"/>
                      <a:pt x="3442" y="48452"/>
                      <a:pt x="9396" y="54406"/>
                    </a:cubicBezTo>
                    <a:cubicBezTo>
                      <a:pt x="15350" y="60360"/>
                      <a:pt x="23427" y="63706"/>
                      <a:pt x="31847" y="63706"/>
                    </a:cubicBezTo>
                    <a:close/>
                  </a:path>
                </a:pathLst>
              </a:custGeom>
              <a:solidFill>
                <a:srgbClr val="67B57B"/>
              </a:solidFill>
              <a:ln w="3175" cap="flat">
                <a:solidFill>
                  <a:srgbClr val="FFFFFF"/>
                </a:solidFill>
                <a:prstDash val="solid"/>
                <a:round/>
              </a:ln>
            </p:spPr>
            <p:txBody>
              <a:bodyPr/>
              <a:lstStyle/>
              <a:p>
                <a:endParaRPr lang="en-US"/>
              </a:p>
            </p:txBody>
          </p:sp>
          <p:sp>
            <p:nvSpPr>
              <p:cNvPr id="3918" name="Freeform: Shape 3917">
                <a:extLst>
                  <a:ext uri="{FF2B5EF4-FFF2-40B4-BE49-F238E27FC236}">
                    <a16:creationId xmlns:a16="http://schemas.microsoft.com/office/drawing/2014/main" id="{E00DB2FF-9DB9-85BF-9D6C-0B71B7B60134}"/>
                  </a:ext>
                </a:extLst>
              </p:cNvPr>
              <p:cNvSpPr/>
              <p:nvPr/>
            </p:nvSpPr>
            <p:spPr>
              <a:xfrm>
                <a:off x="3510888" y="3301577"/>
                <a:ext cx="63500" cy="63500"/>
              </a:xfrm>
              <a:custGeom>
                <a:avLst/>
                <a:gdLst>
                  <a:gd name="csX0" fmla="*/ 31849 w 63500"/>
                  <a:gd name="csY0" fmla="*/ 63704 h 63500"/>
                  <a:gd name="csX1" fmla="*/ 54300 w 63500"/>
                  <a:gd name="csY1" fmla="*/ 54405 h 63500"/>
                  <a:gd name="csX2" fmla="*/ 63599 w 63500"/>
                  <a:gd name="csY2" fmla="*/ 31954 h 63500"/>
                  <a:gd name="csX3" fmla="*/ 54300 w 63500"/>
                  <a:gd name="csY3" fmla="*/ 9503 h 63500"/>
                  <a:gd name="csX4" fmla="*/ 31849 w 63500"/>
                  <a:gd name="csY4" fmla="*/ 204 h 63500"/>
                  <a:gd name="csX5" fmla="*/ 9398 w 63500"/>
                  <a:gd name="csY5" fmla="*/ 9503 h 63500"/>
                  <a:gd name="csX6" fmla="*/ 99 w 63500"/>
                  <a:gd name="csY6" fmla="*/ 31954 h 63500"/>
                  <a:gd name="csX7" fmla="*/ 9398 w 63500"/>
                  <a:gd name="csY7" fmla="*/ 54405 h 63500"/>
                  <a:gd name="csX8" fmla="*/ 31849 w 63500"/>
                  <a:gd name="csY8" fmla="*/ 6370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49" y="63704"/>
                    </a:moveTo>
                    <a:cubicBezTo>
                      <a:pt x="40269" y="63704"/>
                      <a:pt x="48346" y="60359"/>
                      <a:pt x="54300" y="54405"/>
                    </a:cubicBezTo>
                    <a:cubicBezTo>
                      <a:pt x="60254" y="48451"/>
                      <a:pt x="63599" y="40374"/>
                      <a:pt x="63599" y="31954"/>
                    </a:cubicBezTo>
                    <a:cubicBezTo>
                      <a:pt x="63599" y="23534"/>
                      <a:pt x="60254" y="15457"/>
                      <a:pt x="54300" y="9503"/>
                    </a:cubicBezTo>
                    <a:cubicBezTo>
                      <a:pt x="48346" y="3549"/>
                      <a:pt x="40269" y="204"/>
                      <a:pt x="31849" y="204"/>
                    </a:cubicBezTo>
                    <a:cubicBezTo>
                      <a:pt x="23429" y="204"/>
                      <a:pt x="15352" y="3549"/>
                      <a:pt x="9398" y="9503"/>
                    </a:cubicBezTo>
                    <a:cubicBezTo>
                      <a:pt x="3444" y="15457"/>
                      <a:pt x="99" y="23534"/>
                      <a:pt x="99" y="31954"/>
                    </a:cubicBezTo>
                    <a:cubicBezTo>
                      <a:pt x="99" y="40374"/>
                      <a:pt x="3444" y="48451"/>
                      <a:pt x="9398" y="54405"/>
                    </a:cubicBezTo>
                    <a:cubicBezTo>
                      <a:pt x="15352" y="60359"/>
                      <a:pt x="23429" y="63704"/>
                      <a:pt x="31849" y="63704"/>
                    </a:cubicBezTo>
                    <a:close/>
                  </a:path>
                </a:pathLst>
              </a:custGeom>
              <a:solidFill>
                <a:srgbClr val="67B57B"/>
              </a:solidFill>
              <a:ln w="3175" cap="flat">
                <a:solidFill>
                  <a:srgbClr val="FFFFFF"/>
                </a:solidFill>
                <a:prstDash val="solid"/>
                <a:round/>
              </a:ln>
            </p:spPr>
            <p:txBody>
              <a:bodyPr/>
              <a:lstStyle/>
              <a:p>
                <a:endParaRPr lang="en-US"/>
              </a:p>
            </p:txBody>
          </p:sp>
          <p:sp>
            <p:nvSpPr>
              <p:cNvPr id="3919" name="Freeform: Shape 3918">
                <a:extLst>
                  <a:ext uri="{FF2B5EF4-FFF2-40B4-BE49-F238E27FC236}">
                    <a16:creationId xmlns:a16="http://schemas.microsoft.com/office/drawing/2014/main" id="{EB3A9C00-F056-9909-7821-DC167E92F673}"/>
                  </a:ext>
                </a:extLst>
              </p:cNvPr>
              <p:cNvSpPr/>
              <p:nvPr/>
            </p:nvSpPr>
            <p:spPr>
              <a:xfrm>
                <a:off x="3524969" y="3279661"/>
                <a:ext cx="63500" cy="63500"/>
              </a:xfrm>
              <a:custGeom>
                <a:avLst/>
                <a:gdLst>
                  <a:gd name="csX0" fmla="*/ 31850 w 63500"/>
                  <a:gd name="csY0" fmla="*/ 63702 h 63500"/>
                  <a:gd name="csX1" fmla="*/ 54301 w 63500"/>
                  <a:gd name="csY1" fmla="*/ 54403 h 63500"/>
                  <a:gd name="csX2" fmla="*/ 63600 w 63500"/>
                  <a:gd name="csY2" fmla="*/ 31952 h 63500"/>
                  <a:gd name="csX3" fmla="*/ 54301 w 63500"/>
                  <a:gd name="csY3" fmla="*/ 9502 h 63500"/>
                  <a:gd name="csX4" fmla="*/ 31850 w 63500"/>
                  <a:gd name="csY4" fmla="*/ 202 h 63500"/>
                  <a:gd name="csX5" fmla="*/ 9399 w 63500"/>
                  <a:gd name="csY5" fmla="*/ 9502 h 63500"/>
                  <a:gd name="csX6" fmla="*/ 100 w 63500"/>
                  <a:gd name="csY6" fmla="*/ 31952 h 63500"/>
                  <a:gd name="csX7" fmla="*/ 9399 w 63500"/>
                  <a:gd name="csY7" fmla="*/ 54403 h 63500"/>
                  <a:gd name="csX8" fmla="*/ 31850 w 63500"/>
                  <a:gd name="csY8" fmla="*/ 6370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0" y="63702"/>
                    </a:moveTo>
                    <a:cubicBezTo>
                      <a:pt x="40270" y="63702"/>
                      <a:pt x="48347" y="60357"/>
                      <a:pt x="54301" y="54403"/>
                    </a:cubicBezTo>
                    <a:cubicBezTo>
                      <a:pt x="60255" y="48449"/>
                      <a:pt x="63600" y="40372"/>
                      <a:pt x="63600" y="31952"/>
                    </a:cubicBezTo>
                    <a:cubicBezTo>
                      <a:pt x="63600" y="23532"/>
                      <a:pt x="60255" y="15456"/>
                      <a:pt x="54301" y="9502"/>
                    </a:cubicBezTo>
                    <a:cubicBezTo>
                      <a:pt x="48347" y="3548"/>
                      <a:pt x="40270" y="202"/>
                      <a:pt x="31850" y="202"/>
                    </a:cubicBezTo>
                    <a:cubicBezTo>
                      <a:pt x="23430" y="202"/>
                      <a:pt x="15353" y="3548"/>
                      <a:pt x="9399" y="9502"/>
                    </a:cubicBezTo>
                    <a:cubicBezTo>
                      <a:pt x="3445" y="15456"/>
                      <a:pt x="100" y="23532"/>
                      <a:pt x="100" y="31952"/>
                    </a:cubicBezTo>
                    <a:cubicBezTo>
                      <a:pt x="100" y="40372"/>
                      <a:pt x="3445" y="48449"/>
                      <a:pt x="9399" y="54403"/>
                    </a:cubicBezTo>
                    <a:cubicBezTo>
                      <a:pt x="15353" y="60357"/>
                      <a:pt x="23430" y="63702"/>
                      <a:pt x="31850" y="63702"/>
                    </a:cubicBezTo>
                    <a:close/>
                  </a:path>
                </a:pathLst>
              </a:custGeom>
              <a:solidFill>
                <a:srgbClr val="67B57B"/>
              </a:solidFill>
              <a:ln w="3175" cap="flat">
                <a:solidFill>
                  <a:srgbClr val="FFFFFF"/>
                </a:solidFill>
                <a:prstDash val="solid"/>
                <a:round/>
              </a:ln>
            </p:spPr>
            <p:txBody>
              <a:bodyPr/>
              <a:lstStyle/>
              <a:p>
                <a:endParaRPr lang="en-US"/>
              </a:p>
            </p:txBody>
          </p:sp>
          <p:sp>
            <p:nvSpPr>
              <p:cNvPr id="3920" name="Freeform: Shape 3919">
                <a:extLst>
                  <a:ext uri="{FF2B5EF4-FFF2-40B4-BE49-F238E27FC236}">
                    <a16:creationId xmlns:a16="http://schemas.microsoft.com/office/drawing/2014/main" id="{147A17A4-AA28-FE70-9F00-1F7BCF902AC8}"/>
                  </a:ext>
                </a:extLst>
              </p:cNvPr>
              <p:cNvSpPr/>
              <p:nvPr/>
            </p:nvSpPr>
            <p:spPr>
              <a:xfrm>
                <a:off x="3538307" y="3257745"/>
                <a:ext cx="63500" cy="63500"/>
              </a:xfrm>
              <a:custGeom>
                <a:avLst/>
                <a:gdLst>
                  <a:gd name="csX0" fmla="*/ 31851 w 63500"/>
                  <a:gd name="csY0" fmla="*/ 63701 h 63500"/>
                  <a:gd name="csX1" fmla="*/ 54302 w 63500"/>
                  <a:gd name="csY1" fmla="*/ 54401 h 63500"/>
                  <a:gd name="csX2" fmla="*/ 63601 w 63500"/>
                  <a:gd name="csY2" fmla="*/ 31951 h 63500"/>
                  <a:gd name="csX3" fmla="*/ 54302 w 63500"/>
                  <a:gd name="csY3" fmla="*/ 9500 h 63500"/>
                  <a:gd name="csX4" fmla="*/ 31851 w 63500"/>
                  <a:gd name="csY4" fmla="*/ 201 h 63500"/>
                  <a:gd name="csX5" fmla="*/ 9400 w 63500"/>
                  <a:gd name="csY5" fmla="*/ 9500 h 63500"/>
                  <a:gd name="csX6" fmla="*/ 101 w 63500"/>
                  <a:gd name="csY6" fmla="*/ 31951 h 63500"/>
                  <a:gd name="csX7" fmla="*/ 9400 w 63500"/>
                  <a:gd name="csY7" fmla="*/ 54401 h 63500"/>
                  <a:gd name="csX8" fmla="*/ 31851 w 63500"/>
                  <a:gd name="csY8" fmla="*/ 6370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1" y="63701"/>
                    </a:moveTo>
                    <a:cubicBezTo>
                      <a:pt x="40271" y="63701"/>
                      <a:pt x="48348" y="60355"/>
                      <a:pt x="54302" y="54401"/>
                    </a:cubicBezTo>
                    <a:cubicBezTo>
                      <a:pt x="60256" y="48447"/>
                      <a:pt x="63601" y="40371"/>
                      <a:pt x="63601" y="31951"/>
                    </a:cubicBezTo>
                    <a:cubicBezTo>
                      <a:pt x="63601" y="23530"/>
                      <a:pt x="60256" y="15454"/>
                      <a:pt x="54302" y="9500"/>
                    </a:cubicBezTo>
                    <a:cubicBezTo>
                      <a:pt x="48348" y="3546"/>
                      <a:pt x="40271" y="201"/>
                      <a:pt x="31851" y="201"/>
                    </a:cubicBezTo>
                    <a:cubicBezTo>
                      <a:pt x="23431" y="201"/>
                      <a:pt x="15354" y="3546"/>
                      <a:pt x="9400" y="9500"/>
                    </a:cubicBezTo>
                    <a:cubicBezTo>
                      <a:pt x="3446" y="15454"/>
                      <a:pt x="101" y="23530"/>
                      <a:pt x="101" y="31951"/>
                    </a:cubicBezTo>
                    <a:cubicBezTo>
                      <a:pt x="101" y="40371"/>
                      <a:pt x="3446" y="48447"/>
                      <a:pt x="9400" y="54401"/>
                    </a:cubicBezTo>
                    <a:cubicBezTo>
                      <a:pt x="15354" y="60355"/>
                      <a:pt x="23431" y="63701"/>
                      <a:pt x="31851" y="63701"/>
                    </a:cubicBezTo>
                    <a:close/>
                  </a:path>
                </a:pathLst>
              </a:custGeom>
              <a:solidFill>
                <a:srgbClr val="67B57B"/>
              </a:solidFill>
              <a:ln w="3175" cap="flat">
                <a:solidFill>
                  <a:srgbClr val="FFFFFF"/>
                </a:solidFill>
                <a:prstDash val="solid"/>
                <a:round/>
              </a:ln>
            </p:spPr>
            <p:txBody>
              <a:bodyPr/>
              <a:lstStyle/>
              <a:p>
                <a:endParaRPr lang="en-US"/>
              </a:p>
            </p:txBody>
          </p:sp>
          <p:sp>
            <p:nvSpPr>
              <p:cNvPr id="3921" name="Freeform: Shape 3920">
                <a:extLst>
                  <a:ext uri="{FF2B5EF4-FFF2-40B4-BE49-F238E27FC236}">
                    <a16:creationId xmlns:a16="http://schemas.microsoft.com/office/drawing/2014/main" id="{127BF482-757F-9FED-5B33-EAAFCA0345AD}"/>
                  </a:ext>
                </a:extLst>
              </p:cNvPr>
              <p:cNvSpPr/>
              <p:nvPr/>
            </p:nvSpPr>
            <p:spPr>
              <a:xfrm>
                <a:off x="3561857" y="3235828"/>
                <a:ext cx="63500" cy="63500"/>
              </a:xfrm>
              <a:custGeom>
                <a:avLst/>
                <a:gdLst>
                  <a:gd name="csX0" fmla="*/ 31853 w 63500"/>
                  <a:gd name="csY0" fmla="*/ 63699 h 63500"/>
                  <a:gd name="csX1" fmla="*/ 54304 w 63500"/>
                  <a:gd name="csY1" fmla="*/ 54399 h 63500"/>
                  <a:gd name="csX2" fmla="*/ 63603 w 63500"/>
                  <a:gd name="csY2" fmla="*/ 31949 h 63500"/>
                  <a:gd name="csX3" fmla="*/ 54304 w 63500"/>
                  <a:gd name="csY3" fmla="*/ 9498 h 63500"/>
                  <a:gd name="csX4" fmla="*/ 31853 w 63500"/>
                  <a:gd name="csY4" fmla="*/ 199 h 63500"/>
                  <a:gd name="csX5" fmla="*/ 9402 w 63500"/>
                  <a:gd name="csY5" fmla="*/ 9498 h 63500"/>
                  <a:gd name="csX6" fmla="*/ 103 w 63500"/>
                  <a:gd name="csY6" fmla="*/ 31949 h 63500"/>
                  <a:gd name="csX7" fmla="*/ 9402 w 63500"/>
                  <a:gd name="csY7" fmla="*/ 54399 h 63500"/>
                  <a:gd name="csX8" fmla="*/ 31853 w 63500"/>
                  <a:gd name="csY8" fmla="*/ 6369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3" y="63699"/>
                    </a:moveTo>
                    <a:cubicBezTo>
                      <a:pt x="40273" y="63699"/>
                      <a:pt x="48350" y="60353"/>
                      <a:pt x="54304" y="54399"/>
                    </a:cubicBezTo>
                    <a:cubicBezTo>
                      <a:pt x="60258" y="48445"/>
                      <a:pt x="63603" y="40369"/>
                      <a:pt x="63603" y="31949"/>
                    </a:cubicBezTo>
                    <a:cubicBezTo>
                      <a:pt x="63603" y="23529"/>
                      <a:pt x="60258" y="15452"/>
                      <a:pt x="54304" y="9498"/>
                    </a:cubicBezTo>
                    <a:cubicBezTo>
                      <a:pt x="48350" y="3544"/>
                      <a:pt x="40273" y="199"/>
                      <a:pt x="31853" y="199"/>
                    </a:cubicBezTo>
                    <a:cubicBezTo>
                      <a:pt x="23433" y="199"/>
                      <a:pt x="15356" y="3544"/>
                      <a:pt x="9402" y="9498"/>
                    </a:cubicBezTo>
                    <a:cubicBezTo>
                      <a:pt x="3448" y="15452"/>
                      <a:pt x="103" y="23529"/>
                      <a:pt x="103" y="31949"/>
                    </a:cubicBezTo>
                    <a:cubicBezTo>
                      <a:pt x="103" y="40369"/>
                      <a:pt x="3448" y="48445"/>
                      <a:pt x="9402" y="54399"/>
                    </a:cubicBezTo>
                    <a:cubicBezTo>
                      <a:pt x="15356" y="60353"/>
                      <a:pt x="23433" y="63699"/>
                      <a:pt x="31853" y="63699"/>
                    </a:cubicBezTo>
                    <a:close/>
                  </a:path>
                </a:pathLst>
              </a:custGeom>
              <a:solidFill>
                <a:srgbClr val="67B57B"/>
              </a:solidFill>
              <a:ln w="3175" cap="flat">
                <a:solidFill>
                  <a:srgbClr val="FFFFFF"/>
                </a:solidFill>
                <a:prstDash val="solid"/>
                <a:round/>
              </a:ln>
            </p:spPr>
            <p:txBody>
              <a:bodyPr/>
              <a:lstStyle/>
              <a:p>
                <a:endParaRPr lang="en-US"/>
              </a:p>
            </p:txBody>
          </p:sp>
          <p:sp>
            <p:nvSpPr>
              <p:cNvPr id="3922" name="Freeform: Shape 3921">
                <a:extLst>
                  <a:ext uri="{FF2B5EF4-FFF2-40B4-BE49-F238E27FC236}">
                    <a16:creationId xmlns:a16="http://schemas.microsoft.com/office/drawing/2014/main" id="{CE384F7B-1EAF-7CE6-53CB-EEEE75CA6247}"/>
                  </a:ext>
                </a:extLst>
              </p:cNvPr>
              <p:cNvSpPr/>
              <p:nvPr/>
            </p:nvSpPr>
            <p:spPr>
              <a:xfrm>
                <a:off x="3579488" y="3213912"/>
                <a:ext cx="63500" cy="63500"/>
              </a:xfrm>
              <a:custGeom>
                <a:avLst/>
                <a:gdLst>
                  <a:gd name="csX0" fmla="*/ 31854 w 63500"/>
                  <a:gd name="csY0" fmla="*/ 63697 h 63500"/>
                  <a:gd name="csX1" fmla="*/ 54305 w 63500"/>
                  <a:gd name="csY1" fmla="*/ 54398 h 63500"/>
                  <a:gd name="csX2" fmla="*/ 63604 w 63500"/>
                  <a:gd name="csY2" fmla="*/ 31947 h 63500"/>
                  <a:gd name="csX3" fmla="*/ 54305 w 63500"/>
                  <a:gd name="csY3" fmla="*/ 9496 h 63500"/>
                  <a:gd name="csX4" fmla="*/ 31854 w 63500"/>
                  <a:gd name="csY4" fmla="*/ 197 h 63500"/>
                  <a:gd name="csX5" fmla="*/ 9404 w 63500"/>
                  <a:gd name="csY5" fmla="*/ 9496 h 63500"/>
                  <a:gd name="csX6" fmla="*/ 104 w 63500"/>
                  <a:gd name="csY6" fmla="*/ 31947 h 63500"/>
                  <a:gd name="csX7" fmla="*/ 9404 w 63500"/>
                  <a:gd name="csY7" fmla="*/ 54398 h 63500"/>
                  <a:gd name="csX8" fmla="*/ 31854 w 63500"/>
                  <a:gd name="csY8" fmla="*/ 6369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4" y="63697"/>
                    </a:moveTo>
                    <a:cubicBezTo>
                      <a:pt x="40275" y="63697"/>
                      <a:pt x="48351" y="60352"/>
                      <a:pt x="54305" y="54398"/>
                    </a:cubicBezTo>
                    <a:cubicBezTo>
                      <a:pt x="60259" y="48444"/>
                      <a:pt x="63604" y="40367"/>
                      <a:pt x="63604" y="31947"/>
                    </a:cubicBezTo>
                    <a:cubicBezTo>
                      <a:pt x="63604" y="23527"/>
                      <a:pt x="60259" y="15450"/>
                      <a:pt x="54305" y="9496"/>
                    </a:cubicBezTo>
                    <a:cubicBezTo>
                      <a:pt x="48351" y="3542"/>
                      <a:pt x="40275" y="197"/>
                      <a:pt x="31854" y="197"/>
                    </a:cubicBezTo>
                    <a:cubicBezTo>
                      <a:pt x="23434" y="197"/>
                      <a:pt x="15358" y="3542"/>
                      <a:pt x="9404" y="9496"/>
                    </a:cubicBezTo>
                    <a:cubicBezTo>
                      <a:pt x="3450" y="15450"/>
                      <a:pt x="104" y="23527"/>
                      <a:pt x="104" y="31947"/>
                    </a:cubicBezTo>
                    <a:cubicBezTo>
                      <a:pt x="104" y="40367"/>
                      <a:pt x="3450" y="48444"/>
                      <a:pt x="9404" y="54398"/>
                    </a:cubicBezTo>
                    <a:cubicBezTo>
                      <a:pt x="15358" y="60352"/>
                      <a:pt x="23434" y="63697"/>
                      <a:pt x="31854" y="63697"/>
                    </a:cubicBezTo>
                    <a:close/>
                  </a:path>
                </a:pathLst>
              </a:custGeom>
              <a:solidFill>
                <a:srgbClr val="67B57B"/>
              </a:solidFill>
              <a:ln w="3175" cap="flat">
                <a:solidFill>
                  <a:srgbClr val="FFFFFF"/>
                </a:solidFill>
                <a:prstDash val="solid"/>
                <a:round/>
              </a:ln>
            </p:spPr>
            <p:txBody>
              <a:bodyPr/>
              <a:lstStyle/>
              <a:p>
                <a:endParaRPr lang="en-US"/>
              </a:p>
            </p:txBody>
          </p:sp>
          <p:sp>
            <p:nvSpPr>
              <p:cNvPr id="3923" name="Freeform: Shape 3922">
                <a:extLst>
                  <a:ext uri="{FF2B5EF4-FFF2-40B4-BE49-F238E27FC236}">
                    <a16:creationId xmlns:a16="http://schemas.microsoft.com/office/drawing/2014/main" id="{D6E52232-4813-A0E8-EAE5-5FAD41567D08}"/>
                  </a:ext>
                </a:extLst>
              </p:cNvPr>
              <p:cNvSpPr/>
              <p:nvPr/>
            </p:nvSpPr>
            <p:spPr>
              <a:xfrm>
                <a:off x="3598712" y="3191995"/>
                <a:ext cx="63500" cy="63500"/>
              </a:xfrm>
              <a:custGeom>
                <a:avLst/>
                <a:gdLst>
                  <a:gd name="csX0" fmla="*/ 31856 w 63500"/>
                  <a:gd name="csY0" fmla="*/ 63695 h 63500"/>
                  <a:gd name="csX1" fmla="*/ 54307 w 63500"/>
                  <a:gd name="csY1" fmla="*/ 54396 h 63500"/>
                  <a:gd name="csX2" fmla="*/ 63606 w 63500"/>
                  <a:gd name="csY2" fmla="*/ 31945 h 63500"/>
                  <a:gd name="csX3" fmla="*/ 54307 w 63500"/>
                  <a:gd name="csY3" fmla="*/ 9495 h 63500"/>
                  <a:gd name="csX4" fmla="*/ 31856 w 63500"/>
                  <a:gd name="csY4" fmla="*/ 195 h 63500"/>
                  <a:gd name="csX5" fmla="*/ 9405 w 63500"/>
                  <a:gd name="csY5" fmla="*/ 9495 h 63500"/>
                  <a:gd name="csX6" fmla="*/ 106 w 63500"/>
                  <a:gd name="csY6" fmla="*/ 31945 h 63500"/>
                  <a:gd name="csX7" fmla="*/ 9405 w 63500"/>
                  <a:gd name="csY7" fmla="*/ 54396 h 63500"/>
                  <a:gd name="csX8" fmla="*/ 31856 w 63500"/>
                  <a:gd name="csY8" fmla="*/ 6369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6" y="63695"/>
                    </a:moveTo>
                    <a:cubicBezTo>
                      <a:pt x="40276" y="63695"/>
                      <a:pt x="48353" y="60350"/>
                      <a:pt x="54307" y="54396"/>
                    </a:cubicBezTo>
                    <a:cubicBezTo>
                      <a:pt x="60260" y="48442"/>
                      <a:pt x="63606" y="40366"/>
                      <a:pt x="63606" y="31945"/>
                    </a:cubicBezTo>
                    <a:cubicBezTo>
                      <a:pt x="63606" y="23525"/>
                      <a:pt x="60260" y="15449"/>
                      <a:pt x="54307" y="9495"/>
                    </a:cubicBezTo>
                    <a:cubicBezTo>
                      <a:pt x="48353" y="3541"/>
                      <a:pt x="40276" y="195"/>
                      <a:pt x="31856" y="195"/>
                    </a:cubicBezTo>
                    <a:cubicBezTo>
                      <a:pt x="23436" y="195"/>
                      <a:pt x="15359" y="3541"/>
                      <a:pt x="9405" y="9495"/>
                    </a:cubicBezTo>
                    <a:cubicBezTo>
                      <a:pt x="3451" y="15449"/>
                      <a:pt x="106" y="23525"/>
                      <a:pt x="106" y="31945"/>
                    </a:cubicBezTo>
                    <a:cubicBezTo>
                      <a:pt x="106" y="40366"/>
                      <a:pt x="3451" y="48442"/>
                      <a:pt x="9405" y="54396"/>
                    </a:cubicBezTo>
                    <a:cubicBezTo>
                      <a:pt x="15359" y="60350"/>
                      <a:pt x="23436" y="63695"/>
                      <a:pt x="31856" y="63695"/>
                    </a:cubicBezTo>
                    <a:close/>
                  </a:path>
                </a:pathLst>
              </a:custGeom>
              <a:solidFill>
                <a:srgbClr val="67B57B"/>
              </a:solidFill>
              <a:ln w="3175" cap="flat">
                <a:solidFill>
                  <a:srgbClr val="FFFFFF"/>
                </a:solidFill>
                <a:prstDash val="solid"/>
                <a:round/>
              </a:ln>
            </p:spPr>
            <p:txBody>
              <a:bodyPr/>
              <a:lstStyle/>
              <a:p>
                <a:endParaRPr lang="en-US"/>
              </a:p>
            </p:txBody>
          </p:sp>
          <p:sp>
            <p:nvSpPr>
              <p:cNvPr id="3924" name="Freeform: Shape 3923">
                <a:extLst>
                  <a:ext uri="{FF2B5EF4-FFF2-40B4-BE49-F238E27FC236}">
                    <a16:creationId xmlns:a16="http://schemas.microsoft.com/office/drawing/2014/main" id="{95829117-3D23-EFEE-FD7F-297CAF669F4F}"/>
                  </a:ext>
                </a:extLst>
              </p:cNvPr>
              <p:cNvSpPr/>
              <p:nvPr/>
            </p:nvSpPr>
            <p:spPr>
              <a:xfrm>
                <a:off x="3647427" y="3170079"/>
                <a:ext cx="63500" cy="63500"/>
              </a:xfrm>
              <a:custGeom>
                <a:avLst/>
                <a:gdLst>
                  <a:gd name="csX0" fmla="*/ 31860 w 63500"/>
                  <a:gd name="csY0" fmla="*/ 63694 h 63500"/>
                  <a:gd name="csX1" fmla="*/ 54310 w 63500"/>
                  <a:gd name="csY1" fmla="*/ 54394 h 63500"/>
                  <a:gd name="csX2" fmla="*/ 63610 w 63500"/>
                  <a:gd name="csY2" fmla="*/ 31944 h 63500"/>
                  <a:gd name="csX3" fmla="*/ 54310 w 63500"/>
                  <a:gd name="csY3" fmla="*/ 9493 h 63500"/>
                  <a:gd name="csX4" fmla="*/ 31860 w 63500"/>
                  <a:gd name="csY4" fmla="*/ 194 h 63500"/>
                  <a:gd name="csX5" fmla="*/ 9409 w 63500"/>
                  <a:gd name="csY5" fmla="*/ 9493 h 63500"/>
                  <a:gd name="csX6" fmla="*/ 110 w 63500"/>
                  <a:gd name="csY6" fmla="*/ 31944 h 63500"/>
                  <a:gd name="csX7" fmla="*/ 9409 w 63500"/>
                  <a:gd name="csY7" fmla="*/ 54394 h 63500"/>
                  <a:gd name="csX8" fmla="*/ 31860 w 63500"/>
                  <a:gd name="csY8" fmla="*/ 6369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0" y="63694"/>
                    </a:moveTo>
                    <a:cubicBezTo>
                      <a:pt x="40280" y="63694"/>
                      <a:pt x="48356" y="60348"/>
                      <a:pt x="54310" y="54394"/>
                    </a:cubicBezTo>
                    <a:cubicBezTo>
                      <a:pt x="60264" y="48440"/>
                      <a:pt x="63610" y="40364"/>
                      <a:pt x="63610" y="31944"/>
                    </a:cubicBezTo>
                    <a:cubicBezTo>
                      <a:pt x="63610" y="23523"/>
                      <a:pt x="60264" y="15447"/>
                      <a:pt x="54310" y="9493"/>
                    </a:cubicBezTo>
                    <a:cubicBezTo>
                      <a:pt x="48356" y="3539"/>
                      <a:pt x="40280" y="194"/>
                      <a:pt x="31860" y="194"/>
                    </a:cubicBezTo>
                    <a:cubicBezTo>
                      <a:pt x="23439" y="194"/>
                      <a:pt x="15363" y="3539"/>
                      <a:pt x="9409" y="9493"/>
                    </a:cubicBezTo>
                    <a:cubicBezTo>
                      <a:pt x="3455" y="15447"/>
                      <a:pt x="110" y="23523"/>
                      <a:pt x="110" y="31944"/>
                    </a:cubicBezTo>
                    <a:cubicBezTo>
                      <a:pt x="110" y="40364"/>
                      <a:pt x="3455" y="48440"/>
                      <a:pt x="9409" y="54394"/>
                    </a:cubicBezTo>
                    <a:cubicBezTo>
                      <a:pt x="15363" y="60348"/>
                      <a:pt x="23439" y="63694"/>
                      <a:pt x="31860" y="63694"/>
                    </a:cubicBezTo>
                    <a:close/>
                  </a:path>
                </a:pathLst>
              </a:custGeom>
              <a:solidFill>
                <a:srgbClr val="67B57B"/>
              </a:solidFill>
              <a:ln w="3175" cap="flat">
                <a:solidFill>
                  <a:srgbClr val="FFFFFF"/>
                </a:solidFill>
                <a:prstDash val="solid"/>
                <a:round/>
              </a:ln>
            </p:spPr>
            <p:txBody>
              <a:bodyPr/>
              <a:lstStyle/>
              <a:p>
                <a:endParaRPr lang="en-US"/>
              </a:p>
            </p:txBody>
          </p:sp>
          <p:sp>
            <p:nvSpPr>
              <p:cNvPr id="3925" name="Freeform: Shape 3924">
                <a:extLst>
                  <a:ext uri="{FF2B5EF4-FFF2-40B4-BE49-F238E27FC236}">
                    <a16:creationId xmlns:a16="http://schemas.microsoft.com/office/drawing/2014/main" id="{F843FC45-3B2B-2410-C893-139DF4D9B120}"/>
                  </a:ext>
                </a:extLst>
              </p:cNvPr>
              <p:cNvSpPr/>
              <p:nvPr/>
            </p:nvSpPr>
            <p:spPr>
              <a:xfrm>
                <a:off x="3690252" y="3148162"/>
                <a:ext cx="63500" cy="63500"/>
              </a:xfrm>
              <a:custGeom>
                <a:avLst/>
                <a:gdLst>
                  <a:gd name="csX0" fmla="*/ 31863 w 63500"/>
                  <a:gd name="csY0" fmla="*/ 63692 h 63500"/>
                  <a:gd name="csX1" fmla="*/ 54314 w 63500"/>
                  <a:gd name="csY1" fmla="*/ 54393 h 63500"/>
                  <a:gd name="csX2" fmla="*/ 63613 w 63500"/>
                  <a:gd name="csY2" fmla="*/ 31942 h 63500"/>
                  <a:gd name="csX3" fmla="*/ 54314 w 63500"/>
                  <a:gd name="csY3" fmla="*/ 9491 h 63500"/>
                  <a:gd name="csX4" fmla="*/ 31863 w 63500"/>
                  <a:gd name="csY4" fmla="*/ 192 h 63500"/>
                  <a:gd name="csX5" fmla="*/ 9412 w 63500"/>
                  <a:gd name="csY5" fmla="*/ 9491 h 63500"/>
                  <a:gd name="csX6" fmla="*/ 113 w 63500"/>
                  <a:gd name="csY6" fmla="*/ 31942 h 63500"/>
                  <a:gd name="csX7" fmla="*/ 9412 w 63500"/>
                  <a:gd name="csY7" fmla="*/ 54393 h 63500"/>
                  <a:gd name="csX8" fmla="*/ 31863 w 63500"/>
                  <a:gd name="csY8" fmla="*/ 6369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3" y="63692"/>
                    </a:moveTo>
                    <a:cubicBezTo>
                      <a:pt x="40283" y="63692"/>
                      <a:pt x="48360" y="60347"/>
                      <a:pt x="54314" y="54393"/>
                    </a:cubicBezTo>
                    <a:cubicBezTo>
                      <a:pt x="60268" y="48439"/>
                      <a:pt x="63613" y="40362"/>
                      <a:pt x="63613" y="31942"/>
                    </a:cubicBezTo>
                    <a:cubicBezTo>
                      <a:pt x="63613" y="23522"/>
                      <a:pt x="60268" y="15445"/>
                      <a:pt x="54314" y="9491"/>
                    </a:cubicBezTo>
                    <a:cubicBezTo>
                      <a:pt x="48360" y="3537"/>
                      <a:pt x="40283" y="192"/>
                      <a:pt x="31863" y="192"/>
                    </a:cubicBezTo>
                    <a:cubicBezTo>
                      <a:pt x="23443" y="192"/>
                      <a:pt x="15366" y="3537"/>
                      <a:pt x="9412" y="9491"/>
                    </a:cubicBezTo>
                    <a:cubicBezTo>
                      <a:pt x="3458" y="15445"/>
                      <a:pt x="113" y="23522"/>
                      <a:pt x="113" y="31942"/>
                    </a:cubicBezTo>
                    <a:cubicBezTo>
                      <a:pt x="113" y="40362"/>
                      <a:pt x="3458" y="48439"/>
                      <a:pt x="9412" y="54393"/>
                    </a:cubicBezTo>
                    <a:cubicBezTo>
                      <a:pt x="15366" y="60347"/>
                      <a:pt x="23443" y="63692"/>
                      <a:pt x="31863" y="63692"/>
                    </a:cubicBezTo>
                    <a:close/>
                  </a:path>
                </a:pathLst>
              </a:custGeom>
              <a:solidFill>
                <a:srgbClr val="67B57B"/>
              </a:solidFill>
              <a:ln w="3175" cap="flat">
                <a:solidFill>
                  <a:srgbClr val="FFFFFF"/>
                </a:solidFill>
                <a:prstDash val="solid"/>
                <a:round/>
              </a:ln>
            </p:spPr>
            <p:txBody>
              <a:bodyPr/>
              <a:lstStyle/>
              <a:p>
                <a:endParaRPr lang="en-US"/>
              </a:p>
            </p:txBody>
          </p:sp>
          <p:sp>
            <p:nvSpPr>
              <p:cNvPr id="3926" name="Freeform: Shape 3925">
                <a:extLst>
                  <a:ext uri="{FF2B5EF4-FFF2-40B4-BE49-F238E27FC236}">
                    <a16:creationId xmlns:a16="http://schemas.microsoft.com/office/drawing/2014/main" id="{FF157078-1180-9EF6-9255-04A6C735F645}"/>
                  </a:ext>
                </a:extLst>
              </p:cNvPr>
              <p:cNvSpPr/>
              <p:nvPr/>
            </p:nvSpPr>
            <p:spPr>
              <a:xfrm>
                <a:off x="3710876" y="3126246"/>
                <a:ext cx="63500" cy="63500"/>
              </a:xfrm>
              <a:custGeom>
                <a:avLst/>
                <a:gdLst>
                  <a:gd name="csX0" fmla="*/ 31865 w 63500"/>
                  <a:gd name="csY0" fmla="*/ 63690 h 63500"/>
                  <a:gd name="csX1" fmla="*/ 54315 w 63500"/>
                  <a:gd name="csY1" fmla="*/ 54391 h 63500"/>
                  <a:gd name="csX2" fmla="*/ 63615 w 63500"/>
                  <a:gd name="csY2" fmla="*/ 31940 h 63500"/>
                  <a:gd name="csX3" fmla="*/ 54315 w 63500"/>
                  <a:gd name="csY3" fmla="*/ 9490 h 63500"/>
                  <a:gd name="csX4" fmla="*/ 31865 w 63500"/>
                  <a:gd name="csY4" fmla="*/ 190 h 63500"/>
                  <a:gd name="csX5" fmla="*/ 9414 w 63500"/>
                  <a:gd name="csY5" fmla="*/ 9490 h 63500"/>
                  <a:gd name="csX6" fmla="*/ 115 w 63500"/>
                  <a:gd name="csY6" fmla="*/ 31940 h 63500"/>
                  <a:gd name="csX7" fmla="*/ 9414 w 63500"/>
                  <a:gd name="csY7" fmla="*/ 54391 h 63500"/>
                  <a:gd name="csX8" fmla="*/ 31865 w 63500"/>
                  <a:gd name="csY8" fmla="*/ 6369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5" y="63690"/>
                    </a:moveTo>
                    <a:cubicBezTo>
                      <a:pt x="40285" y="63690"/>
                      <a:pt x="48361" y="60345"/>
                      <a:pt x="54315" y="54391"/>
                    </a:cubicBezTo>
                    <a:cubicBezTo>
                      <a:pt x="60269" y="48437"/>
                      <a:pt x="63615" y="40360"/>
                      <a:pt x="63615" y="31940"/>
                    </a:cubicBezTo>
                    <a:cubicBezTo>
                      <a:pt x="63615" y="23520"/>
                      <a:pt x="60269" y="15443"/>
                      <a:pt x="54315" y="9490"/>
                    </a:cubicBezTo>
                    <a:cubicBezTo>
                      <a:pt x="48361" y="3536"/>
                      <a:pt x="40285" y="190"/>
                      <a:pt x="31865" y="190"/>
                    </a:cubicBezTo>
                    <a:cubicBezTo>
                      <a:pt x="23444" y="190"/>
                      <a:pt x="15368" y="3536"/>
                      <a:pt x="9414" y="9490"/>
                    </a:cubicBezTo>
                    <a:cubicBezTo>
                      <a:pt x="3460" y="15443"/>
                      <a:pt x="115" y="23520"/>
                      <a:pt x="115" y="31940"/>
                    </a:cubicBezTo>
                    <a:cubicBezTo>
                      <a:pt x="115" y="40360"/>
                      <a:pt x="3460" y="48437"/>
                      <a:pt x="9414" y="54391"/>
                    </a:cubicBezTo>
                    <a:cubicBezTo>
                      <a:pt x="15368" y="60345"/>
                      <a:pt x="23444" y="63690"/>
                      <a:pt x="31865" y="63690"/>
                    </a:cubicBezTo>
                    <a:close/>
                  </a:path>
                </a:pathLst>
              </a:custGeom>
              <a:solidFill>
                <a:srgbClr val="67B57B"/>
              </a:solidFill>
              <a:ln w="3175" cap="flat">
                <a:solidFill>
                  <a:srgbClr val="FFFFFF"/>
                </a:solidFill>
                <a:prstDash val="solid"/>
                <a:round/>
              </a:ln>
            </p:spPr>
            <p:txBody>
              <a:bodyPr/>
              <a:lstStyle/>
              <a:p>
                <a:endParaRPr lang="en-US"/>
              </a:p>
            </p:txBody>
          </p:sp>
          <p:sp>
            <p:nvSpPr>
              <p:cNvPr id="3927" name="Freeform: Shape 3926">
                <a:extLst>
                  <a:ext uri="{FF2B5EF4-FFF2-40B4-BE49-F238E27FC236}">
                    <a16:creationId xmlns:a16="http://schemas.microsoft.com/office/drawing/2014/main" id="{B9022F9A-1567-C7BD-6094-1E0FD21D6697}"/>
                  </a:ext>
                </a:extLst>
              </p:cNvPr>
              <p:cNvSpPr/>
              <p:nvPr/>
            </p:nvSpPr>
            <p:spPr>
              <a:xfrm>
                <a:off x="3731766" y="3104329"/>
                <a:ext cx="63500" cy="63500"/>
              </a:xfrm>
              <a:custGeom>
                <a:avLst/>
                <a:gdLst>
                  <a:gd name="csX0" fmla="*/ 31866 w 63500"/>
                  <a:gd name="csY0" fmla="*/ 63688 h 63500"/>
                  <a:gd name="csX1" fmla="*/ 54317 w 63500"/>
                  <a:gd name="csY1" fmla="*/ 54389 h 63500"/>
                  <a:gd name="csX2" fmla="*/ 63616 w 63500"/>
                  <a:gd name="csY2" fmla="*/ 31938 h 63500"/>
                  <a:gd name="csX3" fmla="*/ 54317 w 63500"/>
                  <a:gd name="csY3" fmla="*/ 9488 h 63500"/>
                  <a:gd name="csX4" fmla="*/ 31866 w 63500"/>
                  <a:gd name="csY4" fmla="*/ 188 h 63500"/>
                  <a:gd name="csX5" fmla="*/ 9416 w 63500"/>
                  <a:gd name="csY5" fmla="*/ 9488 h 63500"/>
                  <a:gd name="csX6" fmla="*/ 116 w 63500"/>
                  <a:gd name="csY6" fmla="*/ 31938 h 63500"/>
                  <a:gd name="csX7" fmla="*/ 9416 w 63500"/>
                  <a:gd name="csY7" fmla="*/ 54389 h 63500"/>
                  <a:gd name="csX8" fmla="*/ 31866 w 63500"/>
                  <a:gd name="csY8" fmla="*/ 6368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6" y="63688"/>
                    </a:moveTo>
                    <a:cubicBezTo>
                      <a:pt x="40287" y="63688"/>
                      <a:pt x="48363" y="60343"/>
                      <a:pt x="54317" y="54389"/>
                    </a:cubicBezTo>
                    <a:cubicBezTo>
                      <a:pt x="60271" y="48435"/>
                      <a:pt x="63616" y="40359"/>
                      <a:pt x="63616" y="31938"/>
                    </a:cubicBezTo>
                    <a:cubicBezTo>
                      <a:pt x="63616" y="23518"/>
                      <a:pt x="60271" y="15442"/>
                      <a:pt x="54317" y="9488"/>
                    </a:cubicBezTo>
                    <a:cubicBezTo>
                      <a:pt x="48363" y="3534"/>
                      <a:pt x="40287" y="188"/>
                      <a:pt x="31866" y="188"/>
                    </a:cubicBezTo>
                    <a:cubicBezTo>
                      <a:pt x="23446" y="188"/>
                      <a:pt x="15370" y="3534"/>
                      <a:pt x="9416" y="9488"/>
                    </a:cubicBezTo>
                    <a:cubicBezTo>
                      <a:pt x="3462" y="15442"/>
                      <a:pt x="116" y="23518"/>
                      <a:pt x="116" y="31938"/>
                    </a:cubicBezTo>
                    <a:cubicBezTo>
                      <a:pt x="116" y="40359"/>
                      <a:pt x="3462" y="48435"/>
                      <a:pt x="9416" y="54389"/>
                    </a:cubicBezTo>
                    <a:cubicBezTo>
                      <a:pt x="15370" y="60343"/>
                      <a:pt x="23446" y="63688"/>
                      <a:pt x="31866" y="63688"/>
                    </a:cubicBezTo>
                    <a:close/>
                  </a:path>
                </a:pathLst>
              </a:custGeom>
              <a:solidFill>
                <a:srgbClr val="67B57B"/>
              </a:solidFill>
              <a:ln w="3175" cap="flat">
                <a:solidFill>
                  <a:srgbClr val="FFFFFF"/>
                </a:solidFill>
                <a:prstDash val="solid"/>
                <a:round/>
              </a:ln>
            </p:spPr>
            <p:txBody>
              <a:bodyPr/>
              <a:lstStyle/>
              <a:p>
                <a:endParaRPr lang="en-US"/>
              </a:p>
            </p:txBody>
          </p:sp>
          <p:sp>
            <p:nvSpPr>
              <p:cNvPr id="3928" name="Freeform: Shape 3927">
                <a:extLst>
                  <a:ext uri="{FF2B5EF4-FFF2-40B4-BE49-F238E27FC236}">
                    <a16:creationId xmlns:a16="http://schemas.microsoft.com/office/drawing/2014/main" id="{7E6FDE59-2169-D370-9189-D66C39F6C186}"/>
                  </a:ext>
                </a:extLst>
              </p:cNvPr>
              <p:cNvSpPr/>
              <p:nvPr/>
            </p:nvSpPr>
            <p:spPr>
              <a:xfrm>
                <a:off x="3752216" y="3082413"/>
                <a:ext cx="63500" cy="63500"/>
              </a:xfrm>
              <a:custGeom>
                <a:avLst/>
                <a:gdLst>
                  <a:gd name="csX0" fmla="*/ 31868 w 63500"/>
                  <a:gd name="csY0" fmla="*/ 63687 h 63500"/>
                  <a:gd name="csX1" fmla="*/ 54319 w 63500"/>
                  <a:gd name="csY1" fmla="*/ 54387 h 63500"/>
                  <a:gd name="csX2" fmla="*/ 63618 w 63500"/>
                  <a:gd name="csY2" fmla="*/ 31937 h 63500"/>
                  <a:gd name="csX3" fmla="*/ 54319 w 63500"/>
                  <a:gd name="csY3" fmla="*/ 9486 h 63500"/>
                  <a:gd name="csX4" fmla="*/ 31868 w 63500"/>
                  <a:gd name="csY4" fmla="*/ 187 h 63500"/>
                  <a:gd name="csX5" fmla="*/ 9417 w 63500"/>
                  <a:gd name="csY5" fmla="*/ 9486 h 63500"/>
                  <a:gd name="csX6" fmla="*/ 118 w 63500"/>
                  <a:gd name="csY6" fmla="*/ 31937 h 63500"/>
                  <a:gd name="csX7" fmla="*/ 9417 w 63500"/>
                  <a:gd name="csY7" fmla="*/ 54387 h 63500"/>
                  <a:gd name="csX8" fmla="*/ 31868 w 63500"/>
                  <a:gd name="csY8" fmla="*/ 6368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8" y="63687"/>
                    </a:moveTo>
                    <a:cubicBezTo>
                      <a:pt x="40288" y="63687"/>
                      <a:pt x="48365" y="60341"/>
                      <a:pt x="54319" y="54387"/>
                    </a:cubicBezTo>
                    <a:cubicBezTo>
                      <a:pt x="60273" y="48433"/>
                      <a:pt x="63618" y="40357"/>
                      <a:pt x="63618" y="31937"/>
                    </a:cubicBezTo>
                    <a:cubicBezTo>
                      <a:pt x="63618" y="23517"/>
                      <a:pt x="60273" y="15440"/>
                      <a:pt x="54319" y="9486"/>
                    </a:cubicBezTo>
                    <a:cubicBezTo>
                      <a:pt x="48365" y="3532"/>
                      <a:pt x="40288" y="187"/>
                      <a:pt x="31868" y="187"/>
                    </a:cubicBezTo>
                    <a:cubicBezTo>
                      <a:pt x="23448" y="187"/>
                      <a:pt x="15371" y="3532"/>
                      <a:pt x="9417" y="9486"/>
                    </a:cubicBezTo>
                    <a:cubicBezTo>
                      <a:pt x="3463" y="15440"/>
                      <a:pt x="118" y="23517"/>
                      <a:pt x="118" y="31937"/>
                    </a:cubicBezTo>
                    <a:cubicBezTo>
                      <a:pt x="118" y="40357"/>
                      <a:pt x="3463" y="48433"/>
                      <a:pt x="9417" y="54387"/>
                    </a:cubicBezTo>
                    <a:cubicBezTo>
                      <a:pt x="15371" y="60341"/>
                      <a:pt x="23448" y="63687"/>
                      <a:pt x="31868" y="63687"/>
                    </a:cubicBezTo>
                    <a:close/>
                  </a:path>
                </a:pathLst>
              </a:custGeom>
              <a:solidFill>
                <a:srgbClr val="67B57B"/>
              </a:solidFill>
              <a:ln w="3175" cap="flat">
                <a:solidFill>
                  <a:srgbClr val="FFFFFF"/>
                </a:solidFill>
                <a:prstDash val="solid"/>
                <a:round/>
              </a:ln>
            </p:spPr>
            <p:txBody>
              <a:bodyPr/>
              <a:lstStyle/>
              <a:p>
                <a:endParaRPr lang="en-US"/>
              </a:p>
            </p:txBody>
          </p:sp>
          <p:sp>
            <p:nvSpPr>
              <p:cNvPr id="3929" name="Freeform: Shape 3928">
                <a:extLst>
                  <a:ext uri="{FF2B5EF4-FFF2-40B4-BE49-F238E27FC236}">
                    <a16:creationId xmlns:a16="http://schemas.microsoft.com/office/drawing/2014/main" id="{37A3E806-1322-637C-27E2-3031FDD949C3}"/>
                  </a:ext>
                </a:extLst>
              </p:cNvPr>
              <p:cNvSpPr/>
              <p:nvPr/>
            </p:nvSpPr>
            <p:spPr>
              <a:xfrm>
                <a:off x="3789623" y="3060496"/>
                <a:ext cx="63500" cy="63500"/>
              </a:xfrm>
              <a:custGeom>
                <a:avLst/>
                <a:gdLst>
                  <a:gd name="csX0" fmla="*/ 31871 w 63500"/>
                  <a:gd name="csY0" fmla="*/ 63685 h 63500"/>
                  <a:gd name="csX1" fmla="*/ 54322 w 63500"/>
                  <a:gd name="csY1" fmla="*/ 54386 h 63500"/>
                  <a:gd name="csX2" fmla="*/ 63621 w 63500"/>
                  <a:gd name="csY2" fmla="*/ 31935 h 63500"/>
                  <a:gd name="csX3" fmla="*/ 54322 w 63500"/>
                  <a:gd name="csY3" fmla="*/ 9484 h 63500"/>
                  <a:gd name="csX4" fmla="*/ 31871 w 63500"/>
                  <a:gd name="csY4" fmla="*/ 185 h 63500"/>
                  <a:gd name="csX5" fmla="*/ 9420 w 63500"/>
                  <a:gd name="csY5" fmla="*/ 9484 h 63500"/>
                  <a:gd name="csX6" fmla="*/ 121 w 63500"/>
                  <a:gd name="csY6" fmla="*/ 31935 h 63500"/>
                  <a:gd name="csX7" fmla="*/ 9420 w 63500"/>
                  <a:gd name="csY7" fmla="*/ 54386 h 63500"/>
                  <a:gd name="csX8" fmla="*/ 31871 w 63500"/>
                  <a:gd name="csY8" fmla="*/ 6368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71" y="63685"/>
                    </a:moveTo>
                    <a:cubicBezTo>
                      <a:pt x="40291" y="63685"/>
                      <a:pt x="48368" y="60340"/>
                      <a:pt x="54322" y="54386"/>
                    </a:cubicBezTo>
                    <a:cubicBezTo>
                      <a:pt x="60276" y="48432"/>
                      <a:pt x="63621" y="40355"/>
                      <a:pt x="63621" y="31935"/>
                    </a:cubicBezTo>
                    <a:cubicBezTo>
                      <a:pt x="63621" y="23515"/>
                      <a:pt x="60276" y="15438"/>
                      <a:pt x="54322" y="9484"/>
                    </a:cubicBezTo>
                    <a:cubicBezTo>
                      <a:pt x="48368" y="3530"/>
                      <a:pt x="40291" y="185"/>
                      <a:pt x="31871" y="185"/>
                    </a:cubicBezTo>
                    <a:cubicBezTo>
                      <a:pt x="23451" y="185"/>
                      <a:pt x="15374" y="3530"/>
                      <a:pt x="9420" y="9484"/>
                    </a:cubicBezTo>
                    <a:cubicBezTo>
                      <a:pt x="3466" y="15438"/>
                      <a:pt x="121" y="23515"/>
                      <a:pt x="121" y="31935"/>
                    </a:cubicBezTo>
                    <a:cubicBezTo>
                      <a:pt x="121" y="40355"/>
                      <a:pt x="3466" y="48432"/>
                      <a:pt x="9420" y="54386"/>
                    </a:cubicBezTo>
                    <a:cubicBezTo>
                      <a:pt x="15374" y="60340"/>
                      <a:pt x="23451" y="63685"/>
                      <a:pt x="31871" y="63685"/>
                    </a:cubicBezTo>
                    <a:close/>
                  </a:path>
                </a:pathLst>
              </a:custGeom>
              <a:solidFill>
                <a:srgbClr val="67B57B"/>
              </a:solidFill>
              <a:ln w="3175" cap="flat">
                <a:solidFill>
                  <a:srgbClr val="FFFFFF"/>
                </a:solidFill>
                <a:prstDash val="solid"/>
                <a:round/>
              </a:ln>
            </p:spPr>
            <p:txBody>
              <a:bodyPr/>
              <a:lstStyle/>
              <a:p>
                <a:endParaRPr lang="en-US"/>
              </a:p>
            </p:txBody>
          </p:sp>
          <p:sp>
            <p:nvSpPr>
              <p:cNvPr id="3930" name="Freeform: Shape 3929">
                <a:extLst>
                  <a:ext uri="{FF2B5EF4-FFF2-40B4-BE49-F238E27FC236}">
                    <a16:creationId xmlns:a16="http://schemas.microsoft.com/office/drawing/2014/main" id="{C134D553-F573-FCFF-5337-3444779E3E68}"/>
                  </a:ext>
                </a:extLst>
              </p:cNvPr>
              <p:cNvSpPr/>
              <p:nvPr/>
            </p:nvSpPr>
            <p:spPr>
              <a:xfrm>
                <a:off x="3808205" y="3038580"/>
                <a:ext cx="63500" cy="63500"/>
              </a:xfrm>
              <a:custGeom>
                <a:avLst/>
                <a:gdLst>
                  <a:gd name="csX0" fmla="*/ 31872 w 63500"/>
                  <a:gd name="csY0" fmla="*/ 63683 h 63500"/>
                  <a:gd name="csX1" fmla="*/ 54323 w 63500"/>
                  <a:gd name="csY1" fmla="*/ 54384 h 63500"/>
                  <a:gd name="csX2" fmla="*/ 63622 w 63500"/>
                  <a:gd name="csY2" fmla="*/ 31933 h 63500"/>
                  <a:gd name="csX3" fmla="*/ 54323 w 63500"/>
                  <a:gd name="csY3" fmla="*/ 9483 h 63500"/>
                  <a:gd name="csX4" fmla="*/ 31872 w 63500"/>
                  <a:gd name="csY4" fmla="*/ 183 h 63500"/>
                  <a:gd name="csX5" fmla="*/ 9422 w 63500"/>
                  <a:gd name="csY5" fmla="*/ 9483 h 63500"/>
                  <a:gd name="csX6" fmla="*/ 122 w 63500"/>
                  <a:gd name="csY6" fmla="*/ 31933 h 63500"/>
                  <a:gd name="csX7" fmla="*/ 9422 w 63500"/>
                  <a:gd name="csY7" fmla="*/ 54384 h 63500"/>
                  <a:gd name="csX8" fmla="*/ 31872 w 63500"/>
                  <a:gd name="csY8" fmla="*/ 6368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72" y="63683"/>
                    </a:moveTo>
                    <a:cubicBezTo>
                      <a:pt x="40293" y="63683"/>
                      <a:pt x="48369" y="60338"/>
                      <a:pt x="54323" y="54384"/>
                    </a:cubicBezTo>
                    <a:cubicBezTo>
                      <a:pt x="60277" y="48430"/>
                      <a:pt x="63622" y="40353"/>
                      <a:pt x="63622" y="31933"/>
                    </a:cubicBezTo>
                    <a:cubicBezTo>
                      <a:pt x="63622" y="23513"/>
                      <a:pt x="60277" y="15437"/>
                      <a:pt x="54323" y="9483"/>
                    </a:cubicBezTo>
                    <a:cubicBezTo>
                      <a:pt x="48369" y="3529"/>
                      <a:pt x="40293" y="183"/>
                      <a:pt x="31872" y="183"/>
                    </a:cubicBezTo>
                    <a:cubicBezTo>
                      <a:pt x="23452" y="183"/>
                      <a:pt x="15376" y="3529"/>
                      <a:pt x="9422" y="9483"/>
                    </a:cubicBezTo>
                    <a:cubicBezTo>
                      <a:pt x="3468" y="15437"/>
                      <a:pt x="122" y="23513"/>
                      <a:pt x="122" y="31933"/>
                    </a:cubicBezTo>
                    <a:cubicBezTo>
                      <a:pt x="122" y="40353"/>
                      <a:pt x="3468" y="48430"/>
                      <a:pt x="9422" y="54384"/>
                    </a:cubicBezTo>
                    <a:cubicBezTo>
                      <a:pt x="15376" y="60338"/>
                      <a:pt x="23452" y="63683"/>
                      <a:pt x="31872" y="63683"/>
                    </a:cubicBezTo>
                    <a:close/>
                  </a:path>
                </a:pathLst>
              </a:custGeom>
              <a:solidFill>
                <a:srgbClr val="67B57B"/>
              </a:solidFill>
              <a:ln w="3175" cap="flat">
                <a:solidFill>
                  <a:srgbClr val="FFFFFF"/>
                </a:solidFill>
                <a:prstDash val="solid"/>
                <a:round/>
              </a:ln>
            </p:spPr>
            <p:txBody>
              <a:bodyPr/>
              <a:lstStyle/>
              <a:p>
                <a:endParaRPr lang="en-US"/>
              </a:p>
            </p:txBody>
          </p:sp>
          <p:sp>
            <p:nvSpPr>
              <p:cNvPr id="3931" name="Freeform: Shape 3930">
                <a:extLst>
                  <a:ext uri="{FF2B5EF4-FFF2-40B4-BE49-F238E27FC236}">
                    <a16:creationId xmlns:a16="http://schemas.microsoft.com/office/drawing/2014/main" id="{4FDC2B1B-1DDE-F833-D0EA-60F0C194909D}"/>
                  </a:ext>
                </a:extLst>
              </p:cNvPr>
              <p:cNvSpPr/>
              <p:nvPr/>
            </p:nvSpPr>
            <p:spPr>
              <a:xfrm>
                <a:off x="3842473" y="3016663"/>
                <a:ext cx="63500" cy="63500"/>
              </a:xfrm>
              <a:custGeom>
                <a:avLst/>
                <a:gdLst>
                  <a:gd name="csX0" fmla="*/ 31875 w 63500"/>
                  <a:gd name="csY0" fmla="*/ 63682 h 63500"/>
                  <a:gd name="csX1" fmla="*/ 54326 w 63500"/>
                  <a:gd name="csY1" fmla="*/ 54382 h 63500"/>
                  <a:gd name="csX2" fmla="*/ 63625 w 63500"/>
                  <a:gd name="csY2" fmla="*/ 31932 h 63500"/>
                  <a:gd name="csX3" fmla="*/ 54326 w 63500"/>
                  <a:gd name="csY3" fmla="*/ 9481 h 63500"/>
                  <a:gd name="csX4" fmla="*/ 31875 w 63500"/>
                  <a:gd name="csY4" fmla="*/ 182 h 63500"/>
                  <a:gd name="csX5" fmla="*/ 9424 w 63500"/>
                  <a:gd name="csY5" fmla="*/ 9481 h 63500"/>
                  <a:gd name="csX6" fmla="*/ 125 w 63500"/>
                  <a:gd name="csY6" fmla="*/ 31932 h 63500"/>
                  <a:gd name="csX7" fmla="*/ 9424 w 63500"/>
                  <a:gd name="csY7" fmla="*/ 54382 h 63500"/>
                  <a:gd name="csX8" fmla="*/ 31875 w 63500"/>
                  <a:gd name="csY8" fmla="*/ 6368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75" y="63682"/>
                    </a:moveTo>
                    <a:cubicBezTo>
                      <a:pt x="40295" y="63682"/>
                      <a:pt x="48372" y="60336"/>
                      <a:pt x="54326" y="54382"/>
                    </a:cubicBezTo>
                    <a:cubicBezTo>
                      <a:pt x="60280" y="48428"/>
                      <a:pt x="63625" y="40352"/>
                      <a:pt x="63625" y="31932"/>
                    </a:cubicBezTo>
                    <a:cubicBezTo>
                      <a:pt x="63625" y="23511"/>
                      <a:pt x="60280" y="15435"/>
                      <a:pt x="54326" y="9481"/>
                    </a:cubicBezTo>
                    <a:cubicBezTo>
                      <a:pt x="48372" y="3527"/>
                      <a:pt x="40295" y="182"/>
                      <a:pt x="31875" y="182"/>
                    </a:cubicBezTo>
                    <a:cubicBezTo>
                      <a:pt x="23455" y="182"/>
                      <a:pt x="15378" y="3527"/>
                      <a:pt x="9424" y="9481"/>
                    </a:cubicBezTo>
                    <a:cubicBezTo>
                      <a:pt x="3470" y="15435"/>
                      <a:pt x="125" y="23511"/>
                      <a:pt x="125" y="31932"/>
                    </a:cubicBezTo>
                    <a:cubicBezTo>
                      <a:pt x="125" y="40352"/>
                      <a:pt x="3470" y="48428"/>
                      <a:pt x="9424" y="54382"/>
                    </a:cubicBezTo>
                    <a:cubicBezTo>
                      <a:pt x="15378" y="60336"/>
                      <a:pt x="23455" y="63682"/>
                      <a:pt x="31875" y="63682"/>
                    </a:cubicBezTo>
                    <a:close/>
                  </a:path>
                </a:pathLst>
              </a:custGeom>
              <a:solidFill>
                <a:srgbClr val="67B57B"/>
              </a:solidFill>
              <a:ln w="3175" cap="flat">
                <a:solidFill>
                  <a:srgbClr val="FFFFFF"/>
                </a:solidFill>
                <a:prstDash val="solid"/>
                <a:round/>
              </a:ln>
            </p:spPr>
            <p:txBody>
              <a:bodyPr/>
              <a:lstStyle/>
              <a:p>
                <a:endParaRPr lang="en-US"/>
              </a:p>
            </p:txBody>
          </p:sp>
          <p:sp>
            <p:nvSpPr>
              <p:cNvPr id="3934" name="Freeform: Shape 3933">
                <a:extLst>
                  <a:ext uri="{FF2B5EF4-FFF2-40B4-BE49-F238E27FC236}">
                    <a16:creationId xmlns:a16="http://schemas.microsoft.com/office/drawing/2014/main" id="{2E876582-BEEF-D770-4D71-1092CC69CE08}"/>
                  </a:ext>
                </a:extLst>
              </p:cNvPr>
              <p:cNvSpPr/>
              <p:nvPr/>
            </p:nvSpPr>
            <p:spPr>
              <a:xfrm>
                <a:off x="3868241" y="2994747"/>
                <a:ext cx="63500" cy="63500"/>
              </a:xfrm>
              <a:custGeom>
                <a:avLst/>
                <a:gdLst>
                  <a:gd name="csX0" fmla="*/ 31877 w 63500"/>
                  <a:gd name="csY0" fmla="*/ 63680 h 63500"/>
                  <a:gd name="csX1" fmla="*/ 54328 w 63500"/>
                  <a:gd name="csY1" fmla="*/ 54380 h 63500"/>
                  <a:gd name="csX2" fmla="*/ 63627 w 63500"/>
                  <a:gd name="csY2" fmla="*/ 31930 h 63500"/>
                  <a:gd name="csX3" fmla="*/ 54328 w 63500"/>
                  <a:gd name="csY3" fmla="*/ 9479 h 63500"/>
                  <a:gd name="csX4" fmla="*/ 31877 w 63500"/>
                  <a:gd name="csY4" fmla="*/ 180 h 63500"/>
                  <a:gd name="csX5" fmla="*/ 9426 w 63500"/>
                  <a:gd name="csY5" fmla="*/ 9479 h 63500"/>
                  <a:gd name="csX6" fmla="*/ 127 w 63500"/>
                  <a:gd name="csY6" fmla="*/ 31930 h 63500"/>
                  <a:gd name="csX7" fmla="*/ 9426 w 63500"/>
                  <a:gd name="csY7" fmla="*/ 54380 h 63500"/>
                  <a:gd name="csX8" fmla="*/ 31877 w 63500"/>
                  <a:gd name="csY8" fmla="*/ 6368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77" y="63680"/>
                    </a:moveTo>
                    <a:cubicBezTo>
                      <a:pt x="40297" y="63680"/>
                      <a:pt x="48374" y="60334"/>
                      <a:pt x="54328" y="54380"/>
                    </a:cubicBezTo>
                    <a:cubicBezTo>
                      <a:pt x="60282" y="48426"/>
                      <a:pt x="63627" y="40350"/>
                      <a:pt x="63627" y="31930"/>
                    </a:cubicBezTo>
                    <a:cubicBezTo>
                      <a:pt x="63627" y="23510"/>
                      <a:pt x="60282" y="15433"/>
                      <a:pt x="54328" y="9479"/>
                    </a:cubicBezTo>
                    <a:cubicBezTo>
                      <a:pt x="48374" y="3525"/>
                      <a:pt x="40297" y="180"/>
                      <a:pt x="31877" y="180"/>
                    </a:cubicBezTo>
                    <a:cubicBezTo>
                      <a:pt x="23457" y="180"/>
                      <a:pt x="15380" y="3525"/>
                      <a:pt x="9426" y="9479"/>
                    </a:cubicBezTo>
                    <a:cubicBezTo>
                      <a:pt x="3472" y="15433"/>
                      <a:pt x="127" y="23510"/>
                      <a:pt x="127" y="31930"/>
                    </a:cubicBezTo>
                    <a:cubicBezTo>
                      <a:pt x="127" y="40350"/>
                      <a:pt x="3472" y="48426"/>
                      <a:pt x="9426" y="54380"/>
                    </a:cubicBezTo>
                    <a:cubicBezTo>
                      <a:pt x="15380" y="60334"/>
                      <a:pt x="23457" y="63680"/>
                      <a:pt x="31877" y="63680"/>
                    </a:cubicBezTo>
                    <a:close/>
                  </a:path>
                </a:pathLst>
              </a:custGeom>
              <a:solidFill>
                <a:srgbClr val="67B57B"/>
              </a:solidFill>
              <a:ln w="3175" cap="flat">
                <a:solidFill>
                  <a:srgbClr val="FFFFFF"/>
                </a:solidFill>
                <a:prstDash val="solid"/>
                <a:round/>
              </a:ln>
            </p:spPr>
            <p:txBody>
              <a:bodyPr/>
              <a:lstStyle/>
              <a:p>
                <a:endParaRPr lang="en-US"/>
              </a:p>
            </p:txBody>
          </p:sp>
          <p:sp>
            <p:nvSpPr>
              <p:cNvPr id="3935" name="Freeform: Shape 3934">
                <a:extLst>
                  <a:ext uri="{FF2B5EF4-FFF2-40B4-BE49-F238E27FC236}">
                    <a16:creationId xmlns:a16="http://schemas.microsoft.com/office/drawing/2014/main" id="{D6DF8D26-B019-60E2-7853-527CC23324F9}"/>
                  </a:ext>
                </a:extLst>
              </p:cNvPr>
              <p:cNvSpPr/>
              <p:nvPr/>
            </p:nvSpPr>
            <p:spPr>
              <a:xfrm>
                <a:off x="3936710" y="2972831"/>
                <a:ext cx="63500" cy="63500"/>
              </a:xfrm>
              <a:custGeom>
                <a:avLst/>
                <a:gdLst>
                  <a:gd name="csX0" fmla="*/ 31882 w 63500"/>
                  <a:gd name="csY0" fmla="*/ 63678 h 63500"/>
                  <a:gd name="csX1" fmla="*/ 54333 w 63500"/>
                  <a:gd name="csY1" fmla="*/ 54379 h 63500"/>
                  <a:gd name="csX2" fmla="*/ 63632 w 63500"/>
                  <a:gd name="csY2" fmla="*/ 31928 h 63500"/>
                  <a:gd name="csX3" fmla="*/ 54333 w 63500"/>
                  <a:gd name="csY3" fmla="*/ 9477 h 63500"/>
                  <a:gd name="csX4" fmla="*/ 31882 w 63500"/>
                  <a:gd name="csY4" fmla="*/ 178 h 63500"/>
                  <a:gd name="csX5" fmla="*/ 9432 w 63500"/>
                  <a:gd name="csY5" fmla="*/ 9477 h 63500"/>
                  <a:gd name="csX6" fmla="*/ 132 w 63500"/>
                  <a:gd name="csY6" fmla="*/ 31928 h 63500"/>
                  <a:gd name="csX7" fmla="*/ 9432 w 63500"/>
                  <a:gd name="csY7" fmla="*/ 54379 h 63500"/>
                  <a:gd name="csX8" fmla="*/ 31882 w 63500"/>
                  <a:gd name="csY8" fmla="*/ 6367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82" y="63678"/>
                    </a:moveTo>
                    <a:cubicBezTo>
                      <a:pt x="40303" y="63678"/>
                      <a:pt x="48379" y="60333"/>
                      <a:pt x="54333" y="54379"/>
                    </a:cubicBezTo>
                    <a:cubicBezTo>
                      <a:pt x="60287" y="48425"/>
                      <a:pt x="63632" y="40348"/>
                      <a:pt x="63632" y="31928"/>
                    </a:cubicBezTo>
                    <a:cubicBezTo>
                      <a:pt x="63632" y="23508"/>
                      <a:pt x="60287" y="15431"/>
                      <a:pt x="54333" y="9477"/>
                    </a:cubicBezTo>
                    <a:cubicBezTo>
                      <a:pt x="48379" y="3523"/>
                      <a:pt x="40303" y="178"/>
                      <a:pt x="31882" y="178"/>
                    </a:cubicBezTo>
                    <a:cubicBezTo>
                      <a:pt x="23462" y="178"/>
                      <a:pt x="15386" y="3523"/>
                      <a:pt x="9432" y="9477"/>
                    </a:cubicBezTo>
                    <a:cubicBezTo>
                      <a:pt x="3478" y="15431"/>
                      <a:pt x="132" y="23508"/>
                      <a:pt x="132" y="31928"/>
                    </a:cubicBezTo>
                    <a:cubicBezTo>
                      <a:pt x="132" y="40348"/>
                      <a:pt x="3478" y="48425"/>
                      <a:pt x="9432" y="54379"/>
                    </a:cubicBezTo>
                    <a:cubicBezTo>
                      <a:pt x="15386" y="60333"/>
                      <a:pt x="23462" y="63678"/>
                      <a:pt x="31882" y="63678"/>
                    </a:cubicBezTo>
                    <a:close/>
                  </a:path>
                </a:pathLst>
              </a:custGeom>
              <a:solidFill>
                <a:srgbClr val="9B84E0"/>
              </a:solidFill>
              <a:ln w="3175" cap="flat">
                <a:solidFill>
                  <a:srgbClr val="FFFFFF"/>
                </a:solidFill>
                <a:prstDash val="solid"/>
                <a:round/>
              </a:ln>
            </p:spPr>
            <p:txBody>
              <a:bodyPr/>
              <a:lstStyle/>
              <a:p>
                <a:endParaRPr lang="en-US"/>
              </a:p>
            </p:txBody>
          </p:sp>
          <p:sp>
            <p:nvSpPr>
              <p:cNvPr id="3936" name="Freeform: Shape 3935">
                <a:extLst>
                  <a:ext uri="{FF2B5EF4-FFF2-40B4-BE49-F238E27FC236}">
                    <a16:creationId xmlns:a16="http://schemas.microsoft.com/office/drawing/2014/main" id="{35FF1F4C-877E-2D8B-4B1B-C92127974340}"/>
                  </a:ext>
                </a:extLst>
              </p:cNvPr>
              <p:cNvSpPr/>
              <p:nvPr/>
            </p:nvSpPr>
            <p:spPr>
              <a:xfrm>
                <a:off x="5632932" y="2950914"/>
                <a:ext cx="63500" cy="63500"/>
              </a:xfrm>
              <a:custGeom>
                <a:avLst/>
                <a:gdLst>
                  <a:gd name="csX0" fmla="*/ 32016 w 63500"/>
                  <a:gd name="csY0" fmla="*/ 63676 h 63500"/>
                  <a:gd name="csX1" fmla="*/ 54467 w 63500"/>
                  <a:gd name="csY1" fmla="*/ 54377 h 63500"/>
                  <a:gd name="csX2" fmla="*/ 63766 w 63500"/>
                  <a:gd name="csY2" fmla="*/ 31926 h 63500"/>
                  <a:gd name="csX3" fmla="*/ 54467 w 63500"/>
                  <a:gd name="csY3" fmla="*/ 9476 h 63500"/>
                  <a:gd name="csX4" fmla="*/ 32016 w 63500"/>
                  <a:gd name="csY4" fmla="*/ 176 h 63500"/>
                  <a:gd name="csX5" fmla="*/ 9565 w 63500"/>
                  <a:gd name="csY5" fmla="*/ 9476 h 63500"/>
                  <a:gd name="csX6" fmla="*/ 266 w 63500"/>
                  <a:gd name="csY6" fmla="*/ 31926 h 63500"/>
                  <a:gd name="csX7" fmla="*/ 9565 w 63500"/>
                  <a:gd name="csY7" fmla="*/ 54377 h 63500"/>
                  <a:gd name="csX8" fmla="*/ 32016 w 63500"/>
                  <a:gd name="csY8" fmla="*/ 6367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16" y="63676"/>
                    </a:moveTo>
                    <a:cubicBezTo>
                      <a:pt x="40436" y="63676"/>
                      <a:pt x="48513" y="60331"/>
                      <a:pt x="54467" y="54377"/>
                    </a:cubicBezTo>
                    <a:cubicBezTo>
                      <a:pt x="60421" y="48423"/>
                      <a:pt x="63766" y="40347"/>
                      <a:pt x="63766" y="31926"/>
                    </a:cubicBezTo>
                    <a:cubicBezTo>
                      <a:pt x="63766" y="23506"/>
                      <a:pt x="60421" y="15430"/>
                      <a:pt x="54467" y="9476"/>
                    </a:cubicBezTo>
                    <a:cubicBezTo>
                      <a:pt x="48513" y="3522"/>
                      <a:pt x="40436" y="176"/>
                      <a:pt x="32016" y="176"/>
                    </a:cubicBezTo>
                    <a:cubicBezTo>
                      <a:pt x="23596" y="176"/>
                      <a:pt x="15519" y="3522"/>
                      <a:pt x="9565" y="9476"/>
                    </a:cubicBezTo>
                    <a:cubicBezTo>
                      <a:pt x="3611" y="15430"/>
                      <a:pt x="266" y="23506"/>
                      <a:pt x="266" y="31926"/>
                    </a:cubicBezTo>
                    <a:cubicBezTo>
                      <a:pt x="266" y="40347"/>
                      <a:pt x="3611" y="48423"/>
                      <a:pt x="9565" y="54377"/>
                    </a:cubicBezTo>
                    <a:cubicBezTo>
                      <a:pt x="15519" y="60331"/>
                      <a:pt x="23596" y="63676"/>
                      <a:pt x="32016" y="63676"/>
                    </a:cubicBezTo>
                    <a:close/>
                  </a:path>
                </a:pathLst>
              </a:custGeom>
              <a:solidFill>
                <a:srgbClr val="67B57B"/>
              </a:solidFill>
              <a:ln w="3175" cap="flat">
                <a:solidFill>
                  <a:srgbClr val="FFFFFF"/>
                </a:solidFill>
                <a:prstDash val="solid"/>
                <a:round/>
              </a:ln>
            </p:spPr>
            <p:txBody>
              <a:bodyPr/>
              <a:lstStyle/>
              <a:p>
                <a:endParaRPr lang="en-US"/>
              </a:p>
            </p:txBody>
          </p:sp>
          <p:sp>
            <p:nvSpPr>
              <p:cNvPr id="3937" name="Freeform: Shape 3936">
                <a:extLst>
                  <a:ext uri="{FF2B5EF4-FFF2-40B4-BE49-F238E27FC236}">
                    <a16:creationId xmlns:a16="http://schemas.microsoft.com/office/drawing/2014/main" id="{023BCD7F-FE62-3D3F-3807-26DB89CAAF17}"/>
                  </a:ext>
                </a:extLst>
              </p:cNvPr>
              <p:cNvSpPr/>
              <p:nvPr/>
            </p:nvSpPr>
            <p:spPr>
              <a:xfrm>
                <a:off x="5667577" y="2928998"/>
                <a:ext cx="63500" cy="63500"/>
              </a:xfrm>
              <a:custGeom>
                <a:avLst/>
                <a:gdLst>
                  <a:gd name="csX0" fmla="*/ 32019 w 63500"/>
                  <a:gd name="csY0" fmla="*/ 63675 h 63500"/>
                  <a:gd name="csX1" fmla="*/ 54469 w 63500"/>
                  <a:gd name="csY1" fmla="*/ 54375 h 63500"/>
                  <a:gd name="csX2" fmla="*/ 63769 w 63500"/>
                  <a:gd name="csY2" fmla="*/ 31925 h 63500"/>
                  <a:gd name="csX3" fmla="*/ 54469 w 63500"/>
                  <a:gd name="csY3" fmla="*/ 9474 h 63500"/>
                  <a:gd name="csX4" fmla="*/ 32019 w 63500"/>
                  <a:gd name="csY4" fmla="*/ 175 h 63500"/>
                  <a:gd name="csX5" fmla="*/ 9568 w 63500"/>
                  <a:gd name="csY5" fmla="*/ 9474 h 63500"/>
                  <a:gd name="csX6" fmla="*/ 269 w 63500"/>
                  <a:gd name="csY6" fmla="*/ 31925 h 63500"/>
                  <a:gd name="csX7" fmla="*/ 9568 w 63500"/>
                  <a:gd name="csY7" fmla="*/ 54375 h 63500"/>
                  <a:gd name="csX8" fmla="*/ 32019 w 63500"/>
                  <a:gd name="csY8" fmla="*/ 6367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19" y="63675"/>
                    </a:moveTo>
                    <a:cubicBezTo>
                      <a:pt x="40439" y="63675"/>
                      <a:pt x="48515" y="60329"/>
                      <a:pt x="54469" y="54375"/>
                    </a:cubicBezTo>
                    <a:cubicBezTo>
                      <a:pt x="60423" y="48421"/>
                      <a:pt x="63769" y="40345"/>
                      <a:pt x="63769" y="31925"/>
                    </a:cubicBezTo>
                    <a:cubicBezTo>
                      <a:pt x="63769" y="23504"/>
                      <a:pt x="60423" y="15428"/>
                      <a:pt x="54469" y="9474"/>
                    </a:cubicBezTo>
                    <a:cubicBezTo>
                      <a:pt x="48515" y="3520"/>
                      <a:pt x="40439" y="175"/>
                      <a:pt x="32019" y="175"/>
                    </a:cubicBezTo>
                    <a:cubicBezTo>
                      <a:pt x="23599" y="175"/>
                      <a:pt x="15522" y="3520"/>
                      <a:pt x="9568" y="9474"/>
                    </a:cubicBezTo>
                    <a:cubicBezTo>
                      <a:pt x="3614" y="15428"/>
                      <a:pt x="269" y="23504"/>
                      <a:pt x="269" y="31925"/>
                    </a:cubicBezTo>
                    <a:cubicBezTo>
                      <a:pt x="269" y="40345"/>
                      <a:pt x="3614" y="48421"/>
                      <a:pt x="9568" y="54375"/>
                    </a:cubicBezTo>
                    <a:cubicBezTo>
                      <a:pt x="15522" y="60329"/>
                      <a:pt x="23599" y="63675"/>
                      <a:pt x="32019" y="63675"/>
                    </a:cubicBezTo>
                    <a:close/>
                  </a:path>
                </a:pathLst>
              </a:custGeom>
              <a:solidFill>
                <a:srgbClr val="67B57B"/>
              </a:solidFill>
              <a:ln w="3175" cap="flat">
                <a:solidFill>
                  <a:srgbClr val="FFFFFF"/>
                </a:solidFill>
                <a:prstDash val="solid"/>
                <a:round/>
              </a:ln>
            </p:spPr>
            <p:txBody>
              <a:bodyPr/>
              <a:lstStyle/>
              <a:p>
                <a:endParaRPr lang="en-US"/>
              </a:p>
            </p:txBody>
          </p:sp>
          <p:sp>
            <p:nvSpPr>
              <p:cNvPr id="3938" name="Freeform: Shape 3937">
                <a:extLst>
                  <a:ext uri="{FF2B5EF4-FFF2-40B4-BE49-F238E27FC236}">
                    <a16:creationId xmlns:a16="http://schemas.microsoft.com/office/drawing/2014/main" id="{B774853D-1FC9-2F01-9926-618786909EC6}"/>
                  </a:ext>
                </a:extLst>
              </p:cNvPr>
              <p:cNvSpPr/>
              <p:nvPr/>
            </p:nvSpPr>
            <p:spPr>
              <a:xfrm>
                <a:off x="5703982" y="2907081"/>
                <a:ext cx="63500" cy="63500"/>
              </a:xfrm>
              <a:custGeom>
                <a:avLst/>
                <a:gdLst>
                  <a:gd name="csX0" fmla="*/ 32022 w 63500"/>
                  <a:gd name="csY0" fmla="*/ 63673 h 63500"/>
                  <a:gd name="csX1" fmla="*/ 54472 w 63500"/>
                  <a:gd name="csY1" fmla="*/ 54374 h 63500"/>
                  <a:gd name="csX2" fmla="*/ 63772 w 63500"/>
                  <a:gd name="csY2" fmla="*/ 31923 h 63500"/>
                  <a:gd name="csX3" fmla="*/ 54472 w 63500"/>
                  <a:gd name="csY3" fmla="*/ 9472 h 63500"/>
                  <a:gd name="csX4" fmla="*/ 32022 w 63500"/>
                  <a:gd name="csY4" fmla="*/ 173 h 63500"/>
                  <a:gd name="csX5" fmla="*/ 9571 w 63500"/>
                  <a:gd name="csY5" fmla="*/ 9472 h 63500"/>
                  <a:gd name="csX6" fmla="*/ 272 w 63500"/>
                  <a:gd name="csY6" fmla="*/ 31923 h 63500"/>
                  <a:gd name="csX7" fmla="*/ 9571 w 63500"/>
                  <a:gd name="csY7" fmla="*/ 54374 h 63500"/>
                  <a:gd name="csX8" fmla="*/ 32022 w 63500"/>
                  <a:gd name="csY8" fmla="*/ 6367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22" y="63673"/>
                    </a:moveTo>
                    <a:cubicBezTo>
                      <a:pt x="40442" y="63673"/>
                      <a:pt x="48518" y="60328"/>
                      <a:pt x="54472" y="54374"/>
                    </a:cubicBezTo>
                    <a:cubicBezTo>
                      <a:pt x="60426" y="48420"/>
                      <a:pt x="63772" y="40343"/>
                      <a:pt x="63772" y="31923"/>
                    </a:cubicBezTo>
                    <a:cubicBezTo>
                      <a:pt x="63772" y="23503"/>
                      <a:pt x="60426" y="15426"/>
                      <a:pt x="54472" y="9472"/>
                    </a:cubicBezTo>
                    <a:cubicBezTo>
                      <a:pt x="48518" y="3518"/>
                      <a:pt x="40442" y="173"/>
                      <a:pt x="32022" y="173"/>
                    </a:cubicBezTo>
                    <a:cubicBezTo>
                      <a:pt x="23601" y="173"/>
                      <a:pt x="15525" y="3518"/>
                      <a:pt x="9571" y="9472"/>
                    </a:cubicBezTo>
                    <a:cubicBezTo>
                      <a:pt x="3617" y="15426"/>
                      <a:pt x="272" y="23503"/>
                      <a:pt x="272" y="31923"/>
                    </a:cubicBezTo>
                    <a:cubicBezTo>
                      <a:pt x="272" y="40343"/>
                      <a:pt x="3617" y="48420"/>
                      <a:pt x="9571" y="54374"/>
                    </a:cubicBezTo>
                    <a:cubicBezTo>
                      <a:pt x="15525" y="60328"/>
                      <a:pt x="23601" y="63673"/>
                      <a:pt x="32022" y="63673"/>
                    </a:cubicBezTo>
                    <a:close/>
                  </a:path>
                </a:pathLst>
              </a:custGeom>
              <a:solidFill>
                <a:srgbClr val="67B57B"/>
              </a:solidFill>
              <a:ln w="3175" cap="flat">
                <a:solidFill>
                  <a:srgbClr val="FFFFFF"/>
                </a:solidFill>
                <a:prstDash val="solid"/>
                <a:round/>
              </a:ln>
            </p:spPr>
            <p:txBody>
              <a:bodyPr/>
              <a:lstStyle/>
              <a:p>
                <a:endParaRPr lang="en-US"/>
              </a:p>
            </p:txBody>
          </p:sp>
          <p:sp>
            <p:nvSpPr>
              <p:cNvPr id="3939" name="Freeform: Shape 3938">
                <a:extLst>
                  <a:ext uri="{FF2B5EF4-FFF2-40B4-BE49-F238E27FC236}">
                    <a16:creationId xmlns:a16="http://schemas.microsoft.com/office/drawing/2014/main" id="{B60FFF57-2A95-5819-F5B1-72AE0EB06484}"/>
                  </a:ext>
                </a:extLst>
              </p:cNvPr>
              <p:cNvSpPr/>
              <p:nvPr/>
            </p:nvSpPr>
            <p:spPr>
              <a:xfrm>
                <a:off x="5746370" y="2885165"/>
                <a:ext cx="63500" cy="63500"/>
              </a:xfrm>
              <a:custGeom>
                <a:avLst/>
                <a:gdLst>
                  <a:gd name="csX0" fmla="*/ 32025 w 63500"/>
                  <a:gd name="csY0" fmla="*/ 63671 h 63500"/>
                  <a:gd name="csX1" fmla="*/ 54476 w 63500"/>
                  <a:gd name="csY1" fmla="*/ 54372 h 63500"/>
                  <a:gd name="csX2" fmla="*/ 63775 w 63500"/>
                  <a:gd name="csY2" fmla="*/ 31921 h 63500"/>
                  <a:gd name="csX3" fmla="*/ 54476 w 63500"/>
                  <a:gd name="csY3" fmla="*/ 9471 h 63500"/>
                  <a:gd name="csX4" fmla="*/ 32025 w 63500"/>
                  <a:gd name="csY4" fmla="*/ 171 h 63500"/>
                  <a:gd name="csX5" fmla="*/ 9574 w 63500"/>
                  <a:gd name="csY5" fmla="*/ 9471 h 63500"/>
                  <a:gd name="csX6" fmla="*/ 275 w 63500"/>
                  <a:gd name="csY6" fmla="*/ 31921 h 63500"/>
                  <a:gd name="csX7" fmla="*/ 9574 w 63500"/>
                  <a:gd name="csY7" fmla="*/ 54372 h 63500"/>
                  <a:gd name="csX8" fmla="*/ 32025 w 63500"/>
                  <a:gd name="csY8" fmla="*/ 6367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25" y="63671"/>
                    </a:moveTo>
                    <a:cubicBezTo>
                      <a:pt x="40445" y="63671"/>
                      <a:pt x="48522" y="60326"/>
                      <a:pt x="54476" y="54372"/>
                    </a:cubicBezTo>
                    <a:cubicBezTo>
                      <a:pt x="60430" y="48418"/>
                      <a:pt x="63775" y="40341"/>
                      <a:pt x="63775" y="31921"/>
                    </a:cubicBezTo>
                    <a:cubicBezTo>
                      <a:pt x="63775" y="23501"/>
                      <a:pt x="60430" y="15425"/>
                      <a:pt x="54476" y="9471"/>
                    </a:cubicBezTo>
                    <a:cubicBezTo>
                      <a:pt x="48522" y="3517"/>
                      <a:pt x="40445" y="171"/>
                      <a:pt x="32025" y="171"/>
                    </a:cubicBezTo>
                    <a:cubicBezTo>
                      <a:pt x="23605" y="171"/>
                      <a:pt x="15528" y="3517"/>
                      <a:pt x="9574" y="9471"/>
                    </a:cubicBezTo>
                    <a:cubicBezTo>
                      <a:pt x="3620" y="15425"/>
                      <a:pt x="275" y="23501"/>
                      <a:pt x="275" y="31921"/>
                    </a:cubicBezTo>
                    <a:cubicBezTo>
                      <a:pt x="275" y="40341"/>
                      <a:pt x="3620" y="48418"/>
                      <a:pt x="9574" y="54372"/>
                    </a:cubicBezTo>
                    <a:cubicBezTo>
                      <a:pt x="15528" y="60326"/>
                      <a:pt x="23605" y="63671"/>
                      <a:pt x="32025" y="63671"/>
                    </a:cubicBezTo>
                    <a:close/>
                  </a:path>
                </a:pathLst>
              </a:custGeom>
              <a:solidFill>
                <a:srgbClr val="9B84E0"/>
              </a:solidFill>
              <a:ln w="3175" cap="flat">
                <a:solidFill>
                  <a:srgbClr val="FFFFFF"/>
                </a:solidFill>
                <a:prstDash val="solid"/>
                <a:round/>
              </a:ln>
            </p:spPr>
            <p:txBody>
              <a:bodyPr/>
              <a:lstStyle/>
              <a:p>
                <a:endParaRPr lang="en-US"/>
              </a:p>
            </p:txBody>
          </p:sp>
          <p:sp>
            <p:nvSpPr>
              <p:cNvPr id="3940" name="Freeform: Shape 3939">
                <a:extLst>
                  <a:ext uri="{FF2B5EF4-FFF2-40B4-BE49-F238E27FC236}">
                    <a16:creationId xmlns:a16="http://schemas.microsoft.com/office/drawing/2014/main" id="{FC1DA6EC-3CC2-F12D-CB09-E73911DAE69F}"/>
                  </a:ext>
                </a:extLst>
              </p:cNvPr>
              <p:cNvSpPr/>
              <p:nvPr/>
            </p:nvSpPr>
            <p:spPr>
              <a:xfrm>
                <a:off x="6098227" y="2863248"/>
                <a:ext cx="63500" cy="63500"/>
              </a:xfrm>
              <a:custGeom>
                <a:avLst/>
                <a:gdLst>
                  <a:gd name="csX0" fmla="*/ 32053 w 63500"/>
                  <a:gd name="csY0" fmla="*/ 63669 h 63500"/>
                  <a:gd name="csX1" fmla="*/ 54503 w 63500"/>
                  <a:gd name="csY1" fmla="*/ 54370 h 63500"/>
                  <a:gd name="csX2" fmla="*/ 63803 w 63500"/>
                  <a:gd name="csY2" fmla="*/ 31919 h 63500"/>
                  <a:gd name="csX3" fmla="*/ 54503 w 63500"/>
                  <a:gd name="csY3" fmla="*/ 9469 h 63500"/>
                  <a:gd name="csX4" fmla="*/ 32053 w 63500"/>
                  <a:gd name="csY4" fmla="*/ 169 h 63500"/>
                  <a:gd name="csX5" fmla="*/ 9602 w 63500"/>
                  <a:gd name="csY5" fmla="*/ 9469 h 63500"/>
                  <a:gd name="csX6" fmla="*/ 303 w 63500"/>
                  <a:gd name="csY6" fmla="*/ 31919 h 63500"/>
                  <a:gd name="csX7" fmla="*/ 9602 w 63500"/>
                  <a:gd name="csY7" fmla="*/ 54370 h 63500"/>
                  <a:gd name="csX8" fmla="*/ 32053 w 63500"/>
                  <a:gd name="csY8" fmla="*/ 6366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53" y="63669"/>
                    </a:moveTo>
                    <a:cubicBezTo>
                      <a:pt x="40473" y="63669"/>
                      <a:pt x="48549" y="60324"/>
                      <a:pt x="54503" y="54370"/>
                    </a:cubicBezTo>
                    <a:cubicBezTo>
                      <a:pt x="60457" y="48416"/>
                      <a:pt x="63803" y="40340"/>
                      <a:pt x="63803" y="31919"/>
                    </a:cubicBezTo>
                    <a:cubicBezTo>
                      <a:pt x="63803" y="23499"/>
                      <a:pt x="60457" y="15423"/>
                      <a:pt x="54503" y="9469"/>
                    </a:cubicBezTo>
                    <a:cubicBezTo>
                      <a:pt x="48549" y="3515"/>
                      <a:pt x="40473" y="169"/>
                      <a:pt x="32053" y="169"/>
                    </a:cubicBezTo>
                    <a:cubicBezTo>
                      <a:pt x="23632" y="169"/>
                      <a:pt x="15556" y="3515"/>
                      <a:pt x="9602" y="9469"/>
                    </a:cubicBezTo>
                    <a:cubicBezTo>
                      <a:pt x="3648" y="15423"/>
                      <a:pt x="303" y="23499"/>
                      <a:pt x="303" y="31919"/>
                    </a:cubicBezTo>
                    <a:cubicBezTo>
                      <a:pt x="303" y="40340"/>
                      <a:pt x="3648" y="48416"/>
                      <a:pt x="9602" y="54370"/>
                    </a:cubicBezTo>
                    <a:cubicBezTo>
                      <a:pt x="15556" y="60324"/>
                      <a:pt x="23632" y="63669"/>
                      <a:pt x="32053" y="63669"/>
                    </a:cubicBezTo>
                    <a:close/>
                  </a:path>
                </a:pathLst>
              </a:custGeom>
              <a:solidFill>
                <a:srgbClr val="67B57B"/>
              </a:solidFill>
              <a:ln w="3175" cap="flat">
                <a:solidFill>
                  <a:srgbClr val="FFFFFF"/>
                </a:solidFill>
                <a:prstDash val="solid"/>
                <a:round/>
              </a:ln>
            </p:spPr>
            <p:txBody>
              <a:bodyPr/>
              <a:lstStyle/>
              <a:p>
                <a:endParaRPr lang="en-US"/>
              </a:p>
            </p:txBody>
          </p:sp>
          <p:sp>
            <p:nvSpPr>
              <p:cNvPr id="3941" name="Freeform: Shape 3940">
                <a:extLst>
                  <a:ext uri="{FF2B5EF4-FFF2-40B4-BE49-F238E27FC236}">
                    <a16:creationId xmlns:a16="http://schemas.microsoft.com/office/drawing/2014/main" id="{D062F22E-0C4D-0F03-7093-9D3F6DA0E745}"/>
                  </a:ext>
                </a:extLst>
              </p:cNvPr>
              <p:cNvSpPr/>
              <p:nvPr/>
            </p:nvSpPr>
            <p:spPr>
              <a:xfrm>
                <a:off x="6121338" y="2841332"/>
                <a:ext cx="63500" cy="63500"/>
              </a:xfrm>
              <a:custGeom>
                <a:avLst/>
                <a:gdLst>
                  <a:gd name="csX0" fmla="*/ 32054 w 63500"/>
                  <a:gd name="csY0" fmla="*/ 63668 h 63500"/>
                  <a:gd name="csX1" fmla="*/ 54505 w 63500"/>
                  <a:gd name="csY1" fmla="*/ 54368 h 63500"/>
                  <a:gd name="csX2" fmla="*/ 63804 w 63500"/>
                  <a:gd name="csY2" fmla="*/ 31918 h 63500"/>
                  <a:gd name="csX3" fmla="*/ 54505 w 63500"/>
                  <a:gd name="csY3" fmla="*/ 9467 h 63500"/>
                  <a:gd name="csX4" fmla="*/ 32054 w 63500"/>
                  <a:gd name="csY4" fmla="*/ 168 h 63500"/>
                  <a:gd name="csX5" fmla="*/ 9604 w 63500"/>
                  <a:gd name="csY5" fmla="*/ 9467 h 63500"/>
                  <a:gd name="csX6" fmla="*/ 304 w 63500"/>
                  <a:gd name="csY6" fmla="*/ 31918 h 63500"/>
                  <a:gd name="csX7" fmla="*/ 9604 w 63500"/>
                  <a:gd name="csY7" fmla="*/ 54368 h 63500"/>
                  <a:gd name="csX8" fmla="*/ 32054 w 63500"/>
                  <a:gd name="csY8" fmla="*/ 6366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54" y="63668"/>
                    </a:moveTo>
                    <a:cubicBezTo>
                      <a:pt x="40475" y="63668"/>
                      <a:pt x="48551" y="60322"/>
                      <a:pt x="54505" y="54368"/>
                    </a:cubicBezTo>
                    <a:cubicBezTo>
                      <a:pt x="60459" y="48414"/>
                      <a:pt x="63804" y="40338"/>
                      <a:pt x="63804" y="31918"/>
                    </a:cubicBezTo>
                    <a:cubicBezTo>
                      <a:pt x="63804" y="23498"/>
                      <a:pt x="60459" y="15421"/>
                      <a:pt x="54505" y="9467"/>
                    </a:cubicBezTo>
                    <a:cubicBezTo>
                      <a:pt x="48551" y="3513"/>
                      <a:pt x="40475" y="168"/>
                      <a:pt x="32054" y="168"/>
                    </a:cubicBezTo>
                    <a:cubicBezTo>
                      <a:pt x="23634" y="168"/>
                      <a:pt x="15558" y="3513"/>
                      <a:pt x="9604" y="9467"/>
                    </a:cubicBezTo>
                    <a:cubicBezTo>
                      <a:pt x="3650" y="15421"/>
                      <a:pt x="304" y="23498"/>
                      <a:pt x="304" y="31918"/>
                    </a:cubicBezTo>
                    <a:cubicBezTo>
                      <a:pt x="304" y="40338"/>
                      <a:pt x="3650" y="48414"/>
                      <a:pt x="9604" y="54368"/>
                    </a:cubicBezTo>
                    <a:cubicBezTo>
                      <a:pt x="15558" y="60322"/>
                      <a:pt x="23634" y="63668"/>
                      <a:pt x="32054" y="63668"/>
                    </a:cubicBezTo>
                    <a:close/>
                  </a:path>
                </a:pathLst>
              </a:custGeom>
              <a:solidFill>
                <a:srgbClr val="67B57B"/>
              </a:solidFill>
              <a:ln w="3175" cap="flat">
                <a:solidFill>
                  <a:srgbClr val="FFFFFF"/>
                </a:solidFill>
                <a:prstDash val="solid"/>
                <a:round/>
              </a:ln>
            </p:spPr>
            <p:txBody>
              <a:bodyPr/>
              <a:lstStyle/>
              <a:p>
                <a:endParaRPr lang="en-US"/>
              </a:p>
            </p:txBody>
          </p:sp>
          <p:sp>
            <p:nvSpPr>
              <p:cNvPr id="3942" name="Freeform: Shape 3941">
                <a:extLst>
                  <a:ext uri="{FF2B5EF4-FFF2-40B4-BE49-F238E27FC236}">
                    <a16:creationId xmlns:a16="http://schemas.microsoft.com/office/drawing/2014/main" id="{29A0688E-7031-52A1-552F-2BBF473E7831}"/>
                  </a:ext>
                </a:extLst>
              </p:cNvPr>
              <p:cNvSpPr/>
              <p:nvPr/>
            </p:nvSpPr>
            <p:spPr>
              <a:xfrm>
                <a:off x="6155579" y="2819415"/>
                <a:ext cx="63500" cy="63500"/>
              </a:xfrm>
              <a:custGeom>
                <a:avLst/>
                <a:gdLst>
                  <a:gd name="csX0" fmla="*/ 32057 w 63500"/>
                  <a:gd name="csY0" fmla="*/ 63666 h 63500"/>
                  <a:gd name="csX1" fmla="*/ 54508 w 63500"/>
                  <a:gd name="csY1" fmla="*/ 54367 h 63500"/>
                  <a:gd name="csX2" fmla="*/ 63807 w 63500"/>
                  <a:gd name="csY2" fmla="*/ 31916 h 63500"/>
                  <a:gd name="csX3" fmla="*/ 54508 w 63500"/>
                  <a:gd name="csY3" fmla="*/ 9465 h 63500"/>
                  <a:gd name="csX4" fmla="*/ 32057 w 63500"/>
                  <a:gd name="csY4" fmla="*/ 166 h 63500"/>
                  <a:gd name="csX5" fmla="*/ 9607 w 63500"/>
                  <a:gd name="csY5" fmla="*/ 9465 h 63500"/>
                  <a:gd name="csX6" fmla="*/ 307 w 63500"/>
                  <a:gd name="csY6" fmla="*/ 31916 h 63500"/>
                  <a:gd name="csX7" fmla="*/ 9607 w 63500"/>
                  <a:gd name="csY7" fmla="*/ 54367 h 63500"/>
                  <a:gd name="csX8" fmla="*/ 32057 w 63500"/>
                  <a:gd name="csY8" fmla="*/ 6366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57" y="63666"/>
                    </a:moveTo>
                    <a:cubicBezTo>
                      <a:pt x="40477" y="63666"/>
                      <a:pt x="48554" y="60321"/>
                      <a:pt x="54508" y="54367"/>
                    </a:cubicBezTo>
                    <a:cubicBezTo>
                      <a:pt x="60462" y="48413"/>
                      <a:pt x="63807" y="40336"/>
                      <a:pt x="63807" y="31916"/>
                    </a:cubicBezTo>
                    <a:cubicBezTo>
                      <a:pt x="63807" y="23496"/>
                      <a:pt x="60462" y="15419"/>
                      <a:pt x="54508" y="9465"/>
                    </a:cubicBezTo>
                    <a:cubicBezTo>
                      <a:pt x="48554" y="3511"/>
                      <a:pt x="40477" y="166"/>
                      <a:pt x="32057" y="166"/>
                    </a:cubicBezTo>
                    <a:cubicBezTo>
                      <a:pt x="23637" y="166"/>
                      <a:pt x="15561" y="3511"/>
                      <a:pt x="9607" y="9465"/>
                    </a:cubicBezTo>
                    <a:cubicBezTo>
                      <a:pt x="3653" y="15419"/>
                      <a:pt x="307" y="23496"/>
                      <a:pt x="307" y="31916"/>
                    </a:cubicBezTo>
                    <a:cubicBezTo>
                      <a:pt x="307" y="40336"/>
                      <a:pt x="3653" y="48413"/>
                      <a:pt x="9607" y="54367"/>
                    </a:cubicBezTo>
                    <a:cubicBezTo>
                      <a:pt x="15561" y="60321"/>
                      <a:pt x="23637" y="63666"/>
                      <a:pt x="32057" y="63666"/>
                    </a:cubicBezTo>
                    <a:close/>
                  </a:path>
                </a:pathLst>
              </a:custGeom>
              <a:solidFill>
                <a:srgbClr val="67B57B"/>
              </a:solidFill>
              <a:ln w="3175" cap="flat">
                <a:solidFill>
                  <a:srgbClr val="FFFFFF"/>
                </a:solidFill>
                <a:prstDash val="solid"/>
                <a:round/>
              </a:ln>
            </p:spPr>
            <p:txBody>
              <a:bodyPr/>
              <a:lstStyle/>
              <a:p>
                <a:endParaRPr lang="en-US"/>
              </a:p>
            </p:txBody>
          </p:sp>
          <p:sp>
            <p:nvSpPr>
              <p:cNvPr id="3943" name="Freeform: Shape 3942">
                <a:extLst>
                  <a:ext uri="{FF2B5EF4-FFF2-40B4-BE49-F238E27FC236}">
                    <a16:creationId xmlns:a16="http://schemas.microsoft.com/office/drawing/2014/main" id="{5220CEF3-25D8-AF45-0A15-DB31B77E1F12}"/>
                  </a:ext>
                </a:extLst>
              </p:cNvPr>
              <p:cNvSpPr/>
              <p:nvPr/>
            </p:nvSpPr>
            <p:spPr>
              <a:xfrm>
                <a:off x="6195168" y="2797499"/>
                <a:ext cx="63500" cy="63500"/>
              </a:xfrm>
              <a:custGeom>
                <a:avLst/>
                <a:gdLst>
                  <a:gd name="csX0" fmla="*/ 32060 w 63500"/>
                  <a:gd name="csY0" fmla="*/ 63664 h 63500"/>
                  <a:gd name="csX1" fmla="*/ 54511 w 63500"/>
                  <a:gd name="csY1" fmla="*/ 54365 h 63500"/>
                  <a:gd name="csX2" fmla="*/ 63810 w 63500"/>
                  <a:gd name="csY2" fmla="*/ 31914 h 63500"/>
                  <a:gd name="csX3" fmla="*/ 54511 w 63500"/>
                  <a:gd name="csY3" fmla="*/ 9464 h 63500"/>
                  <a:gd name="csX4" fmla="*/ 32060 w 63500"/>
                  <a:gd name="csY4" fmla="*/ 164 h 63500"/>
                  <a:gd name="csX5" fmla="*/ 9610 w 63500"/>
                  <a:gd name="csY5" fmla="*/ 9464 h 63500"/>
                  <a:gd name="csX6" fmla="*/ 310 w 63500"/>
                  <a:gd name="csY6" fmla="*/ 31914 h 63500"/>
                  <a:gd name="csX7" fmla="*/ 9610 w 63500"/>
                  <a:gd name="csY7" fmla="*/ 54365 h 63500"/>
                  <a:gd name="csX8" fmla="*/ 32060 w 63500"/>
                  <a:gd name="csY8" fmla="*/ 6366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60" y="63664"/>
                    </a:moveTo>
                    <a:cubicBezTo>
                      <a:pt x="40481" y="63664"/>
                      <a:pt x="48557" y="60319"/>
                      <a:pt x="54511" y="54365"/>
                    </a:cubicBezTo>
                    <a:cubicBezTo>
                      <a:pt x="60465" y="48411"/>
                      <a:pt x="63810" y="40334"/>
                      <a:pt x="63810" y="31914"/>
                    </a:cubicBezTo>
                    <a:cubicBezTo>
                      <a:pt x="63810" y="23494"/>
                      <a:pt x="60465" y="15418"/>
                      <a:pt x="54511" y="9464"/>
                    </a:cubicBezTo>
                    <a:cubicBezTo>
                      <a:pt x="48557" y="3510"/>
                      <a:pt x="40481" y="164"/>
                      <a:pt x="32060" y="164"/>
                    </a:cubicBezTo>
                    <a:cubicBezTo>
                      <a:pt x="23640" y="164"/>
                      <a:pt x="15564" y="3510"/>
                      <a:pt x="9610" y="9464"/>
                    </a:cubicBezTo>
                    <a:cubicBezTo>
                      <a:pt x="3656" y="15418"/>
                      <a:pt x="310" y="23494"/>
                      <a:pt x="310" y="31914"/>
                    </a:cubicBezTo>
                    <a:cubicBezTo>
                      <a:pt x="310" y="40334"/>
                      <a:pt x="3656" y="48411"/>
                      <a:pt x="9610" y="54365"/>
                    </a:cubicBezTo>
                    <a:cubicBezTo>
                      <a:pt x="15564" y="60319"/>
                      <a:pt x="23640" y="63664"/>
                      <a:pt x="32060" y="63664"/>
                    </a:cubicBezTo>
                    <a:close/>
                  </a:path>
                </a:pathLst>
              </a:custGeom>
              <a:solidFill>
                <a:srgbClr val="67B57B"/>
              </a:solidFill>
              <a:ln w="3175" cap="flat">
                <a:solidFill>
                  <a:srgbClr val="FFFFFF"/>
                </a:solidFill>
                <a:prstDash val="solid"/>
                <a:round/>
              </a:ln>
            </p:spPr>
            <p:txBody>
              <a:bodyPr/>
              <a:lstStyle/>
              <a:p>
                <a:endParaRPr lang="en-US"/>
              </a:p>
            </p:txBody>
          </p:sp>
        </p:grpSp>
      </p:grpSp>
      <p:sp>
        <p:nvSpPr>
          <p:cNvPr id="32" name="Freeform: Shape 31">
            <a:extLst>
              <a:ext uri="{FF2B5EF4-FFF2-40B4-BE49-F238E27FC236}">
                <a16:creationId xmlns:a16="http://schemas.microsoft.com/office/drawing/2014/main" id="{00749E7D-2225-344D-5C67-C37D2F06518F}"/>
              </a:ext>
            </a:extLst>
          </p:cNvPr>
          <p:cNvSpPr/>
          <p:nvPr/>
        </p:nvSpPr>
        <p:spPr>
          <a:xfrm>
            <a:off x="682861" y="1722777"/>
            <a:ext cx="7647" cy="1495214"/>
          </a:xfrm>
          <a:custGeom>
            <a:avLst/>
            <a:gdLst>
              <a:gd name="csX0" fmla="*/ 0 w 12700"/>
              <a:gd name="csY0" fmla="*/ 2483135 h 2483134"/>
              <a:gd name="csX1" fmla="*/ 0 w 12700"/>
              <a:gd name="csY1" fmla="*/ 0 h 2483134"/>
            </a:gdLst>
            <a:ahLst/>
            <a:cxnLst>
              <a:cxn ang="0">
                <a:pos x="csX0" y="csY0"/>
              </a:cxn>
              <a:cxn ang="0">
                <a:pos x="csX1" y="csY1"/>
              </a:cxn>
            </a:cxnLst>
            <a:rect l="l" t="t" r="r" b="b"/>
            <a:pathLst>
              <a:path w="12700" h="2483134">
                <a:moveTo>
                  <a:pt x="0" y="2483135"/>
                </a:moveTo>
                <a:lnTo>
                  <a:pt x="0" y="0"/>
                </a:lnTo>
              </a:path>
            </a:pathLst>
          </a:custGeom>
          <a:noFill/>
          <a:ln w="12700" cap="sq">
            <a:solidFill>
              <a:srgbClr val="262626"/>
            </a:solidFill>
            <a:prstDash val="solid"/>
            <a:miter/>
          </a:ln>
        </p:spPr>
        <p:txBody>
          <a:bodyPr/>
          <a:lstStyle/>
          <a:p>
            <a:endParaRPr lang="en-US"/>
          </a:p>
        </p:txBody>
      </p:sp>
      <p:sp>
        <p:nvSpPr>
          <p:cNvPr id="33" name="Freeform: Shape 32">
            <a:extLst>
              <a:ext uri="{FF2B5EF4-FFF2-40B4-BE49-F238E27FC236}">
                <a16:creationId xmlns:a16="http://schemas.microsoft.com/office/drawing/2014/main" id="{44E9755B-DF15-48DA-6AD8-31C498675CAC}"/>
              </a:ext>
            </a:extLst>
          </p:cNvPr>
          <p:cNvSpPr/>
          <p:nvPr/>
        </p:nvSpPr>
        <p:spPr>
          <a:xfrm>
            <a:off x="682861" y="3217992"/>
            <a:ext cx="2071475" cy="7647"/>
          </a:xfrm>
          <a:custGeom>
            <a:avLst/>
            <a:gdLst>
              <a:gd name="csX0" fmla="*/ 0 w 3440143"/>
              <a:gd name="csY0" fmla="*/ 0 h 12700"/>
              <a:gd name="csX1" fmla="*/ 3440143 w 3440143"/>
              <a:gd name="csY1" fmla="*/ 0 h 12700"/>
            </a:gdLst>
            <a:ahLst/>
            <a:cxnLst>
              <a:cxn ang="0">
                <a:pos x="csX0" y="csY0"/>
              </a:cxn>
              <a:cxn ang="0">
                <a:pos x="csX1" y="csY1"/>
              </a:cxn>
            </a:cxnLst>
            <a:rect l="l" t="t" r="r" b="b"/>
            <a:pathLst>
              <a:path w="3440143" h="12700">
                <a:moveTo>
                  <a:pt x="0" y="0"/>
                </a:moveTo>
                <a:lnTo>
                  <a:pt x="3440143" y="0"/>
                </a:lnTo>
              </a:path>
            </a:pathLst>
          </a:custGeom>
          <a:noFill/>
          <a:ln w="12700" cap="sq">
            <a:solidFill>
              <a:srgbClr val="262626"/>
            </a:solidFill>
            <a:prstDash val="solid"/>
            <a:miter/>
          </a:ln>
        </p:spPr>
        <p:txBody>
          <a:bodyPr/>
          <a:lstStyle/>
          <a:p>
            <a:endParaRPr lang="en-US"/>
          </a:p>
        </p:txBody>
      </p:sp>
      <p:grpSp>
        <p:nvGrpSpPr>
          <p:cNvPr id="4137" name="Group 4136">
            <a:extLst>
              <a:ext uri="{FF2B5EF4-FFF2-40B4-BE49-F238E27FC236}">
                <a16:creationId xmlns:a16="http://schemas.microsoft.com/office/drawing/2014/main" id="{CF6A5F5C-4ADE-00FB-C13D-BC9EF2129CCA}"/>
              </a:ext>
            </a:extLst>
          </p:cNvPr>
          <p:cNvGrpSpPr/>
          <p:nvPr/>
        </p:nvGrpSpPr>
        <p:grpSpPr>
          <a:xfrm>
            <a:off x="757901" y="2246713"/>
            <a:ext cx="1921395" cy="922431"/>
            <a:chOff x="757901" y="2246713"/>
            <a:chExt cx="1921395" cy="922431"/>
          </a:xfrm>
        </p:grpSpPr>
        <p:sp>
          <p:nvSpPr>
            <p:cNvPr id="30" name="Freeform: Shape 29">
              <a:extLst>
                <a:ext uri="{FF2B5EF4-FFF2-40B4-BE49-F238E27FC236}">
                  <a16:creationId xmlns:a16="http://schemas.microsoft.com/office/drawing/2014/main" id="{AB0B730A-038A-28CA-2171-C75F3C72C4AD}"/>
                </a:ext>
              </a:extLst>
            </p:cNvPr>
            <p:cNvSpPr/>
            <p:nvPr/>
          </p:nvSpPr>
          <p:spPr>
            <a:xfrm>
              <a:off x="777019" y="2265832"/>
              <a:ext cx="1883159" cy="884195"/>
            </a:xfrm>
            <a:custGeom>
              <a:avLst/>
              <a:gdLst>
                <a:gd name="csX0" fmla="*/ 0 w 3127403"/>
                <a:gd name="csY0" fmla="*/ 1468403 h 1468402"/>
                <a:gd name="csX1" fmla="*/ 51623 w 3127403"/>
                <a:gd name="csY1" fmla="*/ 1446486 h 1468402"/>
                <a:gd name="csX2" fmla="*/ 227218 w 3127403"/>
                <a:gd name="csY2" fmla="*/ 1424570 h 1468402"/>
                <a:gd name="csX3" fmla="*/ 245360 w 3127403"/>
                <a:gd name="csY3" fmla="*/ 1402653 h 1468402"/>
                <a:gd name="csX4" fmla="*/ 262876 w 3127403"/>
                <a:gd name="csY4" fmla="*/ 1380737 h 1468402"/>
                <a:gd name="csX5" fmla="*/ 290691 w 3127403"/>
                <a:gd name="csY5" fmla="*/ 1358820 h 1468402"/>
                <a:gd name="csX6" fmla="*/ 320737 w 3127403"/>
                <a:gd name="csY6" fmla="*/ 1336904 h 1468402"/>
                <a:gd name="csX7" fmla="*/ 339310 w 3127403"/>
                <a:gd name="csY7" fmla="*/ 1314987 h 1468402"/>
                <a:gd name="csX8" fmla="*/ 355680 w 3127403"/>
                <a:gd name="csY8" fmla="*/ 1293071 h 1468402"/>
                <a:gd name="csX9" fmla="*/ 387056 w 3127403"/>
                <a:gd name="csY9" fmla="*/ 1271155 h 1468402"/>
                <a:gd name="csX10" fmla="*/ 418004 w 3127403"/>
                <a:gd name="csY10" fmla="*/ 1249238 h 1468402"/>
                <a:gd name="csX11" fmla="*/ 433754 w 3127403"/>
                <a:gd name="csY11" fmla="*/ 1227322 h 1468402"/>
                <a:gd name="csX12" fmla="*/ 456032 w 3127403"/>
                <a:gd name="csY12" fmla="*/ 1205405 h 1468402"/>
                <a:gd name="csX13" fmla="*/ 492623 w 3127403"/>
                <a:gd name="csY13" fmla="*/ 1183489 h 1468402"/>
                <a:gd name="csX14" fmla="*/ 540073 w 3127403"/>
                <a:gd name="csY14" fmla="*/ 1161572 h 1468402"/>
                <a:gd name="csX15" fmla="*/ 578568 w 3127403"/>
                <a:gd name="csY15" fmla="*/ 1139656 h 1468402"/>
                <a:gd name="csX16" fmla="*/ 614473 w 3127403"/>
                <a:gd name="csY16" fmla="*/ 1117739 h 1468402"/>
                <a:gd name="csX17" fmla="*/ 643629 w 3127403"/>
                <a:gd name="csY17" fmla="*/ 1095823 h 1468402"/>
                <a:gd name="csX18" fmla="*/ 667255 w 3127403"/>
                <a:gd name="csY18" fmla="*/ 1073906 h 1468402"/>
                <a:gd name="csX19" fmla="*/ 688622 w 3127403"/>
                <a:gd name="csY19" fmla="*/ 1051990 h 1468402"/>
                <a:gd name="csX20" fmla="*/ 713580 w 3127403"/>
                <a:gd name="csY20" fmla="*/ 1030073 h 1468402"/>
                <a:gd name="csX21" fmla="*/ 740685 w 3127403"/>
                <a:gd name="csY21" fmla="*/ 1008157 h 1468402"/>
                <a:gd name="csX22" fmla="*/ 805339 w 3127403"/>
                <a:gd name="csY22" fmla="*/ 986241 h 1468402"/>
                <a:gd name="csX23" fmla="*/ 881401 w 3127403"/>
                <a:gd name="csY23" fmla="*/ 964324 h 1468402"/>
                <a:gd name="csX24" fmla="*/ 921735 w 3127403"/>
                <a:gd name="csY24" fmla="*/ 942408 h 1468402"/>
                <a:gd name="csX25" fmla="*/ 945886 w 3127403"/>
                <a:gd name="csY25" fmla="*/ 920491 h 1468402"/>
                <a:gd name="csX26" fmla="*/ 972088 w 3127403"/>
                <a:gd name="csY26" fmla="*/ 898575 h 1468402"/>
                <a:gd name="csX27" fmla="*/ 1026205 w 3127403"/>
                <a:gd name="csY27" fmla="*/ 876658 h 1468402"/>
                <a:gd name="csX28" fmla="*/ 1065219 w 3127403"/>
                <a:gd name="csY28" fmla="*/ 854742 h 1468402"/>
                <a:gd name="csX29" fmla="*/ 1108795 w 3127403"/>
                <a:gd name="csY29" fmla="*/ 832825 h 1468402"/>
                <a:gd name="csX30" fmla="*/ 1155478 w 3127403"/>
                <a:gd name="csY30" fmla="*/ 810909 h 1468402"/>
                <a:gd name="csX31" fmla="*/ 1182534 w 3127403"/>
                <a:gd name="csY31" fmla="*/ 788992 h 1468402"/>
                <a:gd name="csX32" fmla="*/ 1228682 w 3127403"/>
                <a:gd name="csY32" fmla="*/ 767076 h 1468402"/>
                <a:gd name="csX33" fmla="*/ 1261645 w 3127403"/>
                <a:gd name="csY33" fmla="*/ 745159 h 1468402"/>
                <a:gd name="csX34" fmla="*/ 1338698 w 3127403"/>
                <a:gd name="csY34" fmla="*/ 723243 h 1468402"/>
                <a:gd name="csX35" fmla="*/ 1822093 w 3127403"/>
                <a:gd name="csY35" fmla="*/ 701327 h 1468402"/>
                <a:gd name="csX36" fmla="*/ 1866587 w 3127403"/>
                <a:gd name="csY36" fmla="*/ 679410 h 1468402"/>
                <a:gd name="csX37" fmla="*/ 1906539 w 3127403"/>
                <a:gd name="csY37" fmla="*/ 657494 h 1468402"/>
                <a:gd name="csX38" fmla="*/ 1936096 w 3127403"/>
                <a:gd name="csY38" fmla="*/ 635577 h 1468402"/>
                <a:gd name="csX39" fmla="*/ 1959455 w 3127403"/>
                <a:gd name="csY39" fmla="*/ 613661 h 1468402"/>
                <a:gd name="csX40" fmla="*/ 2004630 w 3127403"/>
                <a:gd name="csY40" fmla="*/ 591744 h 1468402"/>
                <a:gd name="csX41" fmla="*/ 2049605 w 3127403"/>
                <a:gd name="csY41" fmla="*/ 569828 h 1468402"/>
                <a:gd name="csX42" fmla="*/ 2082305 w 3127403"/>
                <a:gd name="csY42" fmla="*/ 547911 h 1468402"/>
                <a:gd name="csX43" fmla="*/ 2130635 w 3127403"/>
                <a:gd name="csY43" fmla="*/ 525995 h 1468402"/>
                <a:gd name="csX44" fmla="*/ 2151392 w 3127403"/>
                <a:gd name="csY44" fmla="*/ 504078 h 1468402"/>
                <a:gd name="csX45" fmla="*/ 2180339 w 3127403"/>
                <a:gd name="csY45" fmla="*/ 482162 h 1468402"/>
                <a:gd name="csX46" fmla="*/ 2207027 w 3127403"/>
                <a:gd name="csY46" fmla="*/ 460246 h 1468402"/>
                <a:gd name="csX47" fmla="*/ 2268199 w 3127403"/>
                <a:gd name="csY47" fmla="*/ 438329 h 1468402"/>
                <a:gd name="csX48" fmla="*/ 2316350 w 3127403"/>
                <a:gd name="csY48" fmla="*/ 416413 h 1468402"/>
                <a:gd name="csX49" fmla="*/ 2349635 w 3127403"/>
                <a:gd name="csY49" fmla="*/ 394496 h 1468402"/>
                <a:gd name="csX50" fmla="*/ 2369830 w 3127403"/>
                <a:gd name="csY50" fmla="*/ 372580 h 1468402"/>
                <a:gd name="csX51" fmla="*/ 2396091 w 3127403"/>
                <a:gd name="csY51" fmla="*/ 350663 h 1468402"/>
                <a:gd name="csX52" fmla="*/ 2421635 w 3127403"/>
                <a:gd name="csY52" fmla="*/ 328747 h 1468402"/>
                <a:gd name="csX53" fmla="*/ 2462401 w 3127403"/>
                <a:gd name="csY53" fmla="*/ 306830 h 1468402"/>
                <a:gd name="csX54" fmla="*/ 2486947 w 3127403"/>
                <a:gd name="csY54" fmla="*/ 284914 h 1468402"/>
                <a:gd name="csX55" fmla="*/ 2554517 w 3127403"/>
                <a:gd name="csY55" fmla="*/ 262998 h 1468402"/>
                <a:gd name="csX56" fmla="*/ 2604922 w 3127403"/>
                <a:gd name="csY56" fmla="*/ 241081 h 1468402"/>
                <a:gd name="csX57" fmla="*/ 2650757 w 3127403"/>
                <a:gd name="csY57" fmla="*/ 219165 h 1468402"/>
                <a:gd name="csX58" fmla="*/ 2677611 w 3127403"/>
                <a:gd name="csY58" fmla="*/ 197248 h 1468402"/>
                <a:gd name="csX59" fmla="*/ 2727067 w 3127403"/>
                <a:gd name="csY59" fmla="*/ 175332 h 1468402"/>
                <a:gd name="csX60" fmla="*/ 2783850 w 3127403"/>
                <a:gd name="csY60" fmla="*/ 153415 h 1468402"/>
                <a:gd name="csX61" fmla="*/ 2823775 w 3127403"/>
                <a:gd name="csY61" fmla="*/ 131499 h 1468402"/>
                <a:gd name="csX62" fmla="*/ 2898175 w 3127403"/>
                <a:gd name="csY62" fmla="*/ 109582 h 1468402"/>
                <a:gd name="csX63" fmla="*/ 2935288 w 3127403"/>
                <a:gd name="csY63" fmla="*/ 87666 h 1468402"/>
                <a:gd name="csX64" fmla="*/ 2959039 w 3127403"/>
                <a:gd name="csY64" fmla="*/ 65749 h 1468402"/>
                <a:gd name="csX65" fmla="*/ 2997449 w 3127403"/>
                <a:gd name="csY65" fmla="*/ 43833 h 1468402"/>
                <a:gd name="csX66" fmla="*/ 3064840 w 3127403"/>
                <a:gd name="csY66" fmla="*/ 21916 h 1468402"/>
                <a:gd name="csX67" fmla="*/ 3127403 w 3127403"/>
                <a:gd name="csY67" fmla="*/ 0 h 1468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3127403" h="1468402">
                  <a:moveTo>
                    <a:pt x="0" y="1468403"/>
                  </a:moveTo>
                  <a:lnTo>
                    <a:pt x="51623" y="1446486"/>
                  </a:lnTo>
                  <a:lnTo>
                    <a:pt x="227218" y="1424570"/>
                  </a:lnTo>
                  <a:lnTo>
                    <a:pt x="245360" y="1402653"/>
                  </a:lnTo>
                  <a:lnTo>
                    <a:pt x="262876" y="1380737"/>
                  </a:lnTo>
                  <a:lnTo>
                    <a:pt x="290691" y="1358820"/>
                  </a:lnTo>
                  <a:lnTo>
                    <a:pt x="320737" y="1336904"/>
                  </a:lnTo>
                  <a:lnTo>
                    <a:pt x="339310" y="1314987"/>
                  </a:lnTo>
                  <a:lnTo>
                    <a:pt x="355680" y="1293071"/>
                  </a:lnTo>
                  <a:lnTo>
                    <a:pt x="387056" y="1271155"/>
                  </a:lnTo>
                  <a:lnTo>
                    <a:pt x="418004" y="1249238"/>
                  </a:lnTo>
                  <a:lnTo>
                    <a:pt x="433754" y="1227322"/>
                  </a:lnTo>
                  <a:lnTo>
                    <a:pt x="456032" y="1205405"/>
                  </a:lnTo>
                  <a:lnTo>
                    <a:pt x="492623" y="1183489"/>
                  </a:lnTo>
                  <a:lnTo>
                    <a:pt x="540073" y="1161572"/>
                  </a:lnTo>
                  <a:lnTo>
                    <a:pt x="578568" y="1139656"/>
                  </a:lnTo>
                  <a:lnTo>
                    <a:pt x="614473" y="1117739"/>
                  </a:lnTo>
                  <a:lnTo>
                    <a:pt x="643629" y="1095823"/>
                  </a:lnTo>
                  <a:lnTo>
                    <a:pt x="667255" y="1073906"/>
                  </a:lnTo>
                  <a:lnTo>
                    <a:pt x="688622" y="1051990"/>
                  </a:lnTo>
                  <a:lnTo>
                    <a:pt x="713580" y="1030073"/>
                  </a:lnTo>
                  <a:lnTo>
                    <a:pt x="740685" y="1008157"/>
                  </a:lnTo>
                  <a:lnTo>
                    <a:pt x="805339" y="986241"/>
                  </a:lnTo>
                  <a:lnTo>
                    <a:pt x="881401" y="964324"/>
                  </a:lnTo>
                  <a:lnTo>
                    <a:pt x="921735" y="942408"/>
                  </a:lnTo>
                  <a:lnTo>
                    <a:pt x="945886" y="920491"/>
                  </a:lnTo>
                  <a:lnTo>
                    <a:pt x="972088" y="898575"/>
                  </a:lnTo>
                  <a:lnTo>
                    <a:pt x="1026205" y="876658"/>
                  </a:lnTo>
                  <a:lnTo>
                    <a:pt x="1065219" y="854742"/>
                  </a:lnTo>
                  <a:lnTo>
                    <a:pt x="1108795" y="832825"/>
                  </a:lnTo>
                  <a:lnTo>
                    <a:pt x="1155478" y="810909"/>
                  </a:lnTo>
                  <a:lnTo>
                    <a:pt x="1182534" y="788992"/>
                  </a:lnTo>
                  <a:lnTo>
                    <a:pt x="1228682" y="767076"/>
                  </a:lnTo>
                  <a:lnTo>
                    <a:pt x="1261645" y="745159"/>
                  </a:lnTo>
                  <a:lnTo>
                    <a:pt x="1338698" y="723243"/>
                  </a:lnTo>
                  <a:lnTo>
                    <a:pt x="1822093" y="701327"/>
                  </a:lnTo>
                  <a:lnTo>
                    <a:pt x="1866587" y="679410"/>
                  </a:lnTo>
                  <a:lnTo>
                    <a:pt x="1906539" y="657494"/>
                  </a:lnTo>
                  <a:lnTo>
                    <a:pt x="1936096" y="635577"/>
                  </a:lnTo>
                  <a:lnTo>
                    <a:pt x="1959455" y="613661"/>
                  </a:lnTo>
                  <a:lnTo>
                    <a:pt x="2004630" y="591744"/>
                  </a:lnTo>
                  <a:lnTo>
                    <a:pt x="2049605" y="569828"/>
                  </a:lnTo>
                  <a:lnTo>
                    <a:pt x="2082305" y="547911"/>
                  </a:lnTo>
                  <a:lnTo>
                    <a:pt x="2130635" y="525995"/>
                  </a:lnTo>
                  <a:lnTo>
                    <a:pt x="2151392" y="504078"/>
                  </a:lnTo>
                  <a:lnTo>
                    <a:pt x="2180339" y="482162"/>
                  </a:lnTo>
                  <a:lnTo>
                    <a:pt x="2207027" y="460246"/>
                  </a:lnTo>
                  <a:lnTo>
                    <a:pt x="2268199" y="438329"/>
                  </a:lnTo>
                  <a:lnTo>
                    <a:pt x="2316350" y="416413"/>
                  </a:lnTo>
                  <a:lnTo>
                    <a:pt x="2349635" y="394496"/>
                  </a:lnTo>
                  <a:lnTo>
                    <a:pt x="2369830" y="372580"/>
                  </a:lnTo>
                  <a:lnTo>
                    <a:pt x="2396091" y="350663"/>
                  </a:lnTo>
                  <a:lnTo>
                    <a:pt x="2421635" y="328747"/>
                  </a:lnTo>
                  <a:lnTo>
                    <a:pt x="2462401" y="306830"/>
                  </a:lnTo>
                  <a:lnTo>
                    <a:pt x="2486947" y="284914"/>
                  </a:lnTo>
                  <a:lnTo>
                    <a:pt x="2554517" y="262998"/>
                  </a:lnTo>
                  <a:lnTo>
                    <a:pt x="2604922" y="241081"/>
                  </a:lnTo>
                  <a:lnTo>
                    <a:pt x="2650757" y="219165"/>
                  </a:lnTo>
                  <a:lnTo>
                    <a:pt x="2677611" y="197248"/>
                  </a:lnTo>
                  <a:lnTo>
                    <a:pt x="2727067" y="175332"/>
                  </a:lnTo>
                  <a:lnTo>
                    <a:pt x="2783850" y="153415"/>
                  </a:lnTo>
                  <a:lnTo>
                    <a:pt x="2823775" y="131499"/>
                  </a:lnTo>
                  <a:lnTo>
                    <a:pt x="2898175" y="109582"/>
                  </a:lnTo>
                  <a:lnTo>
                    <a:pt x="2935288" y="87666"/>
                  </a:lnTo>
                  <a:lnTo>
                    <a:pt x="2959039" y="65749"/>
                  </a:lnTo>
                  <a:lnTo>
                    <a:pt x="2997449" y="43833"/>
                  </a:lnTo>
                  <a:lnTo>
                    <a:pt x="3064840" y="21916"/>
                  </a:lnTo>
                  <a:lnTo>
                    <a:pt x="3127403" y="0"/>
                  </a:lnTo>
                </a:path>
              </a:pathLst>
            </a:custGeom>
            <a:noFill/>
            <a:ln w="12700" cap="rnd">
              <a:solidFill>
                <a:srgbClr val="808080"/>
              </a:solidFill>
              <a:prstDash val="solid"/>
              <a:round/>
            </a:ln>
          </p:spPr>
          <p:txBody>
            <a:bodyPr/>
            <a:lstStyle/>
            <a:p>
              <a:endParaRPr lang="en-US"/>
            </a:p>
          </p:txBody>
        </p:sp>
        <p:grpSp>
          <p:nvGrpSpPr>
            <p:cNvPr id="34" name="Graphic 4">
              <a:extLst>
                <a:ext uri="{FF2B5EF4-FFF2-40B4-BE49-F238E27FC236}">
                  <a16:creationId xmlns:a16="http://schemas.microsoft.com/office/drawing/2014/main" id="{66A822B5-7B94-4548-B01B-BC915207A82C}"/>
                </a:ext>
              </a:extLst>
            </p:cNvPr>
            <p:cNvGrpSpPr/>
            <p:nvPr/>
          </p:nvGrpSpPr>
          <p:grpSpPr>
            <a:xfrm>
              <a:off x="757901" y="2246713"/>
              <a:ext cx="1921395" cy="922431"/>
              <a:chOff x="3310907" y="2052339"/>
              <a:chExt cx="3190902" cy="1531902"/>
            </a:xfrm>
          </p:grpSpPr>
          <p:sp>
            <p:nvSpPr>
              <p:cNvPr id="63" name="Freeform: Shape 62">
                <a:extLst>
                  <a:ext uri="{FF2B5EF4-FFF2-40B4-BE49-F238E27FC236}">
                    <a16:creationId xmlns:a16="http://schemas.microsoft.com/office/drawing/2014/main" id="{575C0E5A-48DC-A0D6-22B8-2A1A680CB7FB}"/>
                  </a:ext>
                </a:extLst>
              </p:cNvPr>
              <p:cNvSpPr/>
              <p:nvPr/>
            </p:nvSpPr>
            <p:spPr>
              <a:xfrm>
                <a:off x="3310907" y="3520742"/>
                <a:ext cx="63500" cy="63500"/>
              </a:xfrm>
              <a:custGeom>
                <a:avLst/>
                <a:gdLst>
                  <a:gd name="csX0" fmla="*/ 31833 w 63500"/>
                  <a:gd name="csY0" fmla="*/ 63721 h 63500"/>
                  <a:gd name="csX1" fmla="*/ 54284 w 63500"/>
                  <a:gd name="csY1" fmla="*/ 54422 h 63500"/>
                  <a:gd name="csX2" fmla="*/ 63583 w 63500"/>
                  <a:gd name="csY2" fmla="*/ 31971 h 63500"/>
                  <a:gd name="csX3" fmla="*/ 54284 w 63500"/>
                  <a:gd name="csY3" fmla="*/ 9521 h 63500"/>
                  <a:gd name="csX4" fmla="*/ 31833 w 63500"/>
                  <a:gd name="csY4" fmla="*/ 221 h 63500"/>
                  <a:gd name="csX5" fmla="*/ 9383 w 63500"/>
                  <a:gd name="csY5" fmla="*/ 9521 h 63500"/>
                  <a:gd name="csX6" fmla="*/ 83 w 63500"/>
                  <a:gd name="csY6" fmla="*/ 31971 h 63500"/>
                  <a:gd name="csX7" fmla="*/ 9383 w 63500"/>
                  <a:gd name="csY7" fmla="*/ 54422 h 63500"/>
                  <a:gd name="csX8" fmla="*/ 31833 w 63500"/>
                  <a:gd name="csY8" fmla="*/ 6372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33" y="63721"/>
                    </a:moveTo>
                    <a:cubicBezTo>
                      <a:pt x="40253" y="63721"/>
                      <a:pt x="48330" y="60376"/>
                      <a:pt x="54284" y="54422"/>
                    </a:cubicBezTo>
                    <a:cubicBezTo>
                      <a:pt x="60238" y="48468"/>
                      <a:pt x="63583" y="40391"/>
                      <a:pt x="63583" y="31971"/>
                    </a:cubicBezTo>
                    <a:cubicBezTo>
                      <a:pt x="63583" y="23551"/>
                      <a:pt x="60238" y="15475"/>
                      <a:pt x="54284" y="9521"/>
                    </a:cubicBezTo>
                    <a:cubicBezTo>
                      <a:pt x="48330" y="3567"/>
                      <a:pt x="40253" y="221"/>
                      <a:pt x="31833" y="221"/>
                    </a:cubicBezTo>
                    <a:cubicBezTo>
                      <a:pt x="23413" y="221"/>
                      <a:pt x="15337" y="3567"/>
                      <a:pt x="9383" y="9521"/>
                    </a:cubicBezTo>
                    <a:cubicBezTo>
                      <a:pt x="3429" y="15475"/>
                      <a:pt x="83" y="23551"/>
                      <a:pt x="83" y="31971"/>
                    </a:cubicBezTo>
                    <a:cubicBezTo>
                      <a:pt x="83" y="40391"/>
                      <a:pt x="3429" y="48468"/>
                      <a:pt x="9383" y="54422"/>
                    </a:cubicBezTo>
                    <a:cubicBezTo>
                      <a:pt x="15337" y="60376"/>
                      <a:pt x="23413" y="63721"/>
                      <a:pt x="31833" y="63721"/>
                    </a:cubicBezTo>
                    <a:close/>
                  </a:path>
                </a:pathLst>
              </a:custGeom>
              <a:solidFill>
                <a:srgbClr val="67B57B"/>
              </a:solidFill>
              <a:ln w="3175" cap="flat">
                <a:solidFill>
                  <a:srgbClr val="FFFFFF"/>
                </a:solidFill>
                <a:prstDash val="solid"/>
                <a:round/>
              </a:ln>
            </p:spPr>
            <p:txBody>
              <a:bodyPr/>
              <a:lstStyle/>
              <a:p>
                <a:endParaRPr lang="en-US"/>
              </a:p>
            </p:txBody>
          </p:sp>
          <p:sp>
            <p:nvSpPr>
              <p:cNvPr id="192" name="Freeform: Shape 191">
                <a:extLst>
                  <a:ext uri="{FF2B5EF4-FFF2-40B4-BE49-F238E27FC236}">
                    <a16:creationId xmlns:a16="http://schemas.microsoft.com/office/drawing/2014/main" id="{40896858-A698-5D5E-7EE2-D007246332CE}"/>
                  </a:ext>
                </a:extLst>
              </p:cNvPr>
              <p:cNvSpPr/>
              <p:nvPr/>
            </p:nvSpPr>
            <p:spPr>
              <a:xfrm>
                <a:off x="3362530" y="3498826"/>
                <a:ext cx="63500" cy="63500"/>
              </a:xfrm>
              <a:custGeom>
                <a:avLst/>
                <a:gdLst>
                  <a:gd name="csX0" fmla="*/ 31837 w 63500"/>
                  <a:gd name="csY0" fmla="*/ 63720 h 63500"/>
                  <a:gd name="csX1" fmla="*/ 54288 w 63500"/>
                  <a:gd name="csY1" fmla="*/ 54420 h 63500"/>
                  <a:gd name="csX2" fmla="*/ 63587 w 63500"/>
                  <a:gd name="csY2" fmla="*/ 31969 h 63500"/>
                  <a:gd name="csX3" fmla="*/ 54288 w 63500"/>
                  <a:gd name="csY3" fmla="*/ 9519 h 63500"/>
                  <a:gd name="csX4" fmla="*/ 31837 w 63500"/>
                  <a:gd name="csY4" fmla="*/ 219 h 63500"/>
                  <a:gd name="csX5" fmla="*/ 9387 w 63500"/>
                  <a:gd name="csY5" fmla="*/ 9519 h 63500"/>
                  <a:gd name="csX6" fmla="*/ 87 w 63500"/>
                  <a:gd name="csY6" fmla="*/ 31969 h 63500"/>
                  <a:gd name="csX7" fmla="*/ 9387 w 63500"/>
                  <a:gd name="csY7" fmla="*/ 54420 h 63500"/>
                  <a:gd name="csX8" fmla="*/ 31837 w 63500"/>
                  <a:gd name="csY8" fmla="*/ 6372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37" y="63720"/>
                    </a:moveTo>
                    <a:cubicBezTo>
                      <a:pt x="40257" y="63720"/>
                      <a:pt x="48334" y="60374"/>
                      <a:pt x="54288" y="54420"/>
                    </a:cubicBezTo>
                    <a:cubicBezTo>
                      <a:pt x="60242" y="48466"/>
                      <a:pt x="63587" y="40390"/>
                      <a:pt x="63587" y="31969"/>
                    </a:cubicBezTo>
                    <a:cubicBezTo>
                      <a:pt x="63587" y="23549"/>
                      <a:pt x="60242" y="15473"/>
                      <a:pt x="54288" y="9519"/>
                    </a:cubicBezTo>
                    <a:cubicBezTo>
                      <a:pt x="48334" y="3565"/>
                      <a:pt x="40257" y="219"/>
                      <a:pt x="31837" y="219"/>
                    </a:cubicBezTo>
                    <a:cubicBezTo>
                      <a:pt x="23417" y="219"/>
                      <a:pt x="15341" y="3565"/>
                      <a:pt x="9387" y="9519"/>
                    </a:cubicBezTo>
                    <a:cubicBezTo>
                      <a:pt x="3433" y="15473"/>
                      <a:pt x="87" y="23549"/>
                      <a:pt x="87" y="31969"/>
                    </a:cubicBezTo>
                    <a:cubicBezTo>
                      <a:pt x="87" y="40390"/>
                      <a:pt x="3433" y="48466"/>
                      <a:pt x="9387" y="54420"/>
                    </a:cubicBezTo>
                    <a:cubicBezTo>
                      <a:pt x="15341" y="60374"/>
                      <a:pt x="23417" y="63720"/>
                      <a:pt x="31837" y="63720"/>
                    </a:cubicBezTo>
                    <a:close/>
                  </a:path>
                </a:pathLst>
              </a:custGeom>
              <a:solidFill>
                <a:srgbClr val="9B84E0"/>
              </a:solidFill>
              <a:ln w="3175" cap="flat">
                <a:solidFill>
                  <a:srgbClr val="FFFFFF"/>
                </a:solidFill>
                <a:prstDash val="solid"/>
                <a:round/>
              </a:ln>
            </p:spPr>
            <p:txBody>
              <a:bodyPr/>
              <a:lstStyle/>
              <a:p>
                <a:endParaRPr lang="en-US"/>
              </a:p>
            </p:txBody>
          </p:sp>
          <p:sp>
            <p:nvSpPr>
              <p:cNvPr id="193" name="Freeform: Shape 192">
                <a:extLst>
                  <a:ext uri="{FF2B5EF4-FFF2-40B4-BE49-F238E27FC236}">
                    <a16:creationId xmlns:a16="http://schemas.microsoft.com/office/drawing/2014/main" id="{9BF854E0-30DB-CFB2-FE91-A31D10FC6241}"/>
                  </a:ext>
                </a:extLst>
              </p:cNvPr>
              <p:cNvSpPr/>
              <p:nvPr/>
            </p:nvSpPr>
            <p:spPr>
              <a:xfrm>
                <a:off x="3538125" y="3476909"/>
                <a:ext cx="63500" cy="63500"/>
              </a:xfrm>
              <a:custGeom>
                <a:avLst/>
                <a:gdLst>
                  <a:gd name="csX0" fmla="*/ 31851 w 63500"/>
                  <a:gd name="csY0" fmla="*/ 63718 h 63500"/>
                  <a:gd name="csX1" fmla="*/ 54302 w 63500"/>
                  <a:gd name="csY1" fmla="*/ 54418 h 63500"/>
                  <a:gd name="csX2" fmla="*/ 63601 w 63500"/>
                  <a:gd name="csY2" fmla="*/ 31968 h 63500"/>
                  <a:gd name="csX3" fmla="*/ 54302 w 63500"/>
                  <a:gd name="csY3" fmla="*/ 9517 h 63500"/>
                  <a:gd name="csX4" fmla="*/ 31851 w 63500"/>
                  <a:gd name="csY4" fmla="*/ 218 h 63500"/>
                  <a:gd name="csX5" fmla="*/ 9400 w 63500"/>
                  <a:gd name="csY5" fmla="*/ 9517 h 63500"/>
                  <a:gd name="csX6" fmla="*/ 101 w 63500"/>
                  <a:gd name="csY6" fmla="*/ 31968 h 63500"/>
                  <a:gd name="csX7" fmla="*/ 9400 w 63500"/>
                  <a:gd name="csY7" fmla="*/ 54418 h 63500"/>
                  <a:gd name="csX8" fmla="*/ 31851 w 63500"/>
                  <a:gd name="csY8" fmla="*/ 6371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1" y="63718"/>
                    </a:moveTo>
                    <a:cubicBezTo>
                      <a:pt x="40271" y="63718"/>
                      <a:pt x="48348" y="60372"/>
                      <a:pt x="54302" y="54418"/>
                    </a:cubicBezTo>
                    <a:cubicBezTo>
                      <a:pt x="60256" y="48464"/>
                      <a:pt x="63601" y="40388"/>
                      <a:pt x="63601" y="31968"/>
                    </a:cubicBezTo>
                    <a:cubicBezTo>
                      <a:pt x="63601" y="23548"/>
                      <a:pt x="60256" y="15471"/>
                      <a:pt x="54302" y="9517"/>
                    </a:cubicBezTo>
                    <a:cubicBezTo>
                      <a:pt x="48348" y="3563"/>
                      <a:pt x="40271" y="218"/>
                      <a:pt x="31851" y="218"/>
                    </a:cubicBezTo>
                    <a:cubicBezTo>
                      <a:pt x="23431" y="218"/>
                      <a:pt x="15354" y="3563"/>
                      <a:pt x="9400" y="9517"/>
                    </a:cubicBezTo>
                    <a:cubicBezTo>
                      <a:pt x="3446" y="15471"/>
                      <a:pt x="101" y="23548"/>
                      <a:pt x="101" y="31968"/>
                    </a:cubicBezTo>
                    <a:cubicBezTo>
                      <a:pt x="101" y="40388"/>
                      <a:pt x="3446" y="48464"/>
                      <a:pt x="9400" y="54418"/>
                    </a:cubicBezTo>
                    <a:cubicBezTo>
                      <a:pt x="15354" y="60372"/>
                      <a:pt x="23431" y="63718"/>
                      <a:pt x="31851" y="63718"/>
                    </a:cubicBezTo>
                    <a:close/>
                  </a:path>
                </a:pathLst>
              </a:custGeom>
              <a:solidFill>
                <a:srgbClr val="67B57B"/>
              </a:solidFill>
              <a:ln w="3175" cap="flat">
                <a:solidFill>
                  <a:srgbClr val="FFFFFF"/>
                </a:solidFill>
                <a:prstDash val="solid"/>
                <a:round/>
              </a:ln>
            </p:spPr>
            <p:txBody>
              <a:bodyPr/>
              <a:lstStyle/>
              <a:p>
                <a:endParaRPr lang="en-US"/>
              </a:p>
            </p:txBody>
          </p:sp>
          <p:sp>
            <p:nvSpPr>
              <p:cNvPr id="194" name="Freeform: Shape 193">
                <a:extLst>
                  <a:ext uri="{FF2B5EF4-FFF2-40B4-BE49-F238E27FC236}">
                    <a16:creationId xmlns:a16="http://schemas.microsoft.com/office/drawing/2014/main" id="{2BB72FD5-EF60-FF4B-3106-BB5096072DB1}"/>
                  </a:ext>
                </a:extLst>
              </p:cNvPr>
              <p:cNvSpPr/>
              <p:nvPr/>
            </p:nvSpPr>
            <p:spPr>
              <a:xfrm>
                <a:off x="3556267" y="3454993"/>
                <a:ext cx="63500" cy="63500"/>
              </a:xfrm>
              <a:custGeom>
                <a:avLst/>
                <a:gdLst>
                  <a:gd name="csX0" fmla="*/ 31853 w 63500"/>
                  <a:gd name="csY0" fmla="*/ 63716 h 63500"/>
                  <a:gd name="csX1" fmla="*/ 54303 w 63500"/>
                  <a:gd name="csY1" fmla="*/ 54417 h 63500"/>
                  <a:gd name="csX2" fmla="*/ 63603 w 63500"/>
                  <a:gd name="csY2" fmla="*/ 31966 h 63500"/>
                  <a:gd name="csX3" fmla="*/ 54303 w 63500"/>
                  <a:gd name="csY3" fmla="*/ 9515 h 63500"/>
                  <a:gd name="csX4" fmla="*/ 31853 w 63500"/>
                  <a:gd name="csY4" fmla="*/ 216 h 63500"/>
                  <a:gd name="csX5" fmla="*/ 9402 w 63500"/>
                  <a:gd name="csY5" fmla="*/ 9515 h 63500"/>
                  <a:gd name="csX6" fmla="*/ 103 w 63500"/>
                  <a:gd name="csY6" fmla="*/ 31966 h 63500"/>
                  <a:gd name="csX7" fmla="*/ 9402 w 63500"/>
                  <a:gd name="csY7" fmla="*/ 54417 h 63500"/>
                  <a:gd name="csX8" fmla="*/ 31853 w 63500"/>
                  <a:gd name="csY8" fmla="*/ 6371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3" y="63716"/>
                    </a:moveTo>
                    <a:cubicBezTo>
                      <a:pt x="40273" y="63716"/>
                      <a:pt x="48349" y="60371"/>
                      <a:pt x="54303" y="54417"/>
                    </a:cubicBezTo>
                    <a:cubicBezTo>
                      <a:pt x="60257" y="48463"/>
                      <a:pt x="63603" y="40386"/>
                      <a:pt x="63603" y="31966"/>
                    </a:cubicBezTo>
                    <a:cubicBezTo>
                      <a:pt x="63603" y="23546"/>
                      <a:pt x="60257" y="15469"/>
                      <a:pt x="54303" y="9515"/>
                    </a:cubicBezTo>
                    <a:cubicBezTo>
                      <a:pt x="48349" y="3561"/>
                      <a:pt x="40273" y="216"/>
                      <a:pt x="31853" y="216"/>
                    </a:cubicBezTo>
                    <a:cubicBezTo>
                      <a:pt x="23432" y="216"/>
                      <a:pt x="15356" y="3561"/>
                      <a:pt x="9402" y="9515"/>
                    </a:cubicBezTo>
                    <a:cubicBezTo>
                      <a:pt x="3448" y="15469"/>
                      <a:pt x="103" y="23546"/>
                      <a:pt x="103" y="31966"/>
                    </a:cubicBezTo>
                    <a:cubicBezTo>
                      <a:pt x="103" y="40386"/>
                      <a:pt x="3448" y="48463"/>
                      <a:pt x="9402" y="54417"/>
                    </a:cubicBezTo>
                    <a:cubicBezTo>
                      <a:pt x="15356" y="60371"/>
                      <a:pt x="23432" y="63716"/>
                      <a:pt x="31853" y="63716"/>
                    </a:cubicBezTo>
                    <a:close/>
                  </a:path>
                </a:pathLst>
              </a:custGeom>
              <a:solidFill>
                <a:srgbClr val="67B57B"/>
              </a:solidFill>
              <a:ln w="3175" cap="flat">
                <a:solidFill>
                  <a:srgbClr val="FFFFFF"/>
                </a:solidFill>
                <a:prstDash val="solid"/>
                <a:round/>
              </a:ln>
            </p:spPr>
            <p:txBody>
              <a:bodyPr/>
              <a:lstStyle/>
              <a:p>
                <a:endParaRPr lang="en-US"/>
              </a:p>
            </p:txBody>
          </p:sp>
          <p:sp>
            <p:nvSpPr>
              <p:cNvPr id="195" name="Freeform: Shape 194">
                <a:extLst>
                  <a:ext uri="{FF2B5EF4-FFF2-40B4-BE49-F238E27FC236}">
                    <a16:creationId xmlns:a16="http://schemas.microsoft.com/office/drawing/2014/main" id="{7DAF486C-5388-F929-9481-ABAF476B6520}"/>
                  </a:ext>
                </a:extLst>
              </p:cNvPr>
              <p:cNvSpPr/>
              <p:nvPr/>
            </p:nvSpPr>
            <p:spPr>
              <a:xfrm>
                <a:off x="3573784" y="3433076"/>
                <a:ext cx="63500" cy="63500"/>
              </a:xfrm>
              <a:custGeom>
                <a:avLst/>
                <a:gdLst>
                  <a:gd name="csX0" fmla="*/ 31854 w 63500"/>
                  <a:gd name="csY0" fmla="*/ 63714 h 63500"/>
                  <a:gd name="csX1" fmla="*/ 54305 w 63500"/>
                  <a:gd name="csY1" fmla="*/ 54415 h 63500"/>
                  <a:gd name="csX2" fmla="*/ 63604 w 63500"/>
                  <a:gd name="csY2" fmla="*/ 31964 h 63500"/>
                  <a:gd name="csX3" fmla="*/ 54305 w 63500"/>
                  <a:gd name="csY3" fmla="*/ 9514 h 63500"/>
                  <a:gd name="csX4" fmla="*/ 31854 w 63500"/>
                  <a:gd name="csY4" fmla="*/ 214 h 63500"/>
                  <a:gd name="csX5" fmla="*/ 9403 w 63500"/>
                  <a:gd name="csY5" fmla="*/ 9514 h 63500"/>
                  <a:gd name="csX6" fmla="*/ 104 w 63500"/>
                  <a:gd name="csY6" fmla="*/ 31964 h 63500"/>
                  <a:gd name="csX7" fmla="*/ 9403 w 63500"/>
                  <a:gd name="csY7" fmla="*/ 54415 h 63500"/>
                  <a:gd name="csX8" fmla="*/ 31854 w 63500"/>
                  <a:gd name="csY8" fmla="*/ 6371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4" y="63714"/>
                    </a:moveTo>
                    <a:cubicBezTo>
                      <a:pt x="40274" y="63714"/>
                      <a:pt x="48351" y="60369"/>
                      <a:pt x="54305" y="54415"/>
                    </a:cubicBezTo>
                    <a:cubicBezTo>
                      <a:pt x="60259" y="48461"/>
                      <a:pt x="63604" y="40385"/>
                      <a:pt x="63604" y="31964"/>
                    </a:cubicBezTo>
                    <a:cubicBezTo>
                      <a:pt x="63604" y="23544"/>
                      <a:pt x="60259" y="15468"/>
                      <a:pt x="54305" y="9514"/>
                    </a:cubicBezTo>
                    <a:cubicBezTo>
                      <a:pt x="48351" y="3560"/>
                      <a:pt x="40274" y="214"/>
                      <a:pt x="31854" y="214"/>
                    </a:cubicBezTo>
                    <a:cubicBezTo>
                      <a:pt x="23434" y="214"/>
                      <a:pt x="15357" y="3560"/>
                      <a:pt x="9403" y="9514"/>
                    </a:cubicBezTo>
                    <a:cubicBezTo>
                      <a:pt x="3449" y="15468"/>
                      <a:pt x="104" y="23544"/>
                      <a:pt x="104" y="31964"/>
                    </a:cubicBezTo>
                    <a:cubicBezTo>
                      <a:pt x="104" y="40385"/>
                      <a:pt x="3449" y="48461"/>
                      <a:pt x="9403" y="54415"/>
                    </a:cubicBezTo>
                    <a:cubicBezTo>
                      <a:pt x="15357" y="60369"/>
                      <a:pt x="23434" y="63714"/>
                      <a:pt x="31854" y="63714"/>
                    </a:cubicBezTo>
                    <a:close/>
                  </a:path>
                </a:pathLst>
              </a:custGeom>
              <a:solidFill>
                <a:srgbClr val="67B57B"/>
              </a:solidFill>
              <a:ln w="3175" cap="flat">
                <a:solidFill>
                  <a:srgbClr val="FFFFFF"/>
                </a:solidFill>
                <a:prstDash val="solid"/>
                <a:round/>
              </a:ln>
            </p:spPr>
            <p:txBody>
              <a:bodyPr/>
              <a:lstStyle/>
              <a:p>
                <a:endParaRPr lang="en-US"/>
              </a:p>
            </p:txBody>
          </p:sp>
          <p:sp>
            <p:nvSpPr>
              <p:cNvPr id="196" name="Freeform: Shape 195">
                <a:extLst>
                  <a:ext uri="{FF2B5EF4-FFF2-40B4-BE49-F238E27FC236}">
                    <a16:creationId xmlns:a16="http://schemas.microsoft.com/office/drawing/2014/main" id="{E5484127-DFAD-F304-3FB7-A68CDD84813D}"/>
                  </a:ext>
                </a:extLst>
              </p:cNvPr>
              <p:cNvSpPr/>
              <p:nvPr/>
            </p:nvSpPr>
            <p:spPr>
              <a:xfrm>
                <a:off x="3601598" y="3411160"/>
                <a:ext cx="63500" cy="63500"/>
              </a:xfrm>
              <a:custGeom>
                <a:avLst/>
                <a:gdLst>
                  <a:gd name="csX0" fmla="*/ 31856 w 63500"/>
                  <a:gd name="csY0" fmla="*/ 63713 h 63500"/>
                  <a:gd name="csX1" fmla="*/ 54307 w 63500"/>
                  <a:gd name="csY1" fmla="*/ 54413 h 63500"/>
                  <a:gd name="csX2" fmla="*/ 63606 w 63500"/>
                  <a:gd name="csY2" fmla="*/ 31963 h 63500"/>
                  <a:gd name="csX3" fmla="*/ 54307 w 63500"/>
                  <a:gd name="csY3" fmla="*/ 9512 h 63500"/>
                  <a:gd name="csX4" fmla="*/ 31856 w 63500"/>
                  <a:gd name="csY4" fmla="*/ 213 h 63500"/>
                  <a:gd name="csX5" fmla="*/ 9405 w 63500"/>
                  <a:gd name="csY5" fmla="*/ 9512 h 63500"/>
                  <a:gd name="csX6" fmla="*/ 106 w 63500"/>
                  <a:gd name="csY6" fmla="*/ 31963 h 63500"/>
                  <a:gd name="csX7" fmla="*/ 9405 w 63500"/>
                  <a:gd name="csY7" fmla="*/ 54413 h 63500"/>
                  <a:gd name="csX8" fmla="*/ 31856 w 63500"/>
                  <a:gd name="csY8" fmla="*/ 6371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6" y="63713"/>
                    </a:moveTo>
                    <a:cubicBezTo>
                      <a:pt x="40276" y="63713"/>
                      <a:pt x="48353" y="60367"/>
                      <a:pt x="54307" y="54413"/>
                    </a:cubicBezTo>
                    <a:cubicBezTo>
                      <a:pt x="60261" y="48459"/>
                      <a:pt x="63606" y="40383"/>
                      <a:pt x="63606" y="31963"/>
                    </a:cubicBezTo>
                    <a:cubicBezTo>
                      <a:pt x="63606" y="23542"/>
                      <a:pt x="60261" y="15466"/>
                      <a:pt x="54307" y="9512"/>
                    </a:cubicBezTo>
                    <a:cubicBezTo>
                      <a:pt x="48353" y="3558"/>
                      <a:pt x="40276" y="213"/>
                      <a:pt x="31856" y="213"/>
                    </a:cubicBezTo>
                    <a:cubicBezTo>
                      <a:pt x="23436" y="213"/>
                      <a:pt x="15359" y="3558"/>
                      <a:pt x="9405" y="9512"/>
                    </a:cubicBezTo>
                    <a:cubicBezTo>
                      <a:pt x="3451" y="15466"/>
                      <a:pt x="106" y="23542"/>
                      <a:pt x="106" y="31963"/>
                    </a:cubicBezTo>
                    <a:cubicBezTo>
                      <a:pt x="106" y="40383"/>
                      <a:pt x="3451" y="48459"/>
                      <a:pt x="9405" y="54413"/>
                    </a:cubicBezTo>
                    <a:cubicBezTo>
                      <a:pt x="15359" y="60367"/>
                      <a:pt x="23436" y="63713"/>
                      <a:pt x="31856" y="63713"/>
                    </a:cubicBezTo>
                    <a:close/>
                  </a:path>
                </a:pathLst>
              </a:custGeom>
              <a:solidFill>
                <a:srgbClr val="67B57B"/>
              </a:solidFill>
              <a:ln w="3175" cap="flat">
                <a:solidFill>
                  <a:srgbClr val="FFFFFF"/>
                </a:solidFill>
                <a:prstDash val="solid"/>
                <a:round/>
              </a:ln>
            </p:spPr>
            <p:txBody>
              <a:bodyPr/>
              <a:lstStyle/>
              <a:p>
                <a:endParaRPr lang="en-US"/>
              </a:p>
            </p:txBody>
          </p:sp>
          <p:sp>
            <p:nvSpPr>
              <p:cNvPr id="197" name="Freeform: Shape 196">
                <a:extLst>
                  <a:ext uri="{FF2B5EF4-FFF2-40B4-BE49-F238E27FC236}">
                    <a16:creationId xmlns:a16="http://schemas.microsoft.com/office/drawing/2014/main" id="{C9E4FCFB-B795-1A57-67E4-1C0F193C41E5}"/>
                  </a:ext>
                </a:extLst>
              </p:cNvPr>
              <p:cNvSpPr/>
              <p:nvPr/>
            </p:nvSpPr>
            <p:spPr>
              <a:xfrm>
                <a:off x="3631645" y="3389243"/>
                <a:ext cx="63500" cy="63500"/>
              </a:xfrm>
              <a:custGeom>
                <a:avLst/>
                <a:gdLst>
                  <a:gd name="csX0" fmla="*/ 31858 w 63500"/>
                  <a:gd name="csY0" fmla="*/ 63711 h 63500"/>
                  <a:gd name="csX1" fmla="*/ 54309 w 63500"/>
                  <a:gd name="csY1" fmla="*/ 54412 h 63500"/>
                  <a:gd name="csX2" fmla="*/ 63608 w 63500"/>
                  <a:gd name="csY2" fmla="*/ 31961 h 63500"/>
                  <a:gd name="csX3" fmla="*/ 54309 w 63500"/>
                  <a:gd name="csY3" fmla="*/ 9510 h 63500"/>
                  <a:gd name="csX4" fmla="*/ 31858 w 63500"/>
                  <a:gd name="csY4" fmla="*/ 211 h 63500"/>
                  <a:gd name="csX5" fmla="*/ 9408 w 63500"/>
                  <a:gd name="csY5" fmla="*/ 9510 h 63500"/>
                  <a:gd name="csX6" fmla="*/ 108 w 63500"/>
                  <a:gd name="csY6" fmla="*/ 31961 h 63500"/>
                  <a:gd name="csX7" fmla="*/ 9408 w 63500"/>
                  <a:gd name="csY7" fmla="*/ 54412 h 63500"/>
                  <a:gd name="csX8" fmla="*/ 31858 w 63500"/>
                  <a:gd name="csY8" fmla="*/ 6371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58" y="63711"/>
                    </a:moveTo>
                    <a:cubicBezTo>
                      <a:pt x="40279" y="63711"/>
                      <a:pt x="48355" y="60365"/>
                      <a:pt x="54309" y="54412"/>
                    </a:cubicBezTo>
                    <a:cubicBezTo>
                      <a:pt x="60263" y="48458"/>
                      <a:pt x="63608" y="40381"/>
                      <a:pt x="63608" y="31961"/>
                    </a:cubicBezTo>
                    <a:cubicBezTo>
                      <a:pt x="63608" y="23541"/>
                      <a:pt x="60263" y="15464"/>
                      <a:pt x="54309" y="9510"/>
                    </a:cubicBezTo>
                    <a:cubicBezTo>
                      <a:pt x="48355" y="3556"/>
                      <a:pt x="40279" y="211"/>
                      <a:pt x="31858" y="211"/>
                    </a:cubicBezTo>
                    <a:cubicBezTo>
                      <a:pt x="23438" y="211"/>
                      <a:pt x="15362" y="3556"/>
                      <a:pt x="9408" y="9510"/>
                    </a:cubicBezTo>
                    <a:cubicBezTo>
                      <a:pt x="3454" y="15464"/>
                      <a:pt x="108" y="23541"/>
                      <a:pt x="108" y="31961"/>
                    </a:cubicBezTo>
                    <a:cubicBezTo>
                      <a:pt x="108" y="40381"/>
                      <a:pt x="3454" y="48458"/>
                      <a:pt x="9408" y="54412"/>
                    </a:cubicBezTo>
                    <a:cubicBezTo>
                      <a:pt x="15362" y="60365"/>
                      <a:pt x="23438" y="63711"/>
                      <a:pt x="31858" y="63711"/>
                    </a:cubicBezTo>
                    <a:close/>
                  </a:path>
                </a:pathLst>
              </a:custGeom>
              <a:solidFill>
                <a:srgbClr val="67B57B"/>
              </a:solidFill>
              <a:ln w="3175" cap="flat">
                <a:solidFill>
                  <a:srgbClr val="FFFFFF"/>
                </a:solidFill>
                <a:prstDash val="solid"/>
                <a:round/>
              </a:ln>
            </p:spPr>
            <p:txBody>
              <a:bodyPr/>
              <a:lstStyle/>
              <a:p>
                <a:endParaRPr lang="en-US"/>
              </a:p>
            </p:txBody>
          </p:sp>
          <p:sp>
            <p:nvSpPr>
              <p:cNvPr id="198" name="Freeform: Shape 197">
                <a:extLst>
                  <a:ext uri="{FF2B5EF4-FFF2-40B4-BE49-F238E27FC236}">
                    <a16:creationId xmlns:a16="http://schemas.microsoft.com/office/drawing/2014/main" id="{834059F9-3191-0402-3E10-8284C404B49F}"/>
                  </a:ext>
                </a:extLst>
              </p:cNvPr>
              <p:cNvSpPr/>
              <p:nvPr/>
            </p:nvSpPr>
            <p:spPr>
              <a:xfrm>
                <a:off x="3650218" y="3367327"/>
                <a:ext cx="63500" cy="63500"/>
              </a:xfrm>
              <a:custGeom>
                <a:avLst/>
                <a:gdLst>
                  <a:gd name="csX0" fmla="*/ 31860 w 63500"/>
                  <a:gd name="csY0" fmla="*/ 63709 h 63500"/>
                  <a:gd name="csX1" fmla="*/ 54311 w 63500"/>
                  <a:gd name="csY1" fmla="*/ 54410 h 63500"/>
                  <a:gd name="csX2" fmla="*/ 63610 w 63500"/>
                  <a:gd name="csY2" fmla="*/ 31959 h 63500"/>
                  <a:gd name="csX3" fmla="*/ 54311 w 63500"/>
                  <a:gd name="csY3" fmla="*/ 9509 h 63500"/>
                  <a:gd name="csX4" fmla="*/ 31860 w 63500"/>
                  <a:gd name="csY4" fmla="*/ 209 h 63500"/>
                  <a:gd name="csX5" fmla="*/ 9409 w 63500"/>
                  <a:gd name="csY5" fmla="*/ 9509 h 63500"/>
                  <a:gd name="csX6" fmla="*/ 110 w 63500"/>
                  <a:gd name="csY6" fmla="*/ 31959 h 63500"/>
                  <a:gd name="csX7" fmla="*/ 9409 w 63500"/>
                  <a:gd name="csY7" fmla="*/ 54410 h 63500"/>
                  <a:gd name="csX8" fmla="*/ 31860 w 63500"/>
                  <a:gd name="csY8" fmla="*/ 6370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0" y="63709"/>
                    </a:moveTo>
                    <a:cubicBezTo>
                      <a:pt x="40280" y="63709"/>
                      <a:pt x="48357" y="60364"/>
                      <a:pt x="54311" y="54410"/>
                    </a:cubicBezTo>
                    <a:cubicBezTo>
                      <a:pt x="60265" y="48456"/>
                      <a:pt x="63610" y="40379"/>
                      <a:pt x="63610" y="31959"/>
                    </a:cubicBezTo>
                    <a:cubicBezTo>
                      <a:pt x="63610" y="23539"/>
                      <a:pt x="60265" y="15462"/>
                      <a:pt x="54311" y="9509"/>
                    </a:cubicBezTo>
                    <a:cubicBezTo>
                      <a:pt x="48357" y="3555"/>
                      <a:pt x="40280" y="209"/>
                      <a:pt x="31860" y="209"/>
                    </a:cubicBezTo>
                    <a:cubicBezTo>
                      <a:pt x="23440" y="209"/>
                      <a:pt x="15363" y="3555"/>
                      <a:pt x="9409" y="9509"/>
                    </a:cubicBezTo>
                    <a:cubicBezTo>
                      <a:pt x="3455" y="15462"/>
                      <a:pt x="110" y="23539"/>
                      <a:pt x="110" y="31959"/>
                    </a:cubicBezTo>
                    <a:cubicBezTo>
                      <a:pt x="110" y="40379"/>
                      <a:pt x="3455" y="48456"/>
                      <a:pt x="9409" y="54410"/>
                    </a:cubicBezTo>
                    <a:cubicBezTo>
                      <a:pt x="15363" y="60364"/>
                      <a:pt x="23440" y="63709"/>
                      <a:pt x="31860" y="63709"/>
                    </a:cubicBezTo>
                    <a:close/>
                  </a:path>
                </a:pathLst>
              </a:custGeom>
              <a:solidFill>
                <a:srgbClr val="67B57B"/>
              </a:solidFill>
              <a:ln w="3175" cap="flat">
                <a:solidFill>
                  <a:srgbClr val="FFFFFF"/>
                </a:solidFill>
                <a:prstDash val="solid"/>
                <a:round/>
              </a:ln>
            </p:spPr>
            <p:txBody>
              <a:bodyPr/>
              <a:lstStyle/>
              <a:p>
                <a:endParaRPr lang="en-US"/>
              </a:p>
            </p:txBody>
          </p:sp>
          <p:sp>
            <p:nvSpPr>
              <p:cNvPr id="199" name="Freeform: Shape 198">
                <a:extLst>
                  <a:ext uri="{FF2B5EF4-FFF2-40B4-BE49-F238E27FC236}">
                    <a16:creationId xmlns:a16="http://schemas.microsoft.com/office/drawing/2014/main" id="{493F22B6-A4CD-DD4E-684E-21D9A9A71A4C}"/>
                  </a:ext>
                </a:extLst>
              </p:cNvPr>
              <p:cNvSpPr/>
              <p:nvPr/>
            </p:nvSpPr>
            <p:spPr>
              <a:xfrm>
                <a:off x="3666588" y="3345410"/>
                <a:ext cx="63500" cy="63500"/>
              </a:xfrm>
              <a:custGeom>
                <a:avLst/>
                <a:gdLst>
                  <a:gd name="csX0" fmla="*/ 31861 w 63500"/>
                  <a:gd name="csY0" fmla="*/ 63707 h 63500"/>
                  <a:gd name="csX1" fmla="*/ 54312 w 63500"/>
                  <a:gd name="csY1" fmla="*/ 54408 h 63500"/>
                  <a:gd name="csX2" fmla="*/ 63611 w 63500"/>
                  <a:gd name="csY2" fmla="*/ 31957 h 63500"/>
                  <a:gd name="csX3" fmla="*/ 54312 w 63500"/>
                  <a:gd name="csY3" fmla="*/ 9507 h 63500"/>
                  <a:gd name="csX4" fmla="*/ 31861 w 63500"/>
                  <a:gd name="csY4" fmla="*/ 207 h 63500"/>
                  <a:gd name="csX5" fmla="*/ 9411 w 63500"/>
                  <a:gd name="csY5" fmla="*/ 9507 h 63500"/>
                  <a:gd name="csX6" fmla="*/ 111 w 63500"/>
                  <a:gd name="csY6" fmla="*/ 31957 h 63500"/>
                  <a:gd name="csX7" fmla="*/ 9411 w 63500"/>
                  <a:gd name="csY7" fmla="*/ 54408 h 63500"/>
                  <a:gd name="csX8" fmla="*/ 31861 w 63500"/>
                  <a:gd name="csY8" fmla="*/ 6370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1" y="63707"/>
                    </a:moveTo>
                    <a:cubicBezTo>
                      <a:pt x="40281" y="63707"/>
                      <a:pt x="48358" y="60362"/>
                      <a:pt x="54312" y="54408"/>
                    </a:cubicBezTo>
                    <a:cubicBezTo>
                      <a:pt x="60266" y="48454"/>
                      <a:pt x="63611" y="40378"/>
                      <a:pt x="63611" y="31957"/>
                    </a:cubicBezTo>
                    <a:cubicBezTo>
                      <a:pt x="63611" y="23537"/>
                      <a:pt x="60266" y="15461"/>
                      <a:pt x="54312" y="9507"/>
                    </a:cubicBezTo>
                    <a:cubicBezTo>
                      <a:pt x="48358" y="3553"/>
                      <a:pt x="40281" y="207"/>
                      <a:pt x="31861" y="207"/>
                    </a:cubicBezTo>
                    <a:cubicBezTo>
                      <a:pt x="23441" y="207"/>
                      <a:pt x="15365" y="3553"/>
                      <a:pt x="9411" y="9507"/>
                    </a:cubicBezTo>
                    <a:cubicBezTo>
                      <a:pt x="3457" y="15461"/>
                      <a:pt x="111" y="23537"/>
                      <a:pt x="111" y="31957"/>
                    </a:cubicBezTo>
                    <a:cubicBezTo>
                      <a:pt x="111" y="40378"/>
                      <a:pt x="3457" y="48454"/>
                      <a:pt x="9411" y="54408"/>
                    </a:cubicBezTo>
                    <a:cubicBezTo>
                      <a:pt x="15365" y="60362"/>
                      <a:pt x="23441" y="63707"/>
                      <a:pt x="31861" y="63707"/>
                    </a:cubicBezTo>
                    <a:close/>
                  </a:path>
                </a:pathLst>
              </a:custGeom>
              <a:solidFill>
                <a:srgbClr val="67B57B"/>
              </a:solidFill>
              <a:ln w="3175" cap="flat">
                <a:solidFill>
                  <a:srgbClr val="FFFFFF"/>
                </a:solidFill>
                <a:prstDash val="solid"/>
                <a:round/>
              </a:ln>
            </p:spPr>
            <p:txBody>
              <a:bodyPr/>
              <a:lstStyle/>
              <a:p>
                <a:endParaRPr lang="en-US"/>
              </a:p>
            </p:txBody>
          </p:sp>
          <p:sp>
            <p:nvSpPr>
              <p:cNvPr id="200" name="Freeform: Shape 199">
                <a:extLst>
                  <a:ext uri="{FF2B5EF4-FFF2-40B4-BE49-F238E27FC236}">
                    <a16:creationId xmlns:a16="http://schemas.microsoft.com/office/drawing/2014/main" id="{6AFFE6CB-BD35-D056-277B-7F0BE6BA2A46}"/>
                  </a:ext>
                </a:extLst>
              </p:cNvPr>
              <p:cNvSpPr/>
              <p:nvPr/>
            </p:nvSpPr>
            <p:spPr>
              <a:xfrm>
                <a:off x="3697964" y="3323494"/>
                <a:ext cx="63500" cy="63500"/>
              </a:xfrm>
              <a:custGeom>
                <a:avLst/>
                <a:gdLst>
                  <a:gd name="csX0" fmla="*/ 31864 w 63500"/>
                  <a:gd name="csY0" fmla="*/ 63706 h 63500"/>
                  <a:gd name="csX1" fmla="*/ 54314 w 63500"/>
                  <a:gd name="csY1" fmla="*/ 54406 h 63500"/>
                  <a:gd name="csX2" fmla="*/ 63614 w 63500"/>
                  <a:gd name="csY2" fmla="*/ 31956 h 63500"/>
                  <a:gd name="csX3" fmla="*/ 54314 w 63500"/>
                  <a:gd name="csY3" fmla="*/ 9505 h 63500"/>
                  <a:gd name="csX4" fmla="*/ 31864 w 63500"/>
                  <a:gd name="csY4" fmla="*/ 206 h 63500"/>
                  <a:gd name="csX5" fmla="*/ 9413 w 63500"/>
                  <a:gd name="csY5" fmla="*/ 9505 h 63500"/>
                  <a:gd name="csX6" fmla="*/ 114 w 63500"/>
                  <a:gd name="csY6" fmla="*/ 31956 h 63500"/>
                  <a:gd name="csX7" fmla="*/ 9413 w 63500"/>
                  <a:gd name="csY7" fmla="*/ 54406 h 63500"/>
                  <a:gd name="csX8" fmla="*/ 31864 w 63500"/>
                  <a:gd name="csY8" fmla="*/ 6370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4" y="63706"/>
                    </a:moveTo>
                    <a:cubicBezTo>
                      <a:pt x="40284" y="63706"/>
                      <a:pt x="48360" y="60360"/>
                      <a:pt x="54314" y="54406"/>
                    </a:cubicBezTo>
                    <a:cubicBezTo>
                      <a:pt x="60268" y="48452"/>
                      <a:pt x="63614" y="40376"/>
                      <a:pt x="63614" y="31956"/>
                    </a:cubicBezTo>
                    <a:cubicBezTo>
                      <a:pt x="63614" y="23535"/>
                      <a:pt x="60268" y="15459"/>
                      <a:pt x="54314" y="9505"/>
                    </a:cubicBezTo>
                    <a:cubicBezTo>
                      <a:pt x="48360" y="3551"/>
                      <a:pt x="40284" y="206"/>
                      <a:pt x="31864" y="206"/>
                    </a:cubicBezTo>
                    <a:cubicBezTo>
                      <a:pt x="23443" y="206"/>
                      <a:pt x="15367" y="3551"/>
                      <a:pt x="9413" y="9505"/>
                    </a:cubicBezTo>
                    <a:cubicBezTo>
                      <a:pt x="3459" y="15459"/>
                      <a:pt x="114" y="23535"/>
                      <a:pt x="114" y="31956"/>
                    </a:cubicBezTo>
                    <a:cubicBezTo>
                      <a:pt x="114" y="40376"/>
                      <a:pt x="3459" y="48452"/>
                      <a:pt x="9413" y="54406"/>
                    </a:cubicBezTo>
                    <a:cubicBezTo>
                      <a:pt x="15367" y="60360"/>
                      <a:pt x="23443" y="63706"/>
                      <a:pt x="31864" y="63706"/>
                    </a:cubicBezTo>
                    <a:close/>
                  </a:path>
                </a:pathLst>
              </a:custGeom>
              <a:solidFill>
                <a:srgbClr val="67B57B"/>
              </a:solidFill>
              <a:ln w="3175" cap="flat">
                <a:solidFill>
                  <a:srgbClr val="FFFFFF"/>
                </a:solidFill>
                <a:prstDash val="solid"/>
                <a:round/>
              </a:ln>
            </p:spPr>
            <p:txBody>
              <a:bodyPr/>
              <a:lstStyle/>
              <a:p>
                <a:endParaRPr lang="en-US"/>
              </a:p>
            </p:txBody>
          </p:sp>
          <p:sp>
            <p:nvSpPr>
              <p:cNvPr id="201" name="Freeform: Shape 200">
                <a:extLst>
                  <a:ext uri="{FF2B5EF4-FFF2-40B4-BE49-F238E27FC236}">
                    <a16:creationId xmlns:a16="http://schemas.microsoft.com/office/drawing/2014/main" id="{B367BC1A-0E71-F4E2-EB92-F5027F36222C}"/>
                  </a:ext>
                </a:extLst>
              </p:cNvPr>
              <p:cNvSpPr/>
              <p:nvPr/>
            </p:nvSpPr>
            <p:spPr>
              <a:xfrm>
                <a:off x="3728911" y="3301577"/>
                <a:ext cx="63500" cy="63500"/>
              </a:xfrm>
              <a:custGeom>
                <a:avLst/>
                <a:gdLst>
                  <a:gd name="csX0" fmla="*/ 31866 w 63500"/>
                  <a:gd name="csY0" fmla="*/ 63704 h 63500"/>
                  <a:gd name="csX1" fmla="*/ 54317 w 63500"/>
                  <a:gd name="csY1" fmla="*/ 54405 h 63500"/>
                  <a:gd name="csX2" fmla="*/ 63616 w 63500"/>
                  <a:gd name="csY2" fmla="*/ 31954 h 63500"/>
                  <a:gd name="csX3" fmla="*/ 54317 w 63500"/>
                  <a:gd name="csY3" fmla="*/ 9503 h 63500"/>
                  <a:gd name="csX4" fmla="*/ 31866 w 63500"/>
                  <a:gd name="csY4" fmla="*/ 204 h 63500"/>
                  <a:gd name="csX5" fmla="*/ 9415 w 63500"/>
                  <a:gd name="csY5" fmla="*/ 9503 h 63500"/>
                  <a:gd name="csX6" fmla="*/ 116 w 63500"/>
                  <a:gd name="csY6" fmla="*/ 31954 h 63500"/>
                  <a:gd name="csX7" fmla="*/ 9415 w 63500"/>
                  <a:gd name="csY7" fmla="*/ 54405 h 63500"/>
                  <a:gd name="csX8" fmla="*/ 31866 w 63500"/>
                  <a:gd name="csY8" fmla="*/ 6370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6" y="63704"/>
                    </a:moveTo>
                    <a:cubicBezTo>
                      <a:pt x="40286" y="63704"/>
                      <a:pt x="48363" y="60359"/>
                      <a:pt x="54317" y="54405"/>
                    </a:cubicBezTo>
                    <a:cubicBezTo>
                      <a:pt x="60271" y="48451"/>
                      <a:pt x="63616" y="40374"/>
                      <a:pt x="63616" y="31954"/>
                    </a:cubicBezTo>
                    <a:cubicBezTo>
                      <a:pt x="63616" y="23534"/>
                      <a:pt x="60271" y="15457"/>
                      <a:pt x="54317" y="9503"/>
                    </a:cubicBezTo>
                    <a:cubicBezTo>
                      <a:pt x="48363" y="3549"/>
                      <a:pt x="40286" y="204"/>
                      <a:pt x="31866" y="204"/>
                    </a:cubicBezTo>
                    <a:cubicBezTo>
                      <a:pt x="23446" y="204"/>
                      <a:pt x="15369" y="3549"/>
                      <a:pt x="9415" y="9503"/>
                    </a:cubicBezTo>
                    <a:cubicBezTo>
                      <a:pt x="3461" y="15457"/>
                      <a:pt x="116" y="23534"/>
                      <a:pt x="116" y="31954"/>
                    </a:cubicBezTo>
                    <a:cubicBezTo>
                      <a:pt x="116" y="40374"/>
                      <a:pt x="3461" y="48451"/>
                      <a:pt x="9415" y="54405"/>
                    </a:cubicBezTo>
                    <a:cubicBezTo>
                      <a:pt x="15369" y="60359"/>
                      <a:pt x="23446" y="63704"/>
                      <a:pt x="31866" y="63704"/>
                    </a:cubicBezTo>
                    <a:close/>
                  </a:path>
                </a:pathLst>
              </a:custGeom>
              <a:solidFill>
                <a:srgbClr val="67B57B"/>
              </a:solidFill>
              <a:ln w="3175" cap="flat">
                <a:solidFill>
                  <a:srgbClr val="FFFFFF"/>
                </a:solidFill>
                <a:prstDash val="solid"/>
                <a:round/>
              </a:ln>
            </p:spPr>
            <p:txBody>
              <a:bodyPr/>
              <a:lstStyle/>
              <a:p>
                <a:endParaRPr lang="en-US"/>
              </a:p>
            </p:txBody>
          </p:sp>
          <p:sp>
            <p:nvSpPr>
              <p:cNvPr id="202" name="Freeform: Shape 201">
                <a:extLst>
                  <a:ext uri="{FF2B5EF4-FFF2-40B4-BE49-F238E27FC236}">
                    <a16:creationId xmlns:a16="http://schemas.microsoft.com/office/drawing/2014/main" id="{0E9B01F4-632F-C75E-3461-5C3B1A26ABDB}"/>
                  </a:ext>
                </a:extLst>
              </p:cNvPr>
              <p:cNvSpPr/>
              <p:nvPr/>
            </p:nvSpPr>
            <p:spPr>
              <a:xfrm>
                <a:off x="3744661" y="3279661"/>
                <a:ext cx="63500" cy="63500"/>
              </a:xfrm>
              <a:custGeom>
                <a:avLst/>
                <a:gdLst>
                  <a:gd name="csX0" fmla="*/ 31867 w 63500"/>
                  <a:gd name="csY0" fmla="*/ 63702 h 63500"/>
                  <a:gd name="csX1" fmla="*/ 54318 w 63500"/>
                  <a:gd name="csY1" fmla="*/ 54403 h 63500"/>
                  <a:gd name="csX2" fmla="*/ 63617 w 63500"/>
                  <a:gd name="csY2" fmla="*/ 31952 h 63500"/>
                  <a:gd name="csX3" fmla="*/ 54318 w 63500"/>
                  <a:gd name="csY3" fmla="*/ 9502 h 63500"/>
                  <a:gd name="csX4" fmla="*/ 31867 w 63500"/>
                  <a:gd name="csY4" fmla="*/ 202 h 63500"/>
                  <a:gd name="csX5" fmla="*/ 9417 w 63500"/>
                  <a:gd name="csY5" fmla="*/ 9502 h 63500"/>
                  <a:gd name="csX6" fmla="*/ 117 w 63500"/>
                  <a:gd name="csY6" fmla="*/ 31952 h 63500"/>
                  <a:gd name="csX7" fmla="*/ 9417 w 63500"/>
                  <a:gd name="csY7" fmla="*/ 54403 h 63500"/>
                  <a:gd name="csX8" fmla="*/ 31867 w 63500"/>
                  <a:gd name="csY8" fmla="*/ 6370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7" y="63702"/>
                    </a:moveTo>
                    <a:cubicBezTo>
                      <a:pt x="40288" y="63702"/>
                      <a:pt x="48364" y="60357"/>
                      <a:pt x="54318" y="54403"/>
                    </a:cubicBezTo>
                    <a:cubicBezTo>
                      <a:pt x="60272" y="48449"/>
                      <a:pt x="63617" y="40372"/>
                      <a:pt x="63617" y="31952"/>
                    </a:cubicBezTo>
                    <a:cubicBezTo>
                      <a:pt x="63617" y="23532"/>
                      <a:pt x="60272" y="15456"/>
                      <a:pt x="54318" y="9502"/>
                    </a:cubicBezTo>
                    <a:cubicBezTo>
                      <a:pt x="48364" y="3548"/>
                      <a:pt x="40288" y="202"/>
                      <a:pt x="31867" y="202"/>
                    </a:cubicBezTo>
                    <a:cubicBezTo>
                      <a:pt x="23447" y="202"/>
                      <a:pt x="15371" y="3548"/>
                      <a:pt x="9417" y="9502"/>
                    </a:cubicBezTo>
                    <a:cubicBezTo>
                      <a:pt x="3463" y="15456"/>
                      <a:pt x="117" y="23532"/>
                      <a:pt x="117" y="31952"/>
                    </a:cubicBezTo>
                    <a:cubicBezTo>
                      <a:pt x="117" y="40372"/>
                      <a:pt x="3463" y="48449"/>
                      <a:pt x="9417" y="54403"/>
                    </a:cubicBezTo>
                    <a:cubicBezTo>
                      <a:pt x="15371" y="60357"/>
                      <a:pt x="23447" y="63702"/>
                      <a:pt x="31867" y="63702"/>
                    </a:cubicBezTo>
                    <a:close/>
                  </a:path>
                </a:pathLst>
              </a:custGeom>
              <a:solidFill>
                <a:srgbClr val="67B57B"/>
              </a:solidFill>
              <a:ln w="3175" cap="flat">
                <a:solidFill>
                  <a:srgbClr val="FFFFFF"/>
                </a:solidFill>
                <a:prstDash val="solid"/>
                <a:round/>
              </a:ln>
            </p:spPr>
            <p:txBody>
              <a:bodyPr/>
              <a:lstStyle/>
              <a:p>
                <a:endParaRPr lang="en-US"/>
              </a:p>
            </p:txBody>
          </p:sp>
          <p:sp>
            <p:nvSpPr>
              <p:cNvPr id="203" name="Freeform: Shape 202">
                <a:extLst>
                  <a:ext uri="{FF2B5EF4-FFF2-40B4-BE49-F238E27FC236}">
                    <a16:creationId xmlns:a16="http://schemas.microsoft.com/office/drawing/2014/main" id="{90FA1F66-8672-92C5-1013-9A2953E109A3}"/>
                  </a:ext>
                </a:extLst>
              </p:cNvPr>
              <p:cNvSpPr/>
              <p:nvPr/>
            </p:nvSpPr>
            <p:spPr>
              <a:xfrm>
                <a:off x="3766939" y="3257745"/>
                <a:ext cx="63500" cy="63500"/>
              </a:xfrm>
              <a:custGeom>
                <a:avLst/>
                <a:gdLst>
                  <a:gd name="csX0" fmla="*/ 31869 w 63500"/>
                  <a:gd name="csY0" fmla="*/ 63701 h 63500"/>
                  <a:gd name="csX1" fmla="*/ 54320 w 63500"/>
                  <a:gd name="csY1" fmla="*/ 54401 h 63500"/>
                  <a:gd name="csX2" fmla="*/ 63619 w 63500"/>
                  <a:gd name="csY2" fmla="*/ 31951 h 63500"/>
                  <a:gd name="csX3" fmla="*/ 54320 w 63500"/>
                  <a:gd name="csY3" fmla="*/ 9500 h 63500"/>
                  <a:gd name="csX4" fmla="*/ 31869 w 63500"/>
                  <a:gd name="csY4" fmla="*/ 201 h 63500"/>
                  <a:gd name="csX5" fmla="*/ 9418 w 63500"/>
                  <a:gd name="csY5" fmla="*/ 9500 h 63500"/>
                  <a:gd name="csX6" fmla="*/ 119 w 63500"/>
                  <a:gd name="csY6" fmla="*/ 31951 h 63500"/>
                  <a:gd name="csX7" fmla="*/ 9418 w 63500"/>
                  <a:gd name="csY7" fmla="*/ 54401 h 63500"/>
                  <a:gd name="csX8" fmla="*/ 31869 w 63500"/>
                  <a:gd name="csY8" fmla="*/ 6370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69" y="63701"/>
                    </a:moveTo>
                    <a:cubicBezTo>
                      <a:pt x="40289" y="63701"/>
                      <a:pt x="48366" y="60355"/>
                      <a:pt x="54320" y="54401"/>
                    </a:cubicBezTo>
                    <a:cubicBezTo>
                      <a:pt x="60274" y="48447"/>
                      <a:pt x="63619" y="40371"/>
                      <a:pt x="63619" y="31951"/>
                    </a:cubicBezTo>
                    <a:cubicBezTo>
                      <a:pt x="63619" y="23530"/>
                      <a:pt x="60274" y="15454"/>
                      <a:pt x="54320" y="9500"/>
                    </a:cubicBezTo>
                    <a:cubicBezTo>
                      <a:pt x="48366" y="3546"/>
                      <a:pt x="40289" y="201"/>
                      <a:pt x="31869" y="201"/>
                    </a:cubicBezTo>
                    <a:cubicBezTo>
                      <a:pt x="23449" y="201"/>
                      <a:pt x="15372" y="3546"/>
                      <a:pt x="9418" y="9500"/>
                    </a:cubicBezTo>
                    <a:cubicBezTo>
                      <a:pt x="3464" y="15454"/>
                      <a:pt x="119" y="23530"/>
                      <a:pt x="119" y="31951"/>
                    </a:cubicBezTo>
                    <a:cubicBezTo>
                      <a:pt x="119" y="40371"/>
                      <a:pt x="3464" y="48447"/>
                      <a:pt x="9418" y="54401"/>
                    </a:cubicBezTo>
                    <a:cubicBezTo>
                      <a:pt x="15372" y="60355"/>
                      <a:pt x="23449" y="63701"/>
                      <a:pt x="31869" y="63701"/>
                    </a:cubicBezTo>
                    <a:close/>
                  </a:path>
                </a:pathLst>
              </a:custGeom>
              <a:solidFill>
                <a:srgbClr val="67B57B"/>
              </a:solidFill>
              <a:ln w="3175" cap="flat">
                <a:solidFill>
                  <a:srgbClr val="FFFFFF"/>
                </a:solidFill>
                <a:prstDash val="solid"/>
                <a:round/>
              </a:ln>
            </p:spPr>
            <p:txBody>
              <a:bodyPr/>
              <a:lstStyle/>
              <a:p>
                <a:endParaRPr lang="en-US"/>
              </a:p>
            </p:txBody>
          </p:sp>
          <p:sp>
            <p:nvSpPr>
              <p:cNvPr id="204" name="Freeform: Shape 203">
                <a:extLst>
                  <a:ext uri="{FF2B5EF4-FFF2-40B4-BE49-F238E27FC236}">
                    <a16:creationId xmlns:a16="http://schemas.microsoft.com/office/drawing/2014/main" id="{C612A466-1F4F-839E-A0B2-E0825B7D44FE}"/>
                  </a:ext>
                </a:extLst>
              </p:cNvPr>
              <p:cNvSpPr/>
              <p:nvPr/>
            </p:nvSpPr>
            <p:spPr>
              <a:xfrm>
                <a:off x="3803530" y="3235828"/>
                <a:ext cx="63500" cy="63500"/>
              </a:xfrm>
              <a:custGeom>
                <a:avLst/>
                <a:gdLst>
                  <a:gd name="csX0" fmla="*/ 31872 w 63500"/>
                  <a:gd name="csY0" fmla="*/ 63699 h 63500"/>
                  <a:gd name="csX1" fmla="*/ 54323 w 63500"/>
                  <a:gd name="csY1" fmla="*/ 54399 h 63500"/>
                  <a:gd name="csX2" fmla="*/ 63622 w 63500"/>
                  <a:gd name="csY2" fmla="*/ 31949 h 63500"/>
                  <a:gd name="csX3" fmla="*/ 54323 w 63500"/>
                  <a:gd name="csY3" fmla="*/ 9498 h 63500"/>
                  <a:gd name="csX4" fmla="*/ 31872 w 63500"/>
                  <a:gd name="csY4" fmla="*/ 199 h 63500"/>
                  <a:gd name="csX5" fmla="*/ 9421 w 63500"/>
                  <a:gd name="csY5" fmla="*/ 9498 h 63500"/>
                  <a:gd name="csX6" fmla="*/ 122 w 63500"/>
                  <a:gd name="csY6" fmla="*/ 31949 h 63500"/>
                  <a:gd name="csX7" fmla="*/ 9421 w 63500"/>
                  <a:gd name="csY7" fmla="*/ 54399 h 63500"/>
                  <a:gd name="csX8" fmla="*/ 31872 w 63500"/>
                  <a:gd name="csY8" fmla="*/ 6369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72" y="63699"/>
                    </a:moveTo>
                    <a:cubicBezTo>
                      <a:pt x="40292" y="63699"/>
                      <a:pt x="48369" y="60353"/>
                      <a:pt x="54323" y="54399"/>
                    </a:cubicBezTo>
                    <a:cubicBezTo>
                      <a:pt x="60277" y="48445"/>
                      <a:pt x="63622" y="40369"/>
                      <a:pt x="63622" y="31949"/>
                    </a:cubicBezTo>
                    <a:cubicBezTo>
                      <a:pt x="63622" y="23529"/>
                      <a:pt x="60277" y="15452"/>
                      <a:pt x="54323" y="9498"/>
                    </a:cubicBezTo>
                    <a:cubicBezTo>
                      <a:pt x="48369" y="3544"/>
                      <a:pt x="40292" y="199"/>
                      <a:pt x="31872" y="199"/>
                    </a:cubicBezTo>
                    <a:cubicBezTo>
                      <a:pt x="23452" y="199"/>
                      <a:pt x="15375" y="3544"/>
                      <a:pt x="9421" y="9498"/>
                    </a:cubicBezTo>
                    <a:cubicBezTo>
                      <a:pt x="3467" y="15452"/>
                      <a:pt x="122" y="23529"/>
                      <a:pt x="122" y="31949"/>
                    </a:cubicBezTo>
                    <a:cubicBezTo>
                      <a:pt x="122" y="40369"/>
                      <a:pt x="3467" y="48445"/>
                      <a:pt x="9421" y="54399"/>
                    </a:cubicBezTo>
                    <a:cubicBezTo>
                      <a:pt x="15375" y="60353"/>
                      <a:pt x="23452" y="63699"/>
                      <a:pt x="31872" y="63699"/>
                    </a:cubicBezTo>
                    <a:close/>
                  </a:path>
                </a:pathLst>
              </a:custGeom>
              <a:solidFill>
                <a:srgbClr val="67B57B"/>
              </a:solidFill>
              <a:ln w="3175" cap="flat">
                <a:solidFill>
                  <a:srgbClr val="FFFFFF"/>
                </a:solidFill>
                <a:prstDash val="solid"/>
                <a:round/>
              </a:ln>
            </p:spPr>
            <p:txBody>
              <a:bodyPr/>
              <a:lstStyle/>
              <a:p>
                <a:endParaRPr lang="en-US"/>
              </a:p>
            </p:txBody>
          </p:sp>
          <p:sp>
            <p:nvSpPr>
              <p:cNvPr id="205" name="Freeform: Shape 204">
                <a:extLst>
                  <a:ext uri="{FF2B5EF4-FFF2-40B4-BE49-F238E27FC236}">
                    <a16:creationId xmlns:a16="http://schemas.microsoft.com/office/drawing/2014/main" id="{1A8FFD2A-6443-7E32-9FC2-7108A307B647}"/>
                  </a:ext>
                </a:extLst>
              </p:cNvPr>
              <p:cNvSpPr/>
              <p:nvPr/>
            </p:nvSpPr>
            <p:spPr>
              <a:xfrm>
                <a:off x="3850981" y="3213912"/>
                <a:ext cx="63500" cy="63500"/>
              </a:xfrm>
              <a:custGeom>
                <a:avLst/>
                <a:gdLst>
                  <a:gd name="csX0" fmla="*/ 31876 w 63500"/>
                  <a:gd name="csY0" fmla="*/ 63697 h 63500"/>
                  <a:gd name="csX1" fmla="*/ 54326 w 63500"/>
                  <a:gd name="csY1" fmla="*/ 54398 h 63500"/>
                  <a:gd name="csX2" fmla="*/ 63626 w 63500"/>
                  <a:gd name="csY2" fmla="*/ 31947 h 63500"/>
                  <a:gd name="csX3" fmla="*/ 54326 w 63500"/>
                  <a:gd name="csY3" fmla="*/ 9496 h 63500"/>
                  <a:gd name="csX4" fmla="*/ 31876 w 63500"/>
                  <a:gd name="csY4" fmla="*/ 197 h 63500"/>
                  <a:gd name="csX5" fmla="*/ 9425 w 63500"/>
                  <a:gd name="csY5" fmla="*/ 9496 h 63500"/>
                  <a:gd name="csX6" fmla="*/ 126 w 63500"/>
                  <a:gd name="csY6" fmla="*/ 31947 h 63500"/>
                  <a:gd name="csX7" fmla="*/ 9425 w 63500"/>
                  <a:gd name="csY7" fmla="*/ 54398 h 63500"/>
                  <a:gd name="csX8" fmla="*/ 31876 w 63500"/>
                  <a:gd name="csY8" fmla="*/ 6369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76" y="63697"/>
                    </a:moveTo>
                    <a:cubicBezTo>
                      <a:pt x="40296" y="63697"/>
                      <a:pt x="48372" y="60352"/>
                      <a:pt x="54326" y="54398"/>
                    </a:cubicBezTo>
                    <a:cubicBezTo>
                      <a:pt x="60280" y="48444"/>
                      <a:pt x="63626" y="40367"/>
                      <a:pt x="63626" y="31947"/>
                    </a:cubicBezTo>
                    <a:cubicBezTo>
                      <a:pt x="63626" y="23527"/>
                      <a:pt x="60280" y="15450"/>
                      <a:pt x="54326" y="9496"/>
                    </a:cubicBezTo>
                    <a:cubicBezTo>
                      <a:pt x="48372" y="3542"/>
                      <a:pt x="40296" y="197"/>
                      <a:pt x="31876" y="197"/>
                    </a:cubicBezTo>
                    <a:cubicBezTo>
                      <a:pt x="23456" y="197"/>
                      <a:pt x="15379" y="3542"/>
                      <a:pt x="9425" y="9496"/>
                    </a:cubicBezTo>
                    <a:cubicBezTo>
                      <a:pt x="3471" y="15450"/>
                      <a:pt x="126" y="23527"/>
                      <a:pt x="126" y="31947"/>
                    </a:cubicBezTo>
                    <a:cubicBezTo>
                      <a:pt x="126" y="40367"/>
                      <a:pt x="3471" y="48444"/>
                      <a:pt x="9425" y="54398"/>
                    </a:cubicBezTo>
                    <a:cubicBezTo>
                      <a:pt x="15379" y="60352"/>
                      <a:pt x="23456" y="63697"/>
                      <a:pt x="31876" y="63697"/>
                    </a:cubicBezTo>
                    <a:close/>
                  </a:path>
                </a:pathLst>
              </a:custGeom>
              <a:solidFill>
                <a:srgbClr val="67B57B"/>
              </a:solidFill>
              <a:ln w="3175" cap="flat">
                <a:solidFill>
                  <a:srgbClr val="FFFFFF"/>
                </a:solidFill>
                <a:prstDash val="solid"/>
                <a:round/>
              </a:ln>
            </p:spPr>
            <p:txBody>
              <a:bodyPr/>
              <a:lstStyle/>
              <a:p>
                <a:endParaRPr lang="en-US"/>
              </a:p>
            </p:txBody>
          </p:sp>
          <p:sp>
            <p:nvSpPr>
              <p:cNvPr id="206" name="Freeform: Shape 205">
                <a:extLst>
                  <a:ext uri="{FF2B5EF4-FFF2-40B4-BE49-F238E27FC236}">
                    <a16:creationId xmlns:a16="http://schemas.microsoft.com/office/drawing/2014/main" id="{1EBD2FAA-67BE-8C7E-A879-F9B6DF029086}"/>
                  </a:ext>
                </a:extLst>
              </p:cNvPr>
              <p:cNvSpPr/>
              <p:nvPr/>
            </p:nvSpPr>
            <p:spPr>
              <a:xfrm>
                <a:off x="3889476" y="3191995"/>
                <a:ext cx="63500" cy="63500"/>
              </a:xfrm>
              <a:custGeom>
                <a:avLst/>
                <a:gdLst>
                  <a:gd name="csX0" fmla="*/ 31879 w 63500"/>
                  <a:gd name="csY0" fmla="*/ 63695 h 63500"/>
                  <a:gd name="csX1" fmla="*/ 54329 w 63500"/>
                  <a:gd name="csY1" fmla="*/ 54396 h 63500"/>
                  <a:gd name="csX2" fmla="*/ 63629 w 63500"/>
                  <a:gd name="csY2" fmla="*/ 31945 h 63500"/>
                  <a:gd name="csX3" fmla="*/ 54329 w 63500"/>
                  <a:gd name="csY3" fmla="*/ 9495 h 63500"/>
                  <a:gd name="csX4" fmla="*/ 31879 w 63500"/>
                  <a:gd name="csY4" fmla="*/ 195 h 63500"/>
                  <a:gd name="csX5" fmla="*/ 9428 w 63500"/>
                  <a:gd name="csY5" fmla="*/ 9495 h 63500"/>
                  <a:gd name="csX6" fmla="*/ 129 w 63500"/>
                  <a:gd name="csY6" fmla="*/ 31945 h 63500"/>
                  <a:gd name="csX7" fmla="*/ 9428 w 63500"/>
                  <a:gd name="csY7" fmla="*/ 54396 h 63500"/>
                  <a:gd name="csX8" fmla="*/ 31879 w 63500"/>
                  <a:gd name="csY8" fmla="*/ 6369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79" y="63695"/>
                    </a:moveTo>
                    <a:cubicBezTo>
                      <a:pt x="40299" y="63695"/>
                      <a:pt x="48375" y="60350"/>
                      <a:pt x="54329" y="54396"/>
                    </a:cubicBezTo>
                    <a:cubicBezTo>
                      <a:pt x="60283" y="48442"/>
                      <a:pt x="63629" y="40366"/>
                      <a:pt x="63629" y="31945"/>
                    </a:cubicBezTo>
                    <a:cubicBezTo>
                      <a:pt x="63629" y="23525"/>
                      <a:pt x="60283" y="15449"/>
                      <a:pt x="54329" y="9495"/>
                    </a:cubicBezTo>
                    <a:cubicBezTo>
                      <a:pt x="48375" y="3541"/>
                      <a:pt x="40299" y="195"/>
                      <a:pt x="31879" y="195"/>
                    </a:cubicBezTo>
                    <a:cubicBezTo>
                      <a:pt x="23459" y="195"/>
                      <a:pt x="15382" y="3541"/>
                      <a:pt x="9428" y="9495"/>
                    </a:cubicBezTo>
                    <a:cubicBezTo>
                      <a:pt x="3474" y="15449"/>
                      <a:pt x="129" y="23525"/>
                      <a:pt x="129" y="31945"/>
                    </a:cubicBezTo>
                    <a:cubicBezTo>
                      <a:pt x="129" y="40366"/>
                      <a:pt x="3474" y="48442"/>
                      <a:pt x="9428" y="54396"/>
                    </a:cubicBezTo>
                    <a:cubicBezTo>
                      <a:pt x="15382" y="60350"/>
                      <a:pt x="23459" y="63695"/>
                      <a:pt x="31879" y="63695"/>
                    </a:cubicBezTo>
                    <a:close/>
                  </a:path>
                </a:pathLst>
              </a:custGeom>
              <a:solidFill>
                <a:srgbClr val="67B57B"/>
              </a:solidFill>
              <a:ln w="3175" cap="flat">
                <a:solidFill>
                  <a:srgbClr val="FFFFFF"/>
                </a:solidFill>
                <a:prstDash val="solid"/>
                <a:round/>
              </a:ln>
            </p:spPr>
            <p:txBody>
              <a:bodyPr/>
              <a:lstStyle/>
              <a:p>
                <a:endParaRPr lang="en-US"/>
              </a:p>
            </p:txBody>
          </p:sp>
          <p:sp>
            <p:nvSpPr>
              <p:cNvPr id="207" name="Freeform: Shape 206">
                <a:extLst>
                  <a:ext uri="{FF2B5EF4-FFF2-40B4-BE49-F238E27FC236}">
                    <a16:creationId xmlns:a16="http://schemas.microsoft.com/office/drawing/2014/main" id="{75D1D553-B717-EEB3-A15E-337D1C181829}"/>
                  </a:ext>
                </a:extLst>
              </p:cNvPr>
              <p:cNvSpPr/>
              <p:nvPr/>
            </p:nvSpPr>
            <p:spPr>
              <a:xfrm>
                <a:off x="3925381" y="3170079"/>
                <a:ext cx="63500" cy="63500"/>
              </a:xfrm>
              <a:custGeom>
                <a:avLst/>
                <a:gdLst>
                  <a:gd name="csX0" fmla="*/ 31882 w 63500"/>
                  <a:gd name="csY0" fmla="*/ 63694 h 63500"/>
                  <a:gd name="csX1" fmla="*/ 54332 w 63500"/>
                  <a:gd name="csY1" fmla="*/ 54394 h 63500"/>
                  <a:gd name="csX2" fmla="*/ 63632 w 63500"/>
                  <a:gd name="csY2" fmla="*/ 31944 h 63500"/>
                  <a:gd name="csX3" fmla="*/ 54332 w 63500"/>
                  <a:gd name="csY3" fmla="*/ 9493 h 63500"/>
                  <a:gd name="csX4" fmla="*/ 31882 w 63500"/>
                  <a:gd name="csY4" fmla="*/ 194 h 63500"/>
                  <a:gd name="csX5" fmla="*/ 9431 w 63500"/>
                  <a:gd name="csY5" fmla="*/ 9493 h 63500"/>
                  <a:gd name="csX6" fmla="*/ 132 w 63500"/>
                  <a:gd name="csY6" fmla="*/ 31944 h 63500"/>
                  <a:gd name="csX7" fmla="*/ 9431 w 63500"/>
                  <a:gd name="csY7" fmla="*/ 54394 h 63500"/>
                  <a:gd name="csX8" fmla="*/ 31882 w 63500"/>
                  <a:gd name="csY8" fmla="*/ 6369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82" y="63694"/>
                    </a:moveTo>
                    <a:cubicBezTo>
                      <a:pt x="40302" y="63694"/>
                      <a:pt x="48378" y="60348"/>
                      <a:pt x="54332" y="54394"/>
                    </a:cubicBezTo>
                    <a:cubicBezTo>
                      <a:pt x="60286" y="48440"/>
                      <a:pt x="63632" y="40364"/>
                      <a:pt x="63632" y="31944"/>
                    </a:cubicBezTo>
                    <a:cubicBezTo>
                      <a:pt x="63632" y="23523"/>
                      <a:pt x="60286" y="15447"/>
                      <a:pt x="54332" y="9493"/>
                    </a:cubicBezTo>
                    <a:cubicBezTo>
                      <a:pt x="48378" y="3539"/>
                      <a:pt x="40302" y="194"/>
                      <a:pt x="31882" y="194"/>
                    </a:cubicBezTo>
                    <a:cubicBezTo>
                      <a:pt x="23461" y="194"/>
                      <a:pt x="15385" y="3539"/>
                      <a:pt x="9431" y="9493"/>
                    </a:cubicBezTo>
                    <a:cubicBezTo>
                      <a:pt x="3477" y="15447"/>
                      <a:pt x="132" y="23523"/>
                      <a:pt x="132" y="31944"/>
                    </a:cubicBezTo>
                    <a:cubicBezTo>
                      <a:pt x="132" y="40364"/>
                      <a:pt x="3477" y="48440"/>
                      <a:pt x="9431" y="54394"/>
                    </a:cubicBezTo>
                    <a:cubicBezTo>
                      <a:pt x="15385" y="60348"/>
                      <a:pt x="23461" y="63694"/>
                      <a:pt x="31882" y="63694"/>
                    </a:cubicBezTo>
                    <a:close/>
                  </a:path>
                </a:pathLst>
              </a:custGeom>
              <a:solidFill>
                <a:srgbClr val="67B57B"/>
              </a:solidFill>
              <a:ln w="3175" cap="flat">
                <a:solidFill>
                  <a:srgbClr val="FFFFFF"/>
                </a:solidFill>
                <a:prstDash val="solid"/>
                <a:round/>
              </a:ln>
            </p:spPr>
            <p:txBody>
              <a:bodyPr/>
              <a:lstStyle/>
              <a:p>
                <a:endParaRPr lang="en-US"/>
              </a:p>
            </p:txBody>
          </p:sp>
          <p:sp>
            <p:nvSpPr>
              <p:cNvPr id="208" name="Freeform: Shape 207">
                <a:extLst>
                  <a:ext uri="{FF2B5EF4-FFF2-40B4-BE49-F238E27FC236}">
                    <a16:creationId xmlns:a16="http://schemas.microsoft.com/office/drawing/2014/main" id="{58A3A2AF-38DA-ED95-E86E-AF833C77EECF}"/>
                  </a:ext>
                </a:extLst>
              </p:cNvPr>
              <p:cNvSpPr/>
              <p:nvPr/>
            </p:nvSpPr>
            <p:spPr>
              <a:xfrm>
                <a:off x="3954536" y="3148162"/>
                <a:ext cx="63500" cy="63500"/>
              </a:xfrm>
              <a:custGeom>
                <a:avLst/>
                <a:gdLst>
                  <a:gd name="csX0" fmla="*/ 31884 w 63500"/>
                  <a:gd name="csY0" fmla="*/ 63692 h 63500"/>
                  <a:gd name="csX1" fmla="*/ 54335 w 63500"/>
                  <a:gd name="csY1" fmla="*/ 54393 h 63500"/>
                  <a:gd name="csX2" fmla="*/ 63634 w 63500"/>
                  <a:gd name="csY2" fmla="*/ 31942 h 63500"/>
                  <a:gd name="csX3" fmla="*/ 54335 w 63500"/>
                  <a:gd name="csY3" fmla="*/ 9491 h 63500"/>
                  <a:gd name="csX4" fmla="*/ 31884 w 63500"/>
                  <a:gd name="csY4" fmla="*/ 192 h 63500"/>
                  <a:gd name="csX5" fmla="*/ 9433 w 63500"/>
                  <a:gd name="csY5" fmla="*/ 9491 h 63500"/>
                  <a:gd name="csX6" fmla="*/ 134 w 63500"/>
                  <a:gd name="csY6" fmla="*/ 31942 h 63500"/>
                  <a:gd name="csX7" fmla="*/ 9433 w 63500"/>
                  <a:gd name="csY7" fmla="*/ 54393 h 63500"/>
                  <a:gd name="csX8" fmla="*/ 31884 w 63500"/>
                  <a:gd name="csY8" fmla="*/ 6369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84" y="63692"/>
                    </a:moveTo>
                    <a:cubicBezTo>
                      <a:pt x="40304" y="63692"/>
                      <a:pt x="48381" y="60347"/>
                      <a:pt x="54335" y="54393"/>
                    </a:cubicBezTo>
                    <a:cubicBezTo>
                      <a:pt x="60288" y="48439"/>
                      <a:pt x="63634" y="40362"/>
                      <a:pt x="63634" y="31942"/>
                    </a:cubicBezTo>
                    <a:cubicBezTo>
                      <a:pt x="63634" y="23522"/>
                      <a:pt x="60288" y="15445"/>
                      <a:pt x="54335" y="9491"/>
                    </a:cubicBezTo>
                    <a:cubicBezTo>
                      <a:pt x="48381" y="3537"/>
                      <a:pt x="40304" y="192"/>
                      <a:pt x="31884" y="192"/>
                    </a:cubicBezTo>
                    <a:cubicBezTo>
                      <a:pt x="23464" y="192"/>
                      <a:pt x="15387" y="3537"/>
                      <a:pt x="9433" y="9491"/>
                    </a:cubicBezTo>
                    <a:cubicBezTo>
                      <a:pt x="3479" y="15445"/>
                      <a:pt x="134" y="23522"/>
                      <a:pt x="134" y="31942"/>
                    </a:cubicBezTo>
                    <a:cubicBezTo>
                      <a:pt x="134" y="40362"/>
                      <a:pt x="3479" y="48439"/>
                      <a:pt x="9433" y="54393"/>
                    </a:cubicBezTo>
                    <a:cubicBezTo>
                      <a:pt x="15387" y="60347"/>
                      <a:pt x="23464" y="63692"/>
                      <a:pt x="31884" y="63692"/>
                    </a:cubicBezTo>
                    <a:close/>
                  </a:path>
                </a:pathLst>
              </a:custGeom>
              <a:solidFill>
                <a:srgbClr val="67B57B"/>
              </a:solidFill>
              <a:ln w="3175" cap="flat">
                <a:solidFill>
                  <a:srgbClr val="FFFFFF"/>
                </a:solidFill>
                <a:prstDash val="solid"/>
                <a:round/>
              </a:ln>
            </p:spPr>
            <p:txBody>
              <a:bodyPr/>
              <a:lstStyle/>
              <a:p>
                <a:endParaRPr lang="en-US"/>
              </a:p>
            </p:txBody>
          </p:sp>
          <p:sp>
            <p:nvSpPr>
              <p:cNvPr id="209" name="Freeform: Shape 208">
                <a:extLst>
                  <a:ext uri="{FF2B5EF4-FFF2-40B4-BE49-F238E27FC236}">
                    <a16:creationId xmlns:a16="http://schemas.microsoft.com/office/drawing/2014/main" id="{716BDD8F-1055-CAB5-247F-B55032C95813}"/>
                  </a:ext>
                </a:extLst>
              </p:cNvPr>
              <p:cNvSpPr/>
              <p:nvPr/>
            </p:nvSpPr>
            <p:spPr>
              <a:xfrm>
                <a:off x="3978162" y="3126246"/>
                <a:ext cx="63500" cy="63500"/>
              </a:xfrm>
              <a:custGeom>
                <a:avLst/>
                <a:gdLst>
                  <a:gd name="csX0" fmla="*/ 31886 w 63500"/>
                  <a:gd name="csY0" fmla="*/ 63690 h 63500"/>
                  <a:gd name="csX1" fmla="*/ 54336 w 63500"/>
                  <a:gd name="csY1" fmla="*/ 54391 h 63500"/>
                  <a:gd name="csX2" fmla="*/ 63636 w 63500"/>
                  <a:gd name="csY2" fmla="*/ 31940 h 63500"/>
                  <a:gd name="csX3" fmla="*/ 54336 w 63500"/>
                  <a:gd name="csY3" fmla="*/ 9490 h 63500"/>
                  <a:gd name="csX4" fmla="*/ 31886 w 63500"/>
                  <a:gd name="csY4" fmla="*/ 190 h 63500"/>
                  <a:gd name="csX5" fmla="*/ 9435 w 63500"/>
                  <a:gd name="csY5" fmla="*/ 9490 h 63500"/>
                  <a:gd name="csX6" fmla="*/ 136 w 63500"/>
                  <a:gd name="csY6" fmla="*/ 31940 h 63500"/>
                  <a:gd name="csX7" fmla="*/ 9435 w 63500"/>
                  <a:gd name="csY7" fmla="*/ 54391 h 63500"/>
                  <a:gd name="csX8" fmla="*/ 31886 w 63500"/>
                  <a:gd name="csY8" fmla="*/ 6369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86" y="63690"/>
                    </a:moveTo>
                    <a:cubicBezTo>
                      <a:pt x="40306" y="63690"/>
                      <a:pt x="48382" y="60345"/>
                      <a:pt x="54336" y="54391"/>
                    </a:cubicBezTo>
                    <a:cubicBezTo>
                      <a:pt x="60290" y="48437"/>
                      <a:pt x="63636" y="40360"/>
                      <a:pt x="63636" y="31940"/>
                    </a:cubicBezTo>
                    <a:cubicBezTo>
                      <a:pt x="63636" y="23520"/>
                      <a:pt x="60290" y="15443"/>
                      <a:pt x="54336" y="9490"/>
                    </a:cubicBezTo>
                    <a:cubicBezTo>
                      <a:pt x="48382" y="3536"/>
                      <a:pt x="40306" y="190"/>
                      <a:pt x="31886" y="190"/>
                    </a:cubicBezTo>
                    <a:cubicBezTo>
                      <a:pt x="23466" y="190"/>
                      <a:pt x="15389" y="3536"/>
                      <a:pt x="9435" y="9490"/>
                    </a:cubicBezTo>
                    <a:cubicBezTo>
                      <a:pt x="3481" y="15443"/>
                      <a:pt x="136" y="23520"/>
                      <a:pt x="136" y="31940"/>
                    </a:cubicBezTo>
                    <a:cubicBezTo>
                      <a:pt x="136" y="40360"/>
                      <a:pt x="3481" y="48437"/>
                      <a:pt x="9435" y="54391"/>
                    </a:cubicBezTo>
                    <a:cubicBezTo>
                      <a:pt x="15389" y="60345"/>
                      <a:pt x="23466" y="63690"/>
                      <a:pt x="31886" y="63690"/>
                    </a:cubicBezTo>
                    <a:close/>
                  </a:path>
                </a:pathLst>
              </a:custGeom>
              <a:solidFill>
                <a:srgbClr val="67B57B"/>
              </a:solidFill>
              <a:ln w="3175" cap="flat">
                <a:solidFill>
                  <a:srgbClr val="FFFFFF"/>
                </a:solidFill>
                <a:prstDash val="solid"/>
                <a:round/>
              </a:ln>
            </p:spPr>
            <p:txBody>
              <a:bodyPr/>
              <a:lstStyle/>
              <a:p>
                <a:endParaRPr lang="en-US"/>
              </a:p>
            </p:txBody>
          </p:sp>
          <p:sp>
            <p:nvSpPr>
              <p:cNvPr id="210" name="Freeform: Shape 209">
                <a:extLst>
                  <a:ext uri="{FF2B5EF4-FFF2-40B4-BE49-F238E27FC236}">
                    <a16:creationId xmlns:a16="http://schemas.microsoft.com/office/drawing/2014/main" id="{580A578C-0478-10AA-B8AE-D769177AD0D7}"/>
                  </a:ext>
                </a:extLst>
              </p:cNvPr>
              <p:cNvSpPr/>
              <p:nvPr/>
            </p:nvSpPr>
            <p:spPr>
              <a:xfrm>
                <a:off x="3999529" y="3104329"/>
                <a:ext cx="63500" cy="63500"/>
              </a:xfrm>
              <a:custGeom>
                <a:avLst/>
                <a:gdLst>
                  <a:gd name="csX0" fmla="*/ 31887 w 63500"/>
                  <a:gd name="csY0" fmla="*/ 63688 h 63500"/>
                  <a:gd name="csX1" fmla="*/ 54338 w 63500"/>
                  <a:gd name="csY1" fmla="*/ 54389 h 63500"/>
                  <a:gd name="csX2" fmla="*/ 63637 w 63500"/>
                  <a:gd name="csY2" fmla="*/ 31938 h 63500"/>
                  <a:gd name="csX3" fmla="*/ 54338 w 63500"/>
                  <a:gd name="csY3" fmla="*/ 9488 h 63500"/>
                  <a:gd name="csX4" fmla="*/ 31887 w 63500"/>
                  <a:gd name="csY4" fmla="*/ 188 h 63500"/>
                  <a:gd name="csX5" fmla="*/ 9437 w 63500"/>
                  <a:gd name="csY5" fmla="*/ 9488 h 63500"/>
                  <a:gd name="csX6" fmla="*/ 137 w 63500"/>
                  <a:gd name="csY6" fmla="*/ 31938 h 63500"/>
                  <a:gd name="csX7" fmla="*/ 9437 w 63500"/>
                  <a:gd name="csY7" fmla="*/ 54389 h 63500"/>
                  <a:gd name="csX8" fmla="*/ 31887 w 63500"/>
                  <a:gd name="csY8" fmla="*/ 6368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87" y="63688"/>
                    </a:moveTo>
                    <a:cubicBezTo>
                      <a:pt x="40308" y="63688"/>
                      <a:pt x="48384" y="60343"/>
                      <a:pt x="54338" y="54389"/>
                    </a:cubicBezTo>
                    <a:cubicBezTo>
                      <a:pt x="60292" y="48435"/>
                      <a:pt x="63637" y="40359"/>
                      <a:pt x="63637" y="31938"/>
                    </a:cubicBezTo>
                    <a:cubicBezTo>
                      <a:pt x="63637" y="23518"/>
                      <a:pt x="60292" y="15442"/>
                      <a:pt x="54338" y="9488"/>
                    </a:cubicBezTo>
                    <a:cubicBezTo>
                      <a:pt x="48384" y="3534"/>
                      <a:pt x="40308" y="188"/>
                      <a:pt x="31887" y="188"/>
                    </a:cubicBezTo>
                    <a:cubicBezTo>
                      <a:pt x="23467" y="188"/>
                      <a:pt x="15391" y="3534"/>
                      <a:pt x="9437" y="9488"/>
                    </a:cubicBezTo>
                    <a:cubicBezTo>
                      <a:pt x="3483" y="15442"/>
                      <a:pt x="137" y="23518"/>
                      <a:pt x="137" y="31938"/>
                    </a:cubicBezTo>
                    <a:cubicBezTo>
                      <a:pt x="137" y="40359"/>
                      <a:pt x="3483" y="48435"/>
                      <a:pt x="9437" y="54389"/>
                    </a:cubicBezTo>
                    <a:cubicBezTo>
                      <a:pt x="15391" y="60343"/>
                      <a:pt x="23467" y="63688"/>
                      <a:pt x="31887" y="63688"/>
                    </a:cubicBezTo>
                    <a:close/>
                  </a:path>
                </a:pathLst>
              </a:custGeom>
              <a:solidFill>
                <a:srgbClr val="67B57B"/>
              </a:solidFill>
              <a:ln w="3175" cap="flat">
                <a:solidFill>
                  <a:srgbClr val="FFFFFF"/>
                </a:solidFill>
                <a:prstDash val="solid"/>
                <a:round/>
              </a:ln>
            </p:spPr>
            <p:txBody>
              <a:bodyPr/>
              <a:lstStyle/>
              <a:p>
                <a:endParaRPr lang="en-US"/>
              </a:p>
            </p:txBody>
          </p:sp>
          <p:sp>
            <p:nvSpPr>
              <p:cNvPr id="211" name="Freeform: Shape 210">
                <a:extLst>
                  <a:ext uri="{FF2B5EF4-FFF2-40B4-BE49-F238E27FC236}">
                    <a16:creationId xmlns:a16="http://schemas.microsoft.com/office/drawing/2014/main" id="{7ACAAC61-CF8A-F28D-0E2C-E337D791E2E8}"/>
                  </a:ext>
                </a:extLst>
              </p:cNvPr>
              <p:cNvSpPr/>
              <p:nvPr/>
            </p:nvSpPr>
            <p:spPr>
              <a:xfrm>
                <a:off x="4024487" y="3082413"/>
                <a:ext cx="63500" cy="63500"/>
              </a:xfrm>
              <a:custGeom>
                <a:avLst/>
                <a:gdLst>
                  <a:gd name="csX0" fmla="*/ 31889 w 63500"/>
                  <a:gd name="csY0" fmla="*/ 63687 h 63500"/>
                  <a:gd name="csX1" fmla="*/ 54340 w 63500"/>
                  <a:gd name="csY1" fmla="*/ 54387 h 63500"/>
                  <a:gd name="csX2" fmla="*/ 63639 w 63500"/>
                  <a:gd name="csY2" fmla="*/ 31937 h 63500"/>
                  <a:gd name="csX3" fmla="*/ 54340 w 63500"/>
                  <a:gd name="csY3" fmla="*/ 9486 h 63500"/>
                  <a:gd name="csX4" fmla="*/ 31889 w 63500"/>
                  <a:gd name="csY4" fmla="*/ 187 h 63500"/>
                  <a:gd name="csX5" fmla="*/ 9439 w 63500"/>
                  <a:gd name="csY5" fmla="*/ 9486 h 63500"/>
                  <a:gd name="csX6" fmla="*/ 139 w 63500"/>
                  <a:gd name="csY6" fmla="*/ 31937 h 63500"/>
                  <a:gd name="csX7" fmla="*/ 9439 w 63500"/>
                  <a:gd name="csY7" fmla="*/ 54387 h 63500"/>
                  <a:gd name="csX8" fmla="*/ 31889 w 63500"/>
                  <a:gd name="csY8" fmla="*/ 6368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89" y="63687"/>
                    </a:moveTo>
                    <a:cubicBezTo>
                      <a:pt x="40310" y="63687"/>
                      <a:pt x="48386" y="60341"/>
                      <a:pt x="54340" y="54387"/>
                    </a:cubicBezTo>
                    <a:cubicBezTo>
                      <a:pt x="60294" y="48433"/>
                      <a:pt x="63639" y="40357"/>
                      <a:pt x="63639" y="31937"/>
                    </a:cubicBezTo>
                    <a:cubicBezTo>
                      <a:pt x="63639" y="23517"/>
                      <a:pt x="60294" y="15440"/>
                      <a:pt x="54340" y="9486"/>
                    </a:cubicBezTo>
                    <a:cubicBezTo>
                      <a:pt x="48386" y="3532"/>
                      <a:pt x="40310" y="187"/>
                      <a:pt x="31889" y="187"/>
                    </a:cubicBezTo>
                    <a:cubicBezTo>
                      <a:pt x="23469" y="187"/>
                      <a:pt x="15393" y="3532"/>
                      <a:pt x="9439" y="9486"/>
                    </a:cubicBezTo>
                    <a:cubicBezTo>
                      <a:pt x="3485" y="15440"/>
                      <a:pt x="139" y="23517"/>
                      <a:pt x="139" y="31937"/>
                    </a:cubicBezTo>
                    <a:cubicBezTo>
                      <a:pt x="139" y="40357"/>
                      <a:pt x="3485" y="48433"/>
                      <a:pt x="9439" y="54387"/>
                    </a:cubicBezTo>
                    <a:cubicBezTo>
                      <a:pt x="15393" y="60341"/>
                      <a:pt x="23469" y="63687"/>
                      <a:pt x="31889" y="63687"/>
                    </a:cubicBezTo>
                    <a:close/>
                  </a:path>
                </a:pathLst>
              </a:custGeom>
              <a:solidFill>
                <a:srgbClr val="67B57B"/>
              </a:solidFill>
              <a:ln w="3175" cap="flat">
                <a:solidFill>
                  <a:srgbClr val="FFFFFF"/>
                </a:solidFill>
                <a:prstDash val="solid"/>
                <a:round/>
              </a:ln>
            </p:spPr>
            <p:txBody>
              <a:bodyPr/>
              <a:lstStyle/>
              <a:p>
                <a:endParaRPr lang="en-US"/>
              </a:p>
            </p:txBody>
          </p:sp>
          <p:sp>
            <p:nvSpPr>
              <p:cNvPr id="212" name="Freeform: Shape 211">
                <a:extLst>
                  <a:ext uri="{FF2B5EF4-FFF2-40B4-BE49-F238E27FC236}">
                    <a16:creationId xmlns:a16="http://schemas.microsoft.com/office/drawing/2014/main" id="{C399F0DA-79E9-7654-BA5B-212C4DF41EBC}"/>
                  </a:ext>
                </a:extLst>
              </p:cNvPr>
              <p:cNvSpPr/>
              <p:nvPr/>
            </p:nvSpPr>
            <p:spPr>
              <a:xfrm>
                <a:off x="4051592" y="3060496"/>
                <a:ext cx="63500" cy="63500"/>
              </a:xfrm>
              <a:custGeom>
                <a:avLst/>
                <a:gdLst>
                  <a:gd name="csX0" fmla="*/ 31892 w 63500"/>
                  <a:gd name="csY0" fmla="*/ 63685 h 63500"/>
                  <a:gd name="csX1" fmla="*/ 54342 w 63500"/>
                  <a:gd name="csY1" fmla="*/ 54386 h 63500"/>
                  <a:gd name="csX2" fmla="*/ 63642 w 63500"/>
                  <a:gd name="csY2" fmla="*/ 31935 h 63500"/>
                  <a:gd name="csX3" fmla="*/ 54342 w 63500"/>
                  <a:gd name="csY3" fmla="*/ 9484 h 63500"/>
                  <a:gd name="csX4" fmla="*/ 31892 w 63500"/>
                  <a:gd name="csY4" fmla="*/ 185 h 63500"/>
                  <a:gd name="csX5" fmla="*/ 9441 w 63500"/>
                  <a:gd name="csY5" fmla="*/ 9484 h 63500"/>
                  <a:gd name="csX6" fmla="*/ 142 w 63500"/>
                  <a:gd name="csY6" fmla="*/ 31935 h 63500"/>
                  <a:gd name="csX7" fmla="*/ 9441 w 63500"/>
                  <a:gd name="csY7" fmla="*/ 54386 h 63500"/>
                  <a:gd name="csX8" fmla="*/ 31892 w 63500"/>
                  <a:gd name="csY8" fmla="*/ 6368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92" y="63685"/>
                    </a:moveTo>
                    <a:cubicBezTo>
                      <a:pt x="40312" y="63685"/>
                      <a:pt x="48388" y="60340"/>
                      <a:pt x="54342" y="54386"/>
                    </a:cubicBezTo>
                    <a:cubicBezTo>
                      <a:pt x="60296" y="48432"/>
                      <a:pt x="63642" y="40355"/>
                      <a:pt x="63642" y="31935"/>
                    </a:cubicBezTo>
                    <a:cubicBezTo>
                      <a:pt x="63642" y="23515"/>
                      <a:pt x="60296" y="15438"/>
                      <a:pt x="54342" y="9484"/>
                    </a:cubicBezTo>
                    <a:cubicBezTo>
                      <a:pt x="48388" y="3530"/>
                      <a:pt x="40312" y="185"/>
                      <a:pt x="31892" y="185"/>
                    </a:cubicBezTo>
                    <a:cubicBezTo>
                      <a:pt x="23471" y="185"/>
                      <a:pt x="15395" y="3530"/>
                      <a:pt x="9441" y="9484"/>
                    </a:cubicBezTo>
                    <a:cubicBezTo>
                      <a:pt x="3487" y="15438"/>
                      <a:pt x="142" y="23515"/>
                      <a:pt x="142" y="31935"/>
                    </a:cubicBezTo>
                    <a:cubicBezTo>
                      <a:pt x="142" y="40355"/>
                      <a:pt x="3487" y="48432"/>
                      <a:pt x="9441" y="54386"/>
                    </a:cubicBezTo>
                    <a:cubicBezTo>
                      <a:pt x="15395" y="60340"/>
                      <a:pt x="23471" y="63685"/>
                      <a:pt x="31892" y="63685"/>
                    </a:cubicBezTo>
                    <a:close/>
                  </a:path>
                </a:pathLst>
              </a:custGeom>
              <a:solidFill>
                <a:srgbClr val="67B57B"/>
              </a:solidFill>
              <a:ln w="3175" cap="flat">
                <a:solidFill>
                  <a:srgbClr val="FFFFFF"/>
                </a:solidFill>
                <a:prstDash val="solid"/>
                <a:round/>
              </a:ln>
            </p:spPr>
            <p:txBody>
              <a:bodyPr/>
              <a:lstStyle/>
              <a:p>
                <a:endParaRPr lang="en-US"/>
              </a:p>
            </p:txBody>
          </p:sp>
          <p:sp>
            <p:nvSpPr>
              <p:cNvPr id="213" name="Freeform: Shape 212">
                <a:extLst>
                  <a:ext uri="{FF2B5EF4-FFF2-40B4-BE49-F238E27FC236}">
                    <a16:creationId xmlns:a16="http://schemas.microsoft.com/office/drawing/2014/main" id="{A75EF8F2-9221-AD47-64B5-3E2A70AE15CE}"/>
                  </a:ext>
                </a:extLst>
              </p:cNvPr>
              <p:cNvSpPr/>
              <p:nvPr/>
            </p:nvSpPr>
            <p:spPr>
              <a:xfrm>
                <a:off x="4116246" y="3038580"/>
                <a:ext cx="63500" cy="63500"/>
              </a:xfrm>
              <a:custGeom>
                <a:avLst/>
                <a:gdLst>
                  <a:gd name="csX0" fmla="*/ 31897 w 63500"/>
                  <a:gd name="csY0" fmla="*/ 63683 h 63500"/>
                  <a:gd name="csX1" fmla="*/ 54347 w 63500"/>
                  <a:gd name="csY1" fmla="*/ 54384 h 63500"/>
                  <a:gd name="csX2" fmla="*/ 63647 w 63500"/>
                  <a:gd name="csY2" fmla="*/ 31933 h 63500"/>
                  <a:gd name="csX3" fmla="*/ 54347 w 63500"/>
                  <a:gd name="csY3" fmla="*/ 9483 h 63500"/>
                  <a:gd name="csX4" fmla="*/ 31897 w 63500"/>
                  <a:gd name="csY4" fmla="*/ 183 h 63500"/>
                  <a:gd name="csX5" fmla="*/ 9446 w 63500"/>
                  <a:gd name="csY5" fmla="*/ 9483 h 63500"/>
                  <a:gd name="csX6" fmla="*/ 147 w 63500"/>
                  <a:gd name="csY6" fmla="*/ 31933 h 63500"/>
                  <a:gd name="csX7" fmla="*/ 9446 w 63500"/>
                  <a:gd name="csY7" fmla="*/ 54384 h 63500"/>
                  <a:gd name="csX8" fmla="*/ 31897 w 63500"/>
                  <a:gd name="csY8" fmla="*/ 6368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897" y="63683"/>
                    </a:moveTo>
                    <a:cubicBezTo>
                      <a:pt x="40317" y="63683"/>
                      <a:pt x="48393" y="60338"/>
                      <a:pt x="54347" y="54384"/>
                    </a:cubicBezTo>
                    <a:cubicBezTo>
                      <a:pt x="60301" y="48430"/>
                      <a:pt x="63647" y="40353"/>
                      <a:pt x="63647" y="31933"/>
                    </a:cubicBezTo>
                    <a:cubicBezTo>
                      <a:pt x="63647" y="23513"/>
                      <a:pt x="60301" y="15437"/>
                      <a:pt x="54347" y="9483"/>
                    </a:cubicBezTo>
                    <a:cubicBezTo>
                      <a:pt x="48393" y="3529"/>
                      <a:pt x="40317" y="183"/>
                      <a:pt x="31897" y="183"/>
                    </a:cubicBezTo>
                    <a:cubicBezTo>
                      <a:pt x="23476" y="183"/>
                      <a:pt x="15400" y="3529"/>
                      <a:pt x="9446" y="9483"/>
                    </a:cubicBezTo>
                    <a:cubicBezTo>
                      <a:pt x="3492" y="15437"/>
                      <a:pt x="147" y="23513"/>
                      <a:pt x="147" y="31933"/>
                    </a:cubicBezTo>
                    <a:cubicBezTo>
                      <a:pt x="147" y="40353"/>
                      <a:pt x="3492" y="48430"/>
                      <a:pt x="9446" y="54384"/>
                    </a:cubicBezTo>
                    <a:cubicBezTo>
                      <a:pt x="15400" y="60338"/>
                      <a:pt x="23476" y="63683"/>
                      <a:pt x="31897" y="63683"/>
                    </a:cubicBezTo>
                    <a:close/>
                  </a:path>
                </a:pathLst>
              </a:custGeom>
              <a:solidFill>
                <a:srgbClr val="67B57B"/>
              </a:solidFill>
              <a:ln w="3175" cap="flat">
                <a:solidFill>
                  <a:srgbClr val="FFFFFF"/>
                </a:solidFill>
                <a:prstDash val="solid"/>
                <a:round/>
              </a:ln>
            </p:spPr>
            <p:txBody>
              <a:bodyPr/>
              <a:lstStyle/>
              <a:p>
                <a:endParaRPr lang="en-US"/>
              </a:p>
            </p:txBody>
          </p:sp>
          <p:sp>
            <p:nvSpPr>
              <p:cNvPr id="215" name="Freeform: Shape 214">
                <a:extLst>
                  <a:ext uri="{FF2B5EF4-FFF2-40B4-BE49-F238E27FC236}">
                    <a16:creationId xmlns:a16="http://schemas.microsoft.com/office/drawing/2014/main" id="{50467772-BDB7-0756-C9F0-43F075906B8C}"/>
                  </a:ext>
                </a:extLst>
              </p:cNvPr>
              <p:cNvSpPr/>
              <p:nvPr/>
            </p:nvSpPr>
            <p:spPr>
              <a:xfrm>
                <a:off x="4192308" y="3016663"/>
                <a:ext cx="63500" cy="63500"/>
              </a:xfrm>
              <a:custGeom>
                <a:avLst/>
                <a:gdLst>
                  <a:gd name="csX0" fmla="*/ 31903 w 63500"/>
                  <a:gd name="csY0" fmla="*/ 63682 h 63500"/>
                  <a:gd name="csX1" fmla="*/ 54353 w 63500"/>
                  <a:gd name="csY1" fmla="*/ 54382 h 63500"/>
                  <a:gd name="csX2" fmla="*/ 63653 w 63500"/>
                  <a:gd name="csY2" fmla="*/ 31932 h 63500"/>
                  <a:gd name="csX3" fmla="*/ 54353 w 63500"/>
                  <a:gd name="csY3" fmla="*/ 9481 h 63500"/>
                  <a:gd name="csX4" fmla="*/ 31903 w 63500"/>
                  <a:gd name="csY4" fmla="*/ 182 h 63500"/>
                  <a:gd name="csX5" fmla="*/ 9452 w 63500"/>
                  <a:gd name="csY5" fmla="*/ 9481 h 63500"/>
                  <a:gd name="csX6" fmla="*/ 153 w 63500"/>
                  <a:gd name="csY6" fmla="*/ 31932 h 63500"/>
                  <a:gd name="csX7" fmla="*/ 9452 w 63500"/>
                  <a:gd name="csY7" fmla="*/ 54382 h 63500"/>
                  <a:gd name="csX8" fmla="*/ 31903 w 63500"/>
                  <a:gd name="csY8" fmla="*/ 6368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03" y="63682"/>
                    </a:moveTo>
                    <a:cubicBezTo>
                      <a:pt x="40323" y="63682"/>
                      <a:pt x="48399" y="60336"/>
                      <a:pt x="54353" y="54382"/>
                    </a:cubicBezTo>
                    <a:cubicBezTo>
                      <a:pt x="60307" y="48428"/>
                      <a:pt x="63653" y="40352"/>
                      <a:pt x="63653" y="31932"/>
                    </a:cubicBezTo>
                    <a:cubicBezTo>
                      <a:pt x="63653" y="23511"/>
                      <a:pt x="60307" y="15435"/>
                      <a:pt x="54353" y="9481"/>
                    </a:cubicBezTo>
                    <a:cubicBezTo>
                      <a:pt x="48399" y="3527"/>
                      <a:pt x="40323" y="182"/>
                      <a:pt x="31903" y="182"/>
                    </a:cubicBezTo>
                    <a:cubicBezTo>
                      <a:pt x="23482" y="182"/>
                      <a:pt x="15406" y="3527"/>
                      <a:pt x="9452" y="9481"/>
                    </a:cubicBezTo>
                    <a:cubicBezTo>
                      <a:pt x="3498" y="15435"/>
                      <a:pt x="153" y="23511"/>
                      <a:pt x="153" y="31932"/>
                    </a:cubicBezTo>
                    <a:cubicBezTo>
                      <a:pt x="153" y="40352"/>
                      <a:pt x="3498" y="48428"/>
                      <a:pt x="9452" y="54382"/>
                    </a:cubicBezTo>
                    <a:cubicBezTo>
                      <a:pt x="15406" y="60336"/>
                      <a:pt x="23482" y="63682"/>
                      <a:pt x="31903" y="63682"/>
                    </a:cubicBezTo>
                    <a:close/>
                  </a:path>
                </a:pathLst>
              </a:custGeom>
              <a:solidFill>
                <a:srgbClr val="67B57B"/>
              </a:solidFill>
              <a:ln w="3175" cap="flat">
                <a:solidFill>
                  <a:srgbClr val="FFFFFF"/>
                </a:solidFill>
                <a:prstDash val="solid"/>
                <a:round/>
              </a:ln>
            </p:spPr>
            <p:txBody>
              <a:bodyPr/>
              <a:lstStyle/>
              <a:p>
                <a:endParaRPr lang="en-US"/>
              </a:p>
            </p:txBody>
          </p:sp>
          <p:sp>
            <p:nvSpPr>
              <p:cNvPr id="216" name="Freeform: Shape 215">
                <a:extLst>
                  <a:ext uri="{FF2B5EF4-FFF2-40B4-BE49-F238E27FC236}">
                    <a16:creationId xmlns:a16="http://schemas.microsoft.com/office/drawing/2014/main" id="{493D4EA6-6563-3D2E-4C8C-B94311CCD9B0}"/>
                  </a:ext>
                </a:extLst>
              </p:cNvPr>
              <p:cNvSpPr/>
              <p:nvPr/>
            </p:nvSpPr>
            <p:spPr>
              <a:xfrm>
                <a:off x="4232642" y="2994747"/>
                <a:ext cx="63500" cy="63500"/>
              </a:xfrm>
              <a:custGeom>
                <a:avLst/>
                <a:gdLst>
                  <a:gd name="csX0" fmla="*/ 31906 w 63500"/>
                  <a:gd name="csY0" fmla="*/ 63680 h 63500"/>
                  <a:gd name="csX1" fmla="*/ 54356 w 63500"/>
                  <a:gd name="csY1" fmla="*/ 54380 h 63500"/>
                  <a:gd name="csX2" fmla="*/ 63656 w 63500"/>
                  <a:gd name="csY2" fmla="*/ 31930 h 63500"/>
                  <a:gd name="csX3" fmla="*/ 54356 w 63500"/>
                  <a:gd name="csY3" fmla="*/ 9479 h 63500"/>
                  <a:gd name="csX4" fmla="*/ 31906 w 63500"/>
                  <a:gd name="csY4" fmla="*/ 180 h 63500"/>
                  <a:gd name="csX5" fmla="*/ 9455 w 63500"/>
                  <a:gd name="csY5" fmla="*/ 9479 h 63500"/>
                  <a:gd name="csX6" fmla="*/ 156 w 63500"/>
                  <a:gd name="csY6" fmla="*/ 31930 h 63500"/>
                  <a:gd name="csX7" fmla="*/ 9455 w 63500"/>
                  <a:gd name="csY7" fmla="*/ 54380 h 63500"/>
                  <a:gd name="csX8" fmla="*/ 31906 w 63500"/>
                  <a:gd name="csY8" fmla="*/ 6368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06" y="63680"/>
                    </a:moveTo>
                    <a:cubicBezTo>
                      <a:pt x="40326" y="63680"/>
                      <a:pt x="48402" y="60334"/>
                      <a:pt x="54356" y="54380"/>
                    </a:cubicBezTo>
                    <a:cubicBezTo>
                      <a:pt x="60310" y="48426"/>
                      <a:pt x="63656" y="40350"/>
                      <a:pt x="63656" y="31930"/>
                    </a:cubicBezTo>
                    <a:cubicBezTo>
                      <a:pt x="63656" y="23510"/>
                      <a:pt x="60310" y="15433"/>
                      <a:pt x="54356" y="9479"/>
                    </a:cubicBezTo>
                    <a:cubicBezTo>
                      <a:pt x="48402" y="3525"/>
                      <a:pt x="40326" y="180"/>
                      <a:pt x="31906" y="180"/>
                    </a:cubicBezTo>
                    <a:cubicBezTo>
                      <a:pt x="23486" y="180"/>
                      <a:pt x="15409" y="3525"/>
                      <a:pt x="9455" y="9479"/>
                    </a:cubicBezTo>
                    <a:cubicBezTo>
                      <a:pt x="3501" y="15433"/>
                      <a:pt x="156" y="23510"/>
                      <a:pt x="156" y="31930"/>
                    </a:cubicBezTo>
                    <a:cubicBezTo>
                      <a:pt x="156" y="40350"/>
                      <a:pt x="3501" y="48426"/>
                      <a:pt x="9455" y="54380"/>
                    </a:cubicBezTo>
                    <a:cubicBezTo>
                      <a:pt x="15409" y="60334"/>
                      <a:pt x="23486" y="63680"/>
                      <a:pt x="31906" y="63680"/>
                    </a:cubicBezTo>
                    <a:close/>
                  </a:path>
                </a:pathLst>
              </a:custGeom>
              <a:solidFill>
                <a:srgbClr val="67B57B"/>
              </a:solidFill>
              <a:ln w="3175" cap="flat">
                <a:solidFill>
                  <a:srgbClr val="FFFFFF"/>
                </a:solidFill>
                <a:prstDash val="solid"/>
                <a:round/>
              </a:ln>
            </p:spPr>
            <p:txBody>
              <a:bodyPr/>
              <a:lstStyle/>
              <a:p>
                <a:endParaRPr lang="en-US"/>
              </a:p>
            </p:txBody>
          </p:sp>
          <p:sp>
            <p:nvSpPr>
              <p:cNvPr id="217" name="Freeform: Shape 216">
                <a:extLst>
                  <a:ext uri="{FF2B5EF4-FFF2-40B4-BE49-F238E27FC236}">
                    <a16:creationId xmlns:a16="http://schemas.microsoft.com/office/drawing/2014/main" id="{994A27EF-58D7-C420-C752-C2544ED2086B}"/>
                  </a:ext>
                </a:extLst>
              </p:cNvPr>
              <p:cNvSpPr/>
              <p:nvPr/>
            </p:nvSpPr>
            <p:spPr>
              <a:xfrm>
                <a:off x="4256794" y="2972831"/>
                <a:ext cx="63500" cy="63500"/>
              </a:xfrm>
              <a:custGeom>
                <a:avLst/>
                <a:gdLst>
                  <a:gd name="csX0" fmla="*/ 31908 w 63500"/>
                  <a:gd name="csY0" fmla="*/ 63678 h 63500"/>
                  <a:gd name="csX1" fmla="*/ 54358 w 63500"/>
                  <a:gd name="csY1" fmla="*/ 54379 h 63500"/>
                  <a:gd name="csX2" fmla="*/ 63658 w 63500"/>
                  <a:gd name="csY2" fmla="*/ 31928 h 63500"/>
                  <a:gd name="csX3" fmla="*/ 54358 w 63500"/>
                  <a:gd name="csY3" fmla="*/ 9477 h 63500"/>
                  <a:gd name="csX4" fmla="*/ 31908 w 63500"/>
                  <a:gd name="csY4" fmla="*/ 178 h 63500"/>
                  <a:gd name="csX5" fmla="*/ 9457 w 63500"/>
                  <a:gd name="csY5" fmla="*/ 9477 h 63500"/>
                  <a:gd name="csX6" fmla="*/ 158 w 63500"/>
                  <a:gd name="csY6" fmla="*/ 31928 h 63500"/>
                  <a:gd name="csX7" fmla="*/ 9457 w 63500"/>
                  <a:gd name="csY7" fmla="*/ 54379 h 63500"/>
                  <a:gd name="csX8" fmla="*/ 31908 w 63500"/>
                  <a:gd name="csY8" fmla="*/ 6367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08" y="63678"/>
                    </a:moveTo>
                    <a:cubicBezTo>
                      <a:pt x="40328" y="63678"/>
                      <a:pt x="48404" y="60333"/>
                      <a:pt x="54358" y="54379"/>
                    </a:cubicBezTo>
                    <a:cubicBezTo>
                      <a:pt x="60312" y="48425"/>
                      <a:pt x="63658" y="40348"/>
                      <a:pt x="63658" y="31928"/>
                    </a:cubicBezTo>
                    <a:cubicBezTo>
                      <a:pt x="63658" y="23508"/>
                      <a:pt x="60312" y="15431"/>
                      <a:pt x="54358" y="9477"/>
                    </a:cubicBezTo>
                    <a:cubicBezTo>
                      <a:pt x="48404" y="3523"/>
                      <a:pt x="40328" y="178"/>
                      <a:pt x="31908" y="178"/>
                    </a:cubicBezTo>
                    <a:cubicBezTo>
                      <a:pt x="23487" y="178"/>
                      <a:pt x="15411" y="3523"/>
                      <a:pt x="9457" y="9477"/>
                    </a:cubicBezTo>
                    <a:cubicBezTo>
                      <a:pt x="3503" y="15431"/>
                      <a:pt x="158" y="23508"/>
                      <a:pt x="158" y="31928"/>
                    </a:cubicBezTo>
                    <a:cubicBezTo>
                      <a:pt x="158" y="40348"/>
                      <a:pt x="3503" y="48425"/>
                      <a:pt x="9457" y="54379"/>
                    </a:cubicBezTo>
                    <a:cubicBezTo>
                      <a:pt x="15411" y="60333"/>
                      <a:pt x="23487" y="63678"/>
                      <a:pt x="31908" y="63678"/>
                    </a:cubicBezTo>
                    <a:close/>
                  </a:path>
                </a:pathLst>
              </a:custGeom>
              <a:solidFill>
                <a:srgbClr val="67B57B"/>
              </a:solidFill>
              <a:ln w="3175" cap="flat">
                <a:solidFill>
                  <a:srgbClr val="FFFFFF"/>
                </a:solidFill>
                <a:prstDash val="solid"/>
                <a:round/>
              </a:ln>
            </p:spPr>
            <p:txBody>
              <a:bodyPr/>
              <a:lstStyle/>
              <a:p>
                <a:endParaRPr lang="en-US"/>
              </a:p>
            </p:txBody>
          </p:sp>
          <p:sp>
            <p:nvSpPr>
              <p:cNvPr id="218" name="Freeform: Shape 217">
                <a:extLst>
                  <a:ext uri="{FF2B5EF4-FFF2-40B4-BE49-F238E27FC236}">
                    <a16:creationId xmlns:a16="http://schemas.microsoft.com/office/drawing/2014/main" id="{E5A5BBF8-7FD5-4E54-5CD0-DFAB4326BD31}"/>
                  </a:ext>
                </a:extLst>
              </p:cNvPr>
              <p:cNvSpPr/>
              <p:nvPr/>
            </p:nvSpPr>
            <p:spPr>
              <a:xfrm>
                <a:off x="4282995" y="2950914"/>
                <a:ext cx="63500" cy="63500"/>
              </a:xfrm>
              <a:custGeom>
                <a:avLst/>
                <a:gdLst>
                  <a:gd name="csX0" fmla="*/ 31910 w 63500"/>
                  <a:gd name="csY0" fmla="*/ 63676 h 63500"/>
                  <a:gd name="csX1" fmla="*/ 54360 w 63500"/>
                  <a:gd name="csY1" fmla="*/ 54377 h 63500"/>
                  <a:gd name="csX2" fmla="*/ 63660 w 63500"/>
                  <a:gd name="csY2" fmla="*/ 31926 h 63500"/>
                  <a:gd name="csX3" fmla="*/ 54360 w 63500"/>
                  <a:gd name="csY3" fmla="*/ 9476 h 63500"/>
                  <a:gd name="csX4" fmla="*/ 31910 w 63500"/>
                  <a:gd name="csY4" fmla="*/ 176 h 63500"/>
                  <a:gd name="csX5" fmla="*/ 9459 w 63500"/>
                  <a:gd name="csY5" fmla="*/ 9476 h 63500"/>
                  <a:gd name="csX6" fmla="*/ 160 w 63500"/>
                  <a:gd name="csY6" fmla="*/ 31926 h 63500"/>
                  <a:gd name="csX7" fmla="*/ 9459 w 63500"/>
                  <a:gd name="csY7" fmla="*/ 54377 h 63500"/>
                  <a:gd name="csX8" fmla="*/ 31910 w 63500"/>
                  <a:gd name="csY8" fmla="*/ 6367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10" y="63676"/>
                    </a:moveTo>
                    <a:cubicBezTo>
                      <a:pt x="40330" y="63676"/>
                      <a:pt x="48406" y="60331"/>
                      <a:pt x="54360" y="54377"/>
                    </a:cubicBezTo>
                    <a:cubicBezTo>
                      <a:pt x="60314" y="48423"/>
                      <a:pt x="63660" y="40347"/>
                      <a:pt x="63660" y="31926"/>
                    </a:cubicBezTo>
                    <a:cubicBezTo>
                      <a:pt x="63660" y="23506"/>
                      <a:pt x="60314" y="15430"/>
                      <a:pt x="54360" y="9476"/>
                    </a:cubicBezTo>
                    <a:cubicBezTo>
                      <a:pt x="48406" y="3522"/>
                      <a:pt x="40330" y="176"/>
                      <a:pt x="31910" y="176"/>
                    </a:cubicBezTo>
                    <a:cubicBezTo>
                      <a:pt x="23490" y="176"/>
                      <a:pt x="15413" y="3522"/>
                      <a:pt x="9459" y="9476"/>
                    </a:cubicBezTo>
                    <a:cubicBezTo>
                      <a:pt x="3505" y="15430"/>
                      <a:pt x="160" y="23506"/>
                      <a:pt x="160" y="31926"/>
                    </a:cubicBezTo>
                    <a:cubicBezTo>
                      <a:pt x="160" y="40347"/>
                      <a:pt x="3505" y="48423"/>
                      <a:pt x="9459" y="54377"/>
                    </a:cubicBezTo>
                    <a:cubicBezTo>
                      <a:pt x="15413" y="60331"/>
                      <a:pt x="23490" y="63676"/>
                      <a:pt x="31910" y="63676"/>
                    </a:cubicBezTo>
                    <a:close/>
                  </a:path>
                </a:pathLst>
              </a:custGeom>
              <a:solidFill>
                <a:srgbClr val="67B57B"/>
              </a:solidFill>
              <a:ln w="3175" cap="flat">
                <a:solidFill>
                  <a:srgbClr val="FFFFFF"/>
                </a:solidFill>
                <a:prstDash val="solid"/>
                <a:round/>
              </a:ln>
            </p:spPr>
            <p:txBody>
              <a:bodyPr/>
              <a:lstStyle/>
              <a:p>
                <a:endParaRPr lang="en-US"/>
              </a:p>
            </p:txBody>
          </p:sp>
          <p:sp>
            <p:nvSpPr>
              <p:cNvPr id="219" name="Freeform: Shape 218">
                <a:extLst>
                  <a:ext uri="{FF2B5EF4-FFF2-40B4-BE49-F238E27FC236}">
                    <a16:creationId xmlns:a16="http://schemas.microsoft.com/office/drawing/2014/main" id="{C012C6E2-B888-198B-8696-0F95FDD15209}"/>
                  </a:ext>
                </a:extLst>
              </p:cNvPr>
              <p:cNvSpPr/>
              <p:nvPr/>
            </p:nvSpPr>
            <p:spPr>
              <a:xfrm>
                <a:off x="4337113" y="2928998"/>
                <a:ext cx="63500" cy="63500"/>
              </a:xfrm>
              <a:custGeom>
                <a:avLst/>
                <a:gdLst>
                  <a:gd name="csX0" fmla="*/ 31914 w 63500"/>
                  <a:gd name="csY0" fmla="*/ 63675 h 63500"/>
                  <a:gd name="csX1" fmla="*/ 54365 w 63500"/>
                  <a:gd name="csY1" fmla="*/ 54375 h 63500"/>
                  <a:gd name="csX2" fmla="*/ 63664 w 63500"/>
                  <a:gd name="csY2" fmla="*/ 31925 h 63500"/>
                  <a:gd name="csX3" fmla="*/ 54365 w 63500"/>
                  <a:gd name="csY3" fmla="*/ 9474 h 63500"/>
                  <a:gd name="csX4" fmla="*/ 31914 w 63500"/>
                  <a:gd name="csY4" fmla="*/ 175 h 63500"/>
                  <a:gd name="csX5" fmla="*/ 9463 w 63500"/>
                  <a:gd name="csY5" fmla="*/ 9474 h 63500"/>
                  <a:gd name="csX6" fmla="*/ 164 w 63500"/>
                  <a:gd name="csY6" fmla="*/ 31925 h 63500"/>
                  <a:gd name="csX7" fmla="*/ 9463 w 63500"/>
                  <a:gd name="csY7" fmla="*/ 54375 h 63500"/>
                  <a:gd name="csX8" fmla="*/ 31914 w 63500"/>
                  <a:gd name="csY8" fmla="*/ 6367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14" y="63675"/>
                    </a:moveTo>
                    <a:cubicBezTo>
                      <a:pt x="40334" y="63675"/>
                      <a:pt x="48411" y="60329"/>
                      <a:pt x="54365" y="54375"/>
                    </a:cubicBezTo>
                    <a:cubicBezTo>
                      <a:pt x="60319" y="48421"/>
                      <a:pt x="63664" y="40345"/>
                      <a:pt x="63664" y="31925"/>
                    </a:cubicBezTo>
                    <a:cubicBezTo>
                      <a:pt x="63664" y="23504"/>
                      <a:pt x="60319" y="15428"/>
                      <a:pt x="54365" y="9474"/>
                    </a:cubicBezTo>
                    <a:cubicBezTo>
                      <a:pt x="48411" y="3520"/>
                      <a:pt x="40334" y="175"/>
                      <a:pt x="31914" y="175"/>
                    </a:cubicBezTo>
                    <a:cubicBezTo>
                      <a:pt x="23494" y="175"/>
                      <a:pt x="15417" y="3520"/>
                      <a:pt x="9463" y="9474"/>
                    </a:cubicBezTo>
                    <a:cubicBezTo>
                      <a:pt x="3509" y="15428"/>
                      <a:pt x="164" y="23504"/>
                      <a:pt x="164" y="31925"/>
                    </a:cubicBezTo>
                    <a:cubicBezTo>
                      <a:pt x="164" y="40345"/>
                      <a:pt x="3509" y="48421"/>
                      <a:pt x="9463" y="54375"/>
                    </a:cubicBezTo>
                    <a:cubicBezTo>
                      <a:pt x="15417" y="60329"/>
                      <a:pt x="23494" y="63675"/>
                      <a:pt x="31914" y="63675"/>
                    </a:cubicBezTo>
                    <a:close/>
                  </a:path>
                </a:pathLst>
              </a:custGeom>
              <a:solidFill>
                <a:srgbClr val="67B57B"/>
              </a:solidFill>
              <a:ln w="3175" cap="flat">
                <a:solidFill>
                  <a:srgbClr val="FFFFFF"/>
                </a:solidFill>
                <a:prstDash val="solid"/>
                <a:round/>
              </a:ln>
            </p:spPr>
            <p:txBody>
              <a:bodyPr/>
              <a:lstStyle/>
              <a:p>
                <a:endParaRPr lang="en-US"/>
              </a:p>
            </p:txBody>
          </p:sp>
          <p:sp>
            <p:nvSpPr>
              <p:cNvPr id="220" name="Freeform: Shape 219">
                <a:extLst>
                  <a:ext uri="{FF2B5EF4-FFF2-40B4-BE49-F238E27FC236}">
                    <a16:creationId xmlns:a16="http://schemas.microsoft.com/office/drawing/2014/main" id="{79D4166E-058D-1160-80AC-F7DA7620C7C3}"/>
                  </a:ext>
                </a:extLst>
              </p:cNvPr>
              <p:cNvSpPr/>
              <p:nvPr/>
            </p:nvSpPr>
            <p:spPr>
              <a:xfrm>
                <a:off x="4376127" y="2907081"/>
                <a:ext cx="63500" cy="63500"/>
              </a:xfrm>
              <a:custGeom>
                <a:avLst/>
                <a:gdLst>
                  <a:gd name="csX0" fmla="*/ 31917 w 63500"/>
                  <a:gd name="csY0" fmla="*/ 63673 h 63500"/>
                  <a:gd name="csX1" fmla="*/ 54368 w 63500"/>
                  <a:gd name="csY1" fmla="*/ 54374 h 63500"/>
                  <a:gd name="csX2" fmla="*/ 63667 w 63500"/>
                  <a:gd name="csY2" fmla="*/ 31923 h 63500"/>
                  <a:gd name="csX3" fmla="*/ 54368 w 63500"/>
                  <a:gd name="csY3" fmla="*/ 9472 h 63500"/>
                  <a:gd name="csX4" fmla="*/ 31917 w 63500"/>
                  <a:gd name="csY4" fmla="*/ 173 h 63500"/>
                  <a:gd name="csX5" fmla="*/ 9466 w 63500"/>
                  <a:gd name="csY5" fmla="*/ 9472 h 63500"/>
                  <a:gd name="csX6" fmla="*/ 167 w 63500"/>
                  <a:gd name="csY6" fmla="*/ 31923 h 63500"/>
                  <a:gd name="csX7" fmla="*/ 9466 w 63500"/>
                  <a:gd name="csY7" fmla="*/ 54374 h 63500"/>
                  <a:gd name="csX8" fmla="*/ 31917 w 63500"/>
                  <a:gd name="csY8" fmla="*/ 6367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17" y="63673"/>
                    </a:moveTo>
                    <a:cubicBezTo>
                      <a:pt x="40337" y="63673"/>
                      <a:pt x="48414" y="60328"/>
                      <a:pt x="54368" y="54374"/>
                    </a:cubicBezTo>
                    <a:cubicBezTo>
                      <a:pt x="60322" y="48420"/>
                      <a:pt x="63667" y="40343"/>
                      <a:pt x="63667" y="31923"/>
                    </a:cubicBezTo>
                    <a:cubicBezTo>
                      <a:pt x="63667" y="23503"/>
                      <a:pt x="60322" y="15426"/>
                      <a:pt x="54368" y="9472"/>
                    </a:cubicBezTo>
                    <a:cubicBezTo>
                      <a:pt x="48414" y="3518"/>
                      <a:pt x="40337" y="173"/>
                      <a:pt x="31917" y="173"/>
                    </a:cubicBezTo>
                    <a:cubicBezTo>
                      <a:pt x="23497" y="173"/>
                      <a:pt x="15420" y="3518"/>
                      <a:pt x="9466" y="9472"/>
                    </a:cubicBezTo>
                    <a:cubicBezTo>
                      <a:pt x="3512" y="15426"/>
                      <a:pt x="167" y="23503"/>
                      <a:pt x="167" y="31923"/>
                    </a:cubicBezTo>
                    <a:cubicBezTo>
                      <a:pt x="167" y="40343"/>
                      <a:pt x="3512" y="48420"/>
                      <a:pt x="9466" y="54374"/>
                    </a:cubicBezTo>
                    <a:cubicBezTo>
                      <a:pt x="15420" y="60328"/>
                      <a:pt x="23497" y="63673"/>
                      <a:pt x="31917" y="63673"/>
                    </a:cubicBezTo>
                    <a:close/>
                  </a:path>
                </a:pathLst>
              </a:custGeom>
              <a:solidFill>
                <a:srgbClr val="67B57B"/>
              </a:solidFill>
              <a:ln w="3175" cap="flat">
                <a:solidFill>
                  <a:srgbClr val="FFFFFF"/>
                </a:solidFill>
                <a:prstDash val="solid"/>
                <a:round/>
              </a:ln>
            </p:spPr>
            <p:txBody>
              <a:bodyPr/>
              <a:lstStyle/>
              <a:p>
                <a:endParaRPr lang="en-US"/>
              </a:p>
            </p:txBody>
          </p:sp>
          <p:sp>
            <p:nvSpPr>
              <p:cNvPr id="221" name="Freeform: Shape 220">
                <a:extLst>
                  <a:ext uri="{FF2B5EF4-FFF2-40B4-BE49-F238E27FC236}">
                    <a16:creationId xmlns:a16="http://schemas.microsoft.com/office/drawing/2014/main" id="{8A1346CB-40E9-EB6B-7932-6206E1B3778E}"/>
                  </a:ext>
                </a:extLst>
              </p:cNvPr>
              <p:cNvSpPr/>
              <p:nvPr/>
            </p:nvSpPr>
            <p:spPr>
              <a:xfrm>
                <a:off x="4419703" y="2885165"/>
                <a:ext cx="63500" cy="63500"/>
              </a:xfrm>
              <a:custGeom>
                <a:avLst/>
                <a:gdLst>
                  <a:gd name="csX0" fmla="*/ 31921 w 63500"/>
                  <a:gd name="csY0" fmla="*/ 63671 h 63500"/>
                  <a:gd name="csX1" fmla="*/ 54371 w 63500"/>
                  <a:gd name="csY1" fmla="*/ 54372 h 63500"/>
                  <a:gd name="csX2" fmla="*/ 63671 w 63500"/>
                  <a:gd name="csY2" fmla="*/ 31921 h 63500"/>
                  <a:gd name="csX3" fmla="*/ 54371 w 63500"/>
                  <a:gd name="csY3" fmla="*/ 9471 h 63500"/>
                  <a:gd name="csX4" fmla="*/ 31921 w 63500"/>
                  <a:gd name="csY4" fmla="*/ 171 h 63500"/>
                  <a:gd name="csX5" fmla="*/ 9470 w 63500"/>
                  <a:gd name="csY5" fmla="*/ 9471 h 63500"/>
                  <a:gd name="csX6" fmla="*/ 171 w 63500"/>
                  <a:gd name="csY6" fmla="*/ 31921 h 63500"/>
                  <a:gd name="csX7" fmla="*/ 9470 w 63500"/>
                  <a:gd name="csY7" fmla="*/ 54372 h 63500"/>
                  <a:gd name="csX8" fmla="*/ 31921 w 63500"/>
                  <a:gd name="csY8" fmla="*/ 6367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21" y="63671"/>
                    </a:moveTo>
                    <a:cubicBezTo>
                      <a:pt x="40341" y="63671"/>
                      <a:pt x="48417" y="60326"/>
                      <a:pt x="54371" y="54372"/>
                    </a:cubicBezTo>
                    <a:cubicBezTo>
                      <a:pt x="60325" y="48418"/>
                      <a:pt x="63671" y="40341"/>
                      <a:pt x="63671" y="31921"/>
                    </a:cubicBezTo>
                    <a:cubicBezTo>
                      <a:pt x="63671" y="23501"/>
                      <a:pt x="60325" y="15425"/>
                      <a:pt x="54371" y="9471"/>
                    </a:cubicBezTo>
                    <a:cubicBezTo>
                      <a:pt x="48417" y="3517"/>
                      <a:pt x="40341" y="171"/>
                      <a:pt x="31921" y="171"/>
                    </a:cubicBezTo>
                    <a:cubicBezTo>
                      <a:pt x="23500" y="171"/>
                      <a:pt x="15424" y="3517"/>
                      <a:pt x="9470" y="9471"/>
                    </a:cubicBezTo>
                    <a:cubicBezTo>
                      <a:pt x="3516" y="15425"/>
                      <a:pt x="171" y="23501"/>
                      <a:pt x="171" y="31921"/>
                    </a:cubicBezTo>
                    <a:cubicBezTo>
                      <a:pt x="171" y="40341"/>
                      <a:pt x="3516" y="48418"/>
                      <a:pt x="9470" y="54372"/>
                    </a:cubicBezTo>
                    <a:cubicBezTo>
                      <a:pt x="15424" y="60326"/>
                      <a:pt x="23500" y="63671"/>
                      <a:pt x="31921" y="63671"/>
                    </a:cubicBezTo>
                    <a:close/>
                  </a:path>
                </a:pathLst>
              </a:custGeom>
              <a:solidFill>
                <a:srgbClr val="67B57B"/>
              </a:solidFill>
              <a:ln w="3175" cap="flat">
                <a:solidFill>
                  <a:srgbClr val="FFFFFF"/>
                </a:solidFill>
                <a:prstDash val="solid"/>
                <a:round/>
              </a:ln>
            </p:spPr>
            <p:txBody>
              <a:bodyPr/>
              <a:lstStyle/>
              <a:p>
                <a:endParaRPr lang="en-US"/>
              </a:p>
            </p:txBody>
          </p:sp>
          <p:sp>
            <p:nvSpPr>
              <p:cNvPr id="222" name="Freeform: Shape 221">
                <a:extLst>
                  <a:ext uri="{FF2B5EF4-FFF2-40B4-BE49-F238E27FC236}">
                    <a16:creationId xmlns:a16="http://schemas.microsoft.com/office/drawing/2014/main" id="{4C85DBB1-D06F-84BA-0407-0D60D3004EAA}"/>
                  </a:ext>
                </a:extLst>
              </p:cNvPr>
              <p:cNvSpPr/>
              <p:nvPr/>
            </p:nvSpPr>
            <p:spPr>
              <a:xfrm>
                <a:off x="4466385" y="2863248"/>
                <a:ext cx="63500" cy="63500"/>
              </a:xfrm>
              <a:custGeom>
                <a:avLst/>
                <a:gdLst>
                  <a:gd name="csX0" fmla="*/ 31924 w 63500"/>
                  <a:gd name="csY0" fmla="*/ 63669 h 63500"/>
                  <a:gd name="csX1" fmla="*/ 54375 w 63500"/>
                  <a:gd name="csY1" fmla="*/ 54370 h 63500"/>
                  <a:gd name="csX2" fmla="*/ 63674 w 63500"/>
                  <a:gd name="csY2" fmla="*/ 31919 h 63500"/>
                  <a:gd name="csX3" fmla="*/ 54375 w 63500"/>
                  <a:gd name="csY3" fmla="*/ 9469 h 63500"/>
                  <a:gd name="csX4" fmla="*/ 31924 w 63500"/>
                  <a:gd name="csY4" fmla="*/ 169 h 63500"/>
                  <a:gd name="csX5" fmla="*/ 9474 w 63500"/>
                  <a:gd name="csY5" fmla="*/ 9469 h 63500"/>
                  <a:gd name="csX6" fmla="*/ 174 w 63500"/>
                  <a:gd name="csY6" fmla="*/ 31919 h 63500"/>
                  <a:gd name="csX7" fmla="*/ 9474 w 63500"/>
                  <a:gd name="csY7" fmla="*/ 54370 h 63500"/>
                  <a:gd name="csX8" fmla="*/ 31924 w 63500"/>
                  <a:gd name="csY8" fmla="*/ 6366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24" y="63669"/>
                    </a:moveTo>
                    <a:cubicBezTo>
                      <a:pt x="40344" y="63669"/>
                      <a:pt x="48421" y="60324"/>
                      <a:pt x="54375" y="54370"/>
                    </a:cubicBezTo>
                    <a:cubicBezTo>
                      <a:pt x="60329" y="48416"/>
                      <a:pt x="63674" y="40340"/>
                      <a:pt x="63674" y="31919"/>
                    </a:cubicBezTo>
                    <a:cubicBezTo>
                      <a:pt x="63674" y="23499"/>
                      <a:pt x="60329" y="15423"/>
                      <a:pt x="54375" y="9469"/>
                    </a:cubicBezTo>
                    <a:cubicBezTo>
                      <a:pt x="48421" y="3515"/>
                      <a:pt x="40344" y="169"/>
                      <a:pt x="31924" y="169"/>
                    </a:cubicBezTo>
                    <a:cubicBezTo>
                      <a:pt x="23504" y="169"/>
                      <a:pt x="15428" y="3515"/>
                      <a:pt x="9474" y="9469"/>
                    </a:cubicBezTo>
                    <a:cubicBezTo>
                      <a:pt x="3520" y="15423"/>
                      <a:pt x="174" y="23499"/>
                      <a:pt x="174" y="31919"/>
                    </a:cubicBezTo>
                    <a:cubicBezTo>
                      <a:pt x="174" y="40340"/>
                      <a:pt x="3520" y="48416"/>
                      <a:pt x="9474" y="54370"/>
                    </a:cubicBezTo>
                    <a:cubicBezTo>
                      <a:pt x="15428" y="60324"/>
                      <a:pt x="23504" y="63669"/>
                      <a:pt x="31924" y="63669"/>
                    </a:cubicBezTo>
                    <a:close/>
                  </a:path>
                </a:pathLst>
              </a:custGeom>
              <a:solidFill>
                <a:srgbClr val="67B57B"/>
              </a:solidFill>
              <a:ln w="3175" cap="flat">
                <a:solidFill>
                  <a:srgbClr val="FFFFFF"/>
                </a:solidFill>
                <a:prstDash val="solid"/>
                <a:round/>
              </a:ln>
            </p:spPr>
            <p:txBody>
              <a:bodyPr/>
              <a:lstStyle/>
              <a:p>
                <a:endParaRPr lang="en-US"/>
              </a:p>
            </p:txBody>
          </p:sp>
          <p:sp>
            <p:nvSpPr>
              <p:cNvPr id="223" name="Freeform: Shape 222">
                <a:extLst>
                  <a:ext uri="{FF2B5EF4-FFF2-40B4-BE49-F238E27FC236}">
                    <a16:creationId xmlns:a16="http://schemas.microsoft.com/office/drawing/2014/main" id="{37F2D3FE-3353-41B0-E693-16DEDFC3BBBE}"/>
                  </a:ext>
                </a:extLst>
              </p:cNvPr>
              <p:cNvSpPr/>
              <p:nvPr/>
            </p:nvSpPr>
            <p:spPr>
              <a:xfrm>
                <a:off x="4493441" y="2841332"/>
                <a:ext cx="63500" cy="63500"/>
              </a:xfrm>
              <a:custGeom>
                <a:avLst/>
                <a:gdLst>
                  <a:gd name="csX0" fmla="*/ 31926 w 63500"/>
                  <a:gd name="csY0" fmla="*/ 63668 h 63500"/>
                  <a:gd name="csX1" fmla="*/ 54377 w 63500"/>
                  <a:gd name="csY1" fmla="*/ 54368 h 63500"/>
                  <a:gd name="csX2" fmla="*/ 63676 w 63500"/>
                  <a:gd name="csY2" fmla="*/ 31918 h 63500"/>
                  <a:gd name="csX3" fmla="*/ 54377 w 63500"/>
                  <a:gd name="csY3" fmla="*/ 9467 h 63500"/>
                  <a:gd name="csX4" fmla="*/ 31926 w 63500"/>
                  <a:gd name="csY4" fmla="*/ 168 h 63500"/>
                  <a:gd name="csX5" fmla="*/ 9476 w 63500"/>
                  <a:gd name="csY5" fmla="*/ 9467 h 63500"/>
                  <a:gd name="csX6" fmla="*/ 176 w 63500"/>
                  <a:gd name="csY6" fmla="*/ 31918 h 63500"/>
                  <a:gd name="csX7" fmla="*/ 9476 w 63500"/>
                  <a:gd name="csY7" fmla="*/ 54368 h 63500"/>
                  <a:gd name="csX8" fmla="*/ 31926 w 63500"/>
                  <a:gd name="csY8" fmla="*/ 6366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26" y="63668"/>
                    </a:moveTo>
                    <a:cubicBezTo>
                      <a:pt x="40347" y="63668"/>
                      <a:pt x="48423" y="60322"/>
                      <a:pt x="54377" y="54368"/>
                    </a:cubicBezTo>
                    <a:cubicBezTo>
                      <a:pt x="60331" y="48414"/>
                      <a:pt x="63676" y="40338"/>
                      <a:pt x="63676" y="31918"/>
                    </a:cubicBezTo>
                    <a:cubicBezTo>
                      <a:pt x="63676" y="23498"/>
                      <a:pt x="60331" y="15421"/>
                      <a:pt x="54377" y="9467"/>
                    </a:cubicBezTo>
                    <a:cubicBezTo>
                      <a:pt x="48423" y="3513"/>
                      <a:pt x="40347" y="168"/>
                      <a:pt x="31926" y="168"/>
                    </a:cubicBezTo>
                    <a:cubicBezTo>
                      <a:pt x="23506" y="168"/>
                      <a:pt x="15430" y="3513"/>
                      <a:pt x="9476" y="9467"/>
                    </a:cubicBezTo>
                    <a:cubicBezTo>
                      <a:pt x="3522" y="15421"/>
                      <a:pt x="176" y="23498"/>
                      <a:pt x="176" y="31918"/>
                    </a:cubicBezTo>
                    <a:cubicBezTo>
                      <a:pt x="176" y="40338"/>
                      <a:pt x="3522" y="48414"/>
                      <a:pt x="9476" y="54368"/>
                    </a:cubicBezTo>
                    <a:cubicBezTo>
                      <a:pt x="15430" y="60322"/>
                      <a:pt x="23506" y="63668"/>
                      <a:pt x="31926" y="63668"/>
                    </a:cubicBezTo>
                    <a:close/>
                  </a:path>
                </a:pathLst>
              </a:custGeom>
              <a:solidFill>
                <a:srgbClr val="67B57B"/>
              </a:solidFill>
              <a:ln w="3175" cap="flat">
                <a:solidFill>
                  <a:srgbClr val="FFFFFF"/>
                </a:solidFill>
                <a:prstDash val="solid"/>
                <a:round/>
              </a:ln>
            </p:spPr>
            <p:txBody>
              <a:bodyPr/>
              <a:lstStyle/>
              <a:p>
                <a:endParaRPr lang="en-US"/>
              </a:p>
            </p:txBody>
          </p:sp>
          <p:sp>
            <p:nvSpPr>
              <p:cNvPr id="224" name="Freeform: Shape 223">
                <a:extLst>
                  <a:ext uri="{FF2B5EF4-FFF2-40B4-BE49-F238E27FC236}">
                    <a16:creationId xmlns:a16="http://schemas.microsoft.com/office/drawing/2014/main" id="{080B280C-B5AB-82F4-78CF-6B96BCB59185}"/>
                  </a:ext>
                </a:extLst>
              </p:cNvPr>
              <p:cNvSpPr/>
              <p:nvPr/>
            </p:nvSpPr>
            <p:spPr>
              <a:xfrm>
                <a:off x="4539589" y="2819415"/>
                <a:ext cx="63500" cy="63500"/>
              </a:xfrm>
              <a:custGeom>
                <a:avLst/>
                <a:gdLst>
                  <a:gd name="csX0" fmla="*/ 31930 w 63500"/>
                  <a:gd name="csY0" fmla="*/ 63666 h 63500"/>
                  <a:gd name="csX1" fmla="*/ 54381 w 63500"/>
                  <a:gd name="csY1" fmla="*/ 54367 h 63500"/>
                  <a:gd name="csX2" fmla="*/ 63680 w 63500"/>
                  <a:gd name="csY2" fmla="*/ 31916 h 63500"/>
                  <a:gd name="csX3" fmla="*/ 54381 w 63500"/>
                  <a:gd name="csY3" fmla="*/ 9465 h 63500"/>
                  <a:gd name="csX4" fmla="*/ 31930 w 63500"/>
                  <a:gd name="csY4" fmla="*/ 166 h 63500"/>
                  <a:gd name="csX5" fmla="*/ 9479 w 63500"/>
                  <a:gd name="csY5" fmla="*/ 9465 h 63500"/>
                  <a:gd name="csX6" fmla="*/ 180 w 63500"/>
                  <a:gd name="csY6" fmla="*/ 31916 h 63500"/>
                  <a:gd name="csX7" fmla="*/ 9479 w 63500"/>
                  <a:gd name="csY7" fmla="*/ 54367 h 63500"/>
                  <a:gd name="csX8" fmla="*/ 31930 w 63500"/>
                  <a:gd name="csY8" fmla="*/ 6366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30" y="63666"/>
                    </a:moveTo>
                    <a:cubicBezTo>
                      <a:pt x="40350" y="63666"/>
                      <a:pt x="48427" y="60321"/>
                      <a:pt x="54381" y="54367"/>
                    </a:cubicBezTo>
                    <a:cubicBezTo>
                      <a:pt x="60335" y="48413"/>
                      <a:pt x="63680" y="40336"/>
                      <a:pt x="63680" y="31916"/>
                    </a:cubicBezTo>
                    <a:cubicBezTo>
                      <a:pt x="63680" y="23496"/>
                      <a:pt x="60335" y="15419"/>
                      <a:pt x="54381" y="9465"/>
                    </a:cubicBezTo>
                    <a:cubicBezTo>
                      <a:pt x="48427" y="3511"/>
                      <a:pt x="40350" y="166"/>
                      <a:pt x="31930" y="166"/>
                    </a:cubicBezTo>
                    <a:cubicBezTo>
                      <a:pt x="23510" y="166"/>
                      <a:pt x="15433" y="3511"/>
                      <a:pt x="9479" y="9465"/>
                    </a:cubicBezTo>
                    <a:cubicBezTo>
                      <a:pt x="3525" y="15419"/>
                      <a:pt x="180" y="23496"/>
                      <a:pt x="180" y="31916"/>
                    </a:cubicBezTo>
                    <a:cubicBezTo>
                      <a:pt x="180" y="40336"/>
                      <a:pt x="3525" y="48413"/>
                      <a:pt x="9479" y="54367"/>
                    </a:cubicBezTo>
                    <a:cubicBezTo>
                      <a:pt x="15433" y="60321"/>
                      <a:pt x="23510" y="63666"/>
                      <a:pt x="31930" y="63666"/>
                    </a:cubicBezTo>
                    <a:close/>
                  </a:path>
                </a:pathLst>
              </a:custGeom>
              <a:solidFill>
                <a:srgbClr val="67B57B"/>
              </a:solidFill>
              <a:ln w="3175" cap="flat">
                <a:solidFill>
                  <a:srgbClr val="FFFFFF"/>
                </a:solidFill>
                <a:prstDash val="solid"/>
                <a:round/>
              </a:ln>
            </p:spPr>
            <p:txBody>
              <a:bodyPr/>
              <a:lstStyle/>
              <a:p>
                <a:endParaRPr lang="en-US"/>
              </a:p>
            </p:txBody>
          </p:sp>
          <p:sp>
            <p:nvSpPr>
              <p:cNvPr id="225" name="Freeform: Shape 224">
                <a:extLst>
                  <a:ext uri="{FF2B5EF4-FFF2-40B4-BE49-F238E27FC236}">
                    <a16:creationId xmlns:a16="http://schemas.microsoft.com/office/drawing/2014/main" id="{F6546F9F-A00F-BFEF-6292-CC61779E03A7}"/>
                  </a:ext>
                </a:extLst>
              </p:cNvPr>
              <p:cNvSpPr/>
              <p:nvPr/>
            </p:nvSpPr>
            <p:spPr>
              <a:xfrm>
                <a:off x="4572552" y="2797499"/>
                <a:ext cx="63500" cy="63500"/>
              </a:xfrm>
              <a:custGeom>
                <a:avLst/>
                <a:gdLst>
                  <a:gd name="csX0" fmla="*/ 31933 w 63500"/>
                  <a:gd name="csY0" fmla="*/ 63664 h 63500"/>
                  <a:gd name="csX1" fmla="*/ 54383 w 63500"/>
                  <a:gd name="csY1" fmla="*/ 54365 h 63500"/>
                  <a:gd name="csX2" fmla="*/ 63683 w 63500"/>
                  <a:gd name="csY2" fmla="*/ 31914 h 63500"/>
                  <a:gd name="csX3" fmla="*/ 54383 w 63500"/>
                  <a:gd name="csY3" fmla="*/ 9464 h 63500"/>
                  <a:gd name="csX4" fmla="*/ 31933 w 63500"/>
                  <a:gd name="csY4" fmla="*/ 164 h 63500"/>
                  <a:gd name="csX5" fmla="*/ 9482 w 63500"/>
                  <a:gd name="csY5" fmla="*/ 9464 h 63500"/>
                  <a:gd name="csX6" fmla="*/ 183 w 63500"/>
                  <a:gd name="csY6" fmla="*/ 31914 h 63500"/>
                  <a:gd name="csX7" fmla="*/ 9482 w 63500"/>
                  <a:gd name="csY7" fmla="*/ 54365 h 63500"/>
                  <a:gd name="csX8" fmla="*/ 31933 w 63500"/>
                  <a:gd name="csY8" fmla="*/ 6366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33" y="63664"/>
                    </a:moveTo>
                    <a:cubicBezTo>
                      <a:pt x="40353" y="63664"/>
                      <a:pt x="48429" y="60319"/>
                      <a:pt x="54383" y="54365"/>
                    </a:cubicBezTo>
                    <a:cubicBezTo>
                      <a:pt x="60337" y="48411"/>
                      <a:pt x="63683" y="40334"/>
                      <a:pt x="63683" y="31914"/>
                    </a:cubicBezTo>
                    <a:cubicBezTo>
                      <a:pt x="63683" y="23494"/>
                      <a:pt x="60337" y="15418"/>
                      <a:pt x="54383" y="9464"/>
                    </a:cubicBezTo>
                    <a:cubicBezTo>
                      <a:pt x="48429" y="3510"/>
                      <a:pt x="40353" y="164"/>
                      <a:pt x="31933" y="164"/>
                    </a:cubicBezTo>
                    <a:cubicBezTo>
                      <a:pt x="23512" y="164"/>
                      <a:pt x="15436" y="3510"/>
                      <a:pt x="9482" y="9464"/>
                    </a:cubicBezTo>
                    <a:cubicBezTo>
                      <a:pt x="3528" y="15418"/>
                      <a:pt x="183" y="23494"/>
                      <a:pt x="183" y="31914"/>
                    </a:cubicBezTo>
                    <a:cubicBezTo>
                      <a:pt x="183" y="40334"/>
                      <a:pt x="3528" y="48411"/>
                      <a:pt x="9482" y="54365"/>
                    </a:cubicBezTo>
                    <a:cubicBezTo>
                      <a:pt x="15436" y="60319"/>
                      <a:pt x="23512" y="63664"/>
                      <a:pt x="31933" y="63664"/>
                    </a:cubicBezTo>
                    <a:close/>
                  </a:path>
                </a:pathLst>
              </a:custGeom>
              <a:solidFill>
                <a:srgbClr val="67B57B"/>
              </a:solidFill>
              <a:ln w="3175" cap="flat">
                <a:solidFill>
                  <a:srgbClr val="FFFFFF"/>
                </a:solidFill>
                <a:prstDash val="solid"/>
                <a:round/>
              </a:ln>
            </p:spPr>
            <p:txBody>
              <a:bodyPr/>
              <a:lstStyle/>
              <a:p>
                <a:endParaRPr lang="en-US"/>
              </a:p>
            </p:txBody>
          </p:sp>
          <p:sp>
            <p:nvSpPr>
              <p:cNvPr id="226" name="Freeform: Shape 225">
                <a:extLst>
                  <a:ext uri="{FF2B5EF4-FFF2-40B4-BE49-F238E27FC236}">
                    <a16:creationId xmlns:a16="http://schemas.microsoft.com/office/drawing/2014/main" id="{9C491C3D-69BB-6F23-9F37-87067BBDEC59}"/>
                  </a:ext>
                </a:extLst>
              </p:cNvPr>
              <p:cNvSpPr/>
              <p:nvPr/>
            </p:nvSpPr>
            <p:spPr>
              <a:xfrm>
                <a:off x="4649605" y="2775582"/>
                <a:ext cx="63500" cy="63500"/>
              </a:xfrm>
              <a:custGeom>
                <a:avLst/>
                <a:gdLst>
                  <a:gd name="csX0" fmla="*/ 31939 w 63500"/>
                  <a:gd name="csY0" fmla="*/ 63663 h 63500"/>
                  <a:gd name="csX1" fmla="*/ 54389 w 63500"/>
                  <a:gd name="csY1" fmla="*/ 54363 h 63500"/>
                  <a:gd name="csX2" fmla="*/ 63689 w 63500"/>
                  <a:gd name="csY2" fmla="*/ 31913 h 63500"/>
                  <a:gd name="csX3" fmla="*/ 54389 w 63500"/>
                  <a:gd name="csY3" fmla="*/ 9462 h 63500"/>
                  <a:gd name="csX4" fmla="*/ 31939 w 63500"/>
                  <a:gd name="csY4" fmla="*/ 163 h 63500"/>
                  <a:gd name="csX5" fmla="*/ 9488 w 63500"/>
                  <a:gd name="csY5" fmla="*/ 9462 h 63500"/>
                  <a:gd name="csX6" fmla="*/ 189 w 63500"/>
                  <a:gd name="csY6" fmla="*/ 31913 h 63500"/>
                  <a:gd name="csX7" fmla="*/ 9488 w 63500"/>
                  <a:gd name="csY7" fmla="*/ 54363 h 63500"/>
                  <a:gd name="csX8" fmla="*/ 31939 w 63500"/>
                  <a:gd name="csY8" fmla="*/ 6366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39" y="63663"/>
                    </a:moveTo>
                    <a:cubicBezTo>
                      <a:pt x="40359" y="63663"/>
                      <a:pt x="48435" y="60317"/>
                      <a:pt x="54389" y="54363"/>
                    </a:cubicBezTo>
                    <a:cubicBezTo>
                      <a:pt x="60343" y="48409"/>
                      <a:pt x="63689" y="40333"/>
                      <a:pt x="63689" y="31913"/>
                    </a:cubicBezTo>
                    <a:cubicBezTo>
                      <a:pt x="63689" y="23492"/>
                      <a:pt x="60343" y="15416"/>
                      <a:pt x="54389" y="9462"/>
                    </a:cubicBezTo>
                    <a:cubicBezTo>
                      <a:pt x="48435" y="3508"/>
                      <a:pt x="40359" y="163"/>
                      <a:pt x="31939" y="163"/>
                    </a:cubicBezTo>
                    <a:cubicBezTo>
                      <a:pt x="23518" y="163"/>
                      <a:pt x="15442" y="3508"/>
                      <a:pt x="9488" y="9462"/>
                    </a:cubicBezTo>
                    <a:cubicBezTo>
                      <a:pt x="3534" y="15416"/>
                      <a:pt x="189" y="23492"/>
                      <a:pt x="189" y="31913"/>
                    </a:cubicBezTo>
                    <a:cubicBezTo>
                      <a:pt x="189" y="40333"/>
                      <a:pt x="3534" y="48409"/>
                      <a:pt x="9488" y="54363"/>
                    </a:cubicBezTo>
                    <a:cubicBezTo>
                      <a:pt x="15442" y="60317"/>
                      <a:pt x="23518" y="63663"/>
                      <a:pt x="31939" y="63663"/>
                    </a:cubicBezTo>
                    <a:close/>
                  </a:path>
                </a:pathLst>
              </a:custGeom>
              <a:solidFill>
                <a:srgbClr val="9B84E0"/>
              </a:solidFill>
              <a:ln w="3175" cap="flat">
                <a:solidFill>
                  <a:srgbClr val="FFFFFF"/>
                </a:solidFill>
                <a:prstDash val="solid"/>
                <a:round/>
              </a:ln>
            </p:spPr>
            <p:txBody>
              <a:bodyPr/>
              <a:lstStyle/>
              <a:p>
                <a:endParaRPr lang="en-US"/>
              </a:p>
            </p:txBody>
          </p:sp>
          <p:sp>
            <p:nvSpPr>
              <p:cNvPr id="227" name="Freeform: Shape 226">
                <a:extLst>
                  <a:ext uri="{FF2B5EF4-FFF2-40B4-BE49-F238E27FC236}">
                    <a16:creationId xmlns:a16="http://schemas.microsoft.com/office/drawing/2014/main" id="{2689E19D-297A-C36C-B415-B6F3B7950377}"/>
                  </a:ext>
                </a:extLst>
              </p:cNvPr>
              <p:cNvSpPr/>
              <p:nvPr/>
            </p:nvSpPr>
            <p:spPr>
              <a:xfrm>
                <a:off x="5133000" y="2753666"/>
                <a:ext cx="63500" cy="63500"/>
              </a:xfrm>
              <a:custGeom>
                <a:avLst/>
                <a:gdLst>
                  <a:gd name="csX0" fmla="*/ 31977 w 63500"/>
                  <a:gd name="csY0" fmla="*/ 63661 h 63500"/>
                  <a:gd name="csX1" fmla="*/ 54427 w 63500"/>
                  <a:gd name="csY1" fmla="*/ 54361 h 63500"/>
                  <a:gd name="csX2" fmla="*/ 63727 w 63500"/>
                  <a:gd name="csY2" fmla="*/ 31911 h 63500"/>
                  <a:gd name="csX3" fmla="*/ 54427 w 63500"/>
                  <a:gd name="csY3" fmla="*/ 9460 h 63500"/>
                  <a:gd name="csX4" fmla="*/ 31977 w 63500"/>
                  <a:gd name="csY4" fmla="*/ 161 h 63500"/>
                  <a:gd name="csX5" fmla="*/ 9526 w 63500"/>
                  <a:gd name="csY5" fmla="*/ 9460 h 63500"/>
                  <a:gd name="csX6" fmla="*/ 227 w 63500"/>
                  <a:gd name="csY6" fmla="*/ 31911 h 63500"/>
                  <a:gd name="csX7" fmla="*/ 9526 w 63500"/>
                  <a:gd name="csY7" fmla="*/ 54361 h 63500"/>
                  <a:gd name="csX8" fmla="*/ 31977 w 63500"/>
                  <a:gd name="csY8" fmla="*/ 6366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77" y="63661"/>
                    </a:moveTo>
                    <a:cubicBezTo>
                      <a:pt x="40397" y="63661"/>
                      <a:pt x="48473" y="60315"/>
                      <a:pt x="54427" y="54361"/>
                    </a:cubicBezTo>
                    <a:cubicBezTo>
                      <a:pt x="60381" y="48407"/>
                      <a:pt x="63727" y="40331"/>
                      <a:pt x="63727" y="31911"/>
                    </a:cubicBezTo>
                    <a:cubicBezTo>
                      <a:pt x="63727" y="23491"/>
                      <a:pt x="60381" y="15414"/>
                      <a:pt x="54427" y="9460"/>
                    </a:cubicBezTo>
                    <a:cubicBezTo>
                      <a:pt x="48473" y="3506"/>
                      <a:pt x="40397" y="161"/>
                      <a:pt x="31977" y="161"/>
                    </a:cubicBezTo>
                    <a:cubicBezTo>
                      <a:pt x="23556" y="161"/>
                      <a:pt x="15480" y="3506"/>
                      <a:pt x="9526" y="9460"/>
                    </a:cubicBezTo>
                    <a:cubicBezTo>
                      <a:pt x="3572" y="15414"/>
                      <a:pt x="227" y="23491"/>
                      <a:pt x="227" y="31911"/>
                    </a:cubicBezTo>
                    <a:cubicBezTo>
                      <a:pt x="227" y="40331"/>
                      <a:pt x="3572" y="48407"/>
                      <a:pt x="9526" y="54361"/>
                    </a:cubicBezTo>
                    <a:cubicBezTo>
                      <a:pt x="15480" y="60315"/>
                      <a:pt x="23556" y="63661"/>
                      <a:pt x="31977" y="63661"/>
                    </a:cubicBezTo>
                    <a:close/>
                  </a:path>
                </a:pathLst>
              </a:custGeom>
              <a:solidFill>
                <a:srgbClr val="67B57B"/>
              </a:solidFill>
              <a:ln w="3175" cap="flat">
                <a:solidFill>
                  <a:srgbClr val="FFFFFF"/>
                </a:solidFill>
                <a:prstDash val="solid"/>
                <a:round/>
              </a:ln>
            </p:spPr>
            <p:txBody>
              <a:bodyPr/>
              <a:lstStyle/>
              <a:p>
                <a:endParaRPr lang="en-US"/>
              </a:p>
            </p:txBody>
          </p:sp>
          <p:sp>
            <p:nvSpPr>
              <p:cNvPr id="228" name="Freeform: Shape 227">
                <a:extLst>
                  <a:ext uri="{FF2B5EF4-FFF2-40B4-BE49-F238E27FC236}">
                    <a16:creationId xmlns:a16="http://schemas.microsoft.com/office/drawing/2014/main" id="{1D52B48C-6DA0-5DA4-EF4D-299C735A7DC0}"/>
                  </a:ext>
                </a:extLst>
              </p:cNvPr>
              <p:cNvSpPr/>
              <p:nvPr/>
            </p:nvSpPr>
            <p:spPr>
              <a:xfrm>
                <a:off x="5177494" y="2731750"/>
                <a:ext cx="63500" cy="63500"/>
              </a:xfrm>
              <a:custGeom>
                <a:avLst/>
                <a:gdLst>
                  <a:gd name="csX0" fmla="*/ 31980 w 63500"/>
                  <a:gd name="csY0" fmla="*/ 63659 h 63500"/>
                  <a:gd name="csX1" fmla="*/ 54431 w 63500"/>
                  <a:gd name="csY1" fmla="*/ 54360 h 63500"/>
                  <a:gd name="csX2" fmla="*/ 63730 w 63500"/>
                  <a:gd name="csY2" fmla="*/ 31909 h 63500"/>
                  <a:gd name="csX3" fmla="*/ 54431 w 63500"/>
                  <a:gd name="csY3" fmla="*/ 9458 h 63500"/>
                  <a:gd name="csX4" fmla="*/ 31980 w 63500"/>
                  <a:gd name="csY4" fmla="*/ 159 h 63500"/>
                  <a:gd name="csX5" fmla="*/ 9530 w 63500"/>
                  <a:gd name="csY5" fmla="*/ 9458 h 63500"/>
                  <a:gd name="csX6" fmla="*/ 230 w 63500"/>
                  <a:gd name="csY6" fmla="*/ 31909 h 63500"/>
                  <a:gd name="csX7" fmla="*/ 9530 w 63500"/>
                  <a:gd name="csY7" fmla="*/ 54360 h 63500"/>
                  <a:gd name="csX8" fmla="*/ 31980 w 63500"/>
                  <a:gd name="csY8" fmla="*/ 6365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80" y="63659"/>
                    </a:moveTo>
                    <a:cubicBezTo>
                      <a:pt x="40400" y="63659"/>
                      <a:pt x="48477" y="60314"/>
                      <a:pt x="54431" y="54360"/>
                    </a:cubicBezTo>
                    <a:cubicBezTo>
                      <a:pt x="60385" y="48406"/>
                      <a:pt x="63730" y="40329"/>
                      <a:pt x="63730" y="31909"/>
                    </a:cubicBezTo>
                    <a:cubicBezTo>
                      <a:pt x="63730" y="23489"/>
                      <a:pt x="60385" y="15412"/>
                      <a:pt x="54431" y="9458"/>
                    </a:cubicBezTo>
                    <a:cubicBezTo>
                      <a:pt x="48477" y="3504"/>
                      <a:pt x="40400" y="159"/>
                      <a:pt x="31980" y="159"/>
                    </a:cubicBezTo>
                    <a:cubicBezTo>
                      <a:pt x="23560" y="159"/>
                      <a:pt x="15484" y="3504"/>
                      <a:pt x="9530" y="9458"/>
                    </a:cubicBezTo>
                    <a:cubicBezTo>
                      <a:pt x="3576" y="15412"/>
                      <a:pt x="230" y="23489"/>
                      <a:pt x="230" y="31909"/>
                    </a:cubicBezTo>
                    <a:cubicBezTo>
                      <a:pt x="230" y="40329"/>
                      <a:pt x="3576" y="48406"/>
                      <a:pt x="9530" y="54360"/>
                    </a:cubicBezTo>
                    <a:cubicBezTo>
                      <a:pt x="15484" y="60314"/>
                      <a:pt x="23560" y="63659"/>
                      <a:pt x="31980" y="63659"/>
                    </a:cubicBezTo>
                    <a:close/>
                  </a:path>
                </a:pathLst>
              </a:custGeom>
              <a:solidFill>
                <a:srgbClr val="67B57B"/>
              </a:solidFill>
              <a:ln w="3175" cap="flat">
                <a:solidFill>
                  <a:srgbClr val="FFFFFF"/>
                </a:solidFill>
                <a:prstDash val="solid"/>
                <a:round/>
              </a:ln>
            </p:spPr>
            <p:txBody>
              <a:bodyPr/>
              <a:lstStyle/>
              <a:p>
                <a:endParaRPr lang="en-US"/>
              </a:p>
            </p:txBody>
          </p:sp>
          <p:sp>
            <p:nvSpPr>
              <p:cNvPr id="229" name="Freeform: Shape 228">
                <a:extLst>
                  <a:ext uri="{FF2B5EF4-FFF2-40B4-BE49-F238E27FC236}">
                    <a16:creationId xmlns:a16="http://schemas.microsoft.com/office/drawing/2014/main" id="{BDC92491-FF87-D2E7-3482-6835A5E506E6}"/>
                  </a:ext>
                </a:extLst>
              </p:cNvPr>
              <p:cNvSpPr/>
              <p:nvPr/>
            </p:nvSpPr>
            <p:spPr>
              <a:xfrm>
                <a:off x="5217446" y="2709833"/>
                <a:ext cx="63500" cy="63500"/>
              </a:xfrm>
              <a:custGeom>
                <a:avLst/>
                <a:gdLst>
                  <a:gd name="csX0" fmla="*/ 31983 w 63500"/>
                  <a:gd name="csY0" fmla="*/ 63657 h 63500"/>
                  <a:gd name="csX1" fmla="*/ 54434 w 63500"/>
                  <a:gd name="csY1" fmla="*/ 54358 h 63500"/>
                  <a:gd name="csX2" fmla="*/ 63733 w 63500"/>
                  <a:gd name="csY2" fmla="*/ 31907 h 63500"/>
                  <a:gd name="csX3" fmla="*/ 54434 w 63500"/>
                  <a:gd name="csY3" fmla="*/ 9457 h 63500"/>
                  <a:gd name="csX4" fmla="*/ 31983 w 63500"/>
                  <a:gd name="csY4" fmla="*/ 157 h 63500"/>
                  <a:gd name="csX5" fmla="*/ 9533 w 63500"/>
                  <a:gd name="csY5" fmla="*/ 9457 h 63500"/>
                  <a:gd name="csX6" fmla="*/ 233 w 63500"/>
                  <a:gd name="csY6" fmla="*/ 31907 h 63500"/>
                  <a:gd name="csX7" fmla="*/ 9533 w 63500"/>
                  <a:gd name="csY7" fmla="*/ 54358 h 63500"/>
                  <a:gd name="csX8" fmla="*/ 31983 w 63500"/>
                  <a:gd name="csY8" fmla="*/ 6365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83" y="63657"/>
                    </a:moveTo>
                    <a:cubicBezTo>
                      <a:pt x="40404" y="63657"/>
                      <a:pt x="48480" y="60312"/>
                      <a:pt x="54434" y="54358"/>
                    </a:cubicBezTo>
                    <a:cubicBezTo>
                      <a:pt x="60388" y="48404"/>
                      <a:pt x="63733" y="40328"/>
                      <a:pt x="63733" y="31907"/>
                    </a:cubicBezTo>
                    <a:cubicBezTo>
                      <a:pt x="63733" y="23487"/>
                      <a:pt x="60388" y="15411"/>
                      <a:pt x="54434" y="9457"/>
                    </a:cubicBezTo>
                    <a:cubicBezTo>
                      <a:pt x="48480" y="3503"/>
                      <a:pt x="40404" y="157"/>
                      <a:pt x="31983" y="157"/>
                    </a:cubicBezTo>
                    <a:cubicBezTo>
                      <a:pt x="23563" y="157"/>
                      <a:pt x="15487" y="3503"/>
                      <a:pt x="9533" y="9457"/>
                    </a:cubicBezTo>
                    <a:cubicBezTo>
                      <a:pt x="3579" y="15411"/>
                      <a:pt x="233" y="23487"/>
                      <a:pt x="233" y="31907"/>
                    </a:cubicBezTo>
                    <a:cubicBezTo>
                      <a:pt x="233" y="40328"/>
                      <a:pt x="3579" y="48404"/>
                      <a:pt x="9533" y="54358"/>
                    </a:cubicBezTo>
                    <a:cubicBezTo>
                      <a:pt x="15487" y="60312"/>
                      <a:pt x="23563" y="63657"/>
                      <a:pt x="31983" y="63657"/>
                    </a:cubicBezTo>
                    <a:close/>
                  </a:path>
                </a:pathLst>
              </a:custGeom>
              <a:solidFill>
                <a:srgbClr val="67B57B"/>
              </a:solidFill>
              <a:ln w="3175" cap="flat">
                <a:solidFill>
                  <a:srgbClr val="FFFFFF"/>
                </a:solidFill>
                <a:prstDash val="solid"/>
                <a:round/>
              </a:ln>
            </p:spPr>
            <p:txBody>
              <a:bodyPr/>
              <a:lstStyle/>
              <a:p>
                <a:endParaRPr lang="en-US"/>
              </a:p>
            </p:txBody>
          </p:sp>
          <p:sp>
            <p:nvSpPr>
              <p:cNvPr id="230" name="Freeform: Shape 229">
                <a:extLst>
                  <a:ext uri="{FF2B5EF4-FFF2-40B4-BE49-F238E27FC236}">
                    <a16:creationId xmlns:a16="http://schemas.microsoft.com/office/drawing/2014/main" id="{B369EB66-D69A-2C88-0329-C4441787F487}"/>
                  </a:ext>
                </a:extLst>
              </p:cNvPr>
              <p:cNvSpPr/>
              <p:nvPr/>
            </p:nvSpPr>
            <p:spPr>
              <a:xfrm>
                <a:off x="5247003" y="2687917"/>
                <a:ext cx="63500" cy="63500"/>
              </a:xfrm>
              <a:custGeom>
                <a:avLst/>
                <a:gdLst>
                  <a:gd name="csX0" fmla="*/ 31986 w 63500"/>
                  <a:gd name="csY0" fmla="*/ 63656 h 63500"/>
                  <a:gd name="csX1" fmla="*/ 54436 w 63500"/>
                  <a:gd name="csY1" fmla="*/ 54356 h 63500"/>
                  <a:gd name="csX2" fmla="*/ 63736 w 63500"/>
                  <a:gd name="csY2" fmla="*/ 31906 h 63500"/>
                  <a:gd name="csX3" fmla="*/ 54436 w 63500"/>
                  <a:gd name="csY3" fmla="*/ 9455 h 63500"/>
                  <a:gd name="csX4" fmla="*/ 31986 w 63500"/>
                  <a:gd name="csY4" fmla="*/ 156 h 63500"/>
                  <a:gd name="csX5" fmla="*/ 9535 w 63500"/>
                  <a:gd name="csY5" fmla="*/ 9455 h 63500"/>
                  <a:gd name="csX6" fmla="*/ 236 w 63500"/>
                  <a:gd name="csY6" fmla="*/ 31906 h 63500"/>
                  <a:gd name="csX7" fmla="*/ 9535 w 63500"/>
                  <a:gd name="csY7" fmla="*/ 54356 h 63500"/>
                  <a:gd name="csX8" fmla="*/ 31986 w 63500"/>
                  <a:gd name="csY8" fmla="*/ 6365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86" y="63656"/>
                    </a:moveTo>
                    <a:cubicBezTo>
                      <a:pt x="40406" y="63656"/>
                      <a:pt x="48482" y="60310"/>
                      <a:pt x="54436" y="54356"/>
                    </a:cubicBezTo>
                    <a:cubicBezTo>
                      <a:pt x="60390" y="48402"/>
                      <a:pt x="63736" y="40326"/>
                      <a:pt x="63736" y="31906"/>
                    </a:cubicBezTo>
                    <a:cubicBezTo>
                      <a:pt x="63736" y="23485"/>
                      <a:pt x="60390" y="15409"/>
                      <a:pt x="54436" y="9455"/>
                    </a:cubicBezTo>
                    <a:cubicBezTo>
                      <a:pt x="48482" y="3501"/>
                      <a:pt x="40406" y="156"/>
                      <a:pt x="31986" y="156"/>
                    </a:cubicBezTo>
                    <a:cubicBezTo>
                      <a:pt x="23565" y="156"/>
                      <a:pt x="15489" y="3501"/>
                      <a:pt x="9535" y="9455"/>
                    </a:cubicBezTo>
                    <a:cubicBezTo>
                      <a:pt x="3581" y="15409"/>
                      <a:pt x="236" y="23485"/>
                      <a:pt x="236" y="31906"/>
                    </a:cubicBezTo>
                    <a:cubicBezTo>
                      <a:pt x="236" y="40326"/>
                      <a:pt x="3581" y="48402"/>
                      <a:pt x="9535" y="54356"/>
                    </a:cubicBezTo>
                    <a:cubicBezTo>
                      <a:pt x="15489" y="60310"/>
                      <a:pt x="23565" y="63656"/>
                      <a:pt x="31986" y="63656"/>
                    </a:cubicBezTo>
                    <a:close/>
                  </a:path>
                </a:pathLst>
              </a:custGeom>
              <a:solidFill>
                <a:srgbClr val="67B57B"/>
              </a:solidFill>
              <a:ln w="3175" cap="flat">
                <a:solidFill>
                  <a:srgbClr val="FFFFFF"/>
                </a:solidFill>
                <a:prstDash val="solid"/>
                <a:round/>
              </a:ln>
            </p:spPr>
            <p:txBody>
              <a:bodyPr/>
              <a:lstStyle/>
              <a:p>
                <a:endParaRPr lang="en-US"/>
              </a:p>
            </p:txBody>
          </p:sp>
          <p:sp>
            <p:nvSpPr>
              <p:cNvPr id="231" name="Freeform: Shape 230">
                <a:extLst>
                  <a:ext uri="{FF2B5EF4-FFF2-40B4-BE49-F238E27FC236}">
                    <a16:creationId xmlns:a16="http://schemas.microsoft.com/office/drawing/2014/main" id="{E1C65943-3F63-12DA-282D-7EC2ECA5A5BB}"/>
                  </a:ext>
                </a:extLst>
              </p:cNvPr>
              <p:cNvSpPr/>
              <p:nvPr/>
            </p:nvSpPr>
            <p:spPr>
              <a:xfrm>
                <a:off x="5270362" y="2666000"/>
                <a:ext cx="63500" cy="63500"/>
              </a:xfrm>
              <a:custGeom>
                <a:avLst/>
                <a:gdLst>
                  <a:gd name="csX0" fmla="*/ 31987 w 63500"/>
                  <a:gd name="csY0" fmla="*/ 63654 h 63500"/>
                  <a:gd name="csX1" fmla="*/ 54438 w 63500"/>
                  <a:gd name="csY1" fmla="*/ 54355 h 63500"/>
                  <a:gd name="csX2" fmla="*/ 63737 w 63500"/>
                  <a:gd name="csY2" fmla="*/ 31904 h 63500"/>
                  <a:gd name="csX3" fmla="*/ 54438 w 63500"/>
                  <a:gd name="csY3" fmla="*/ 9453 h 63500"/>
                  <a:gd name="csX4" fmla="*/ 31987 w 63500"/>
                  <a:gd name="csY4" fmla="*/ 154 h 63500"/>
                  <a:gd name="csX5" fmla="*/ 9537 w 63500"/>
                  <a:gd name="csY5" fmla="*/ 9453 h 63500"/>
                  <a:gd name="csX6" fmla="*/ 237 w 63500"/>
                  <a:gd name="csY6" fmla="*/ 31904 h 63500"/>
                  <a:gd name="csX7" fmla="*/ 9537 w 63500"/>
                  <a:gd name="csY7" fmla="*/ 54355 h 63500"/>
                  <a:gd name="csX8" fmla="*/ 31987 w 63500"/>
                  <a:gd name="csY8" fmla="*/ 6365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87" y="63654"/>
                    </a:moveTo>
                    <a:cubicBezTo>
                      <a:pt x="40408" y="63654"/>
                      <a:pt x="48484" y="60309"/>
                      <a:pt x="54438" y="54355"/>
                    </a:cubicBezTo>
                    <a:cubicBezTo>
                      <a:pt x="60392" y="48401"/>
                      <a:pt x="63737" y="40324"/>
                      <a:pt x="63737" y="31904"/>
                    </a:cubicBezTo>
                    <a:cubicBezTo>
                      <a:pt x="63737" y="23484"/>
                      <a:pt x="60392" y="15407"/>
                      <a:pt x="54438" y="9453"/>
                    </a:cubicBezTo>
                    <a:cubicBezTo>
                      <a:pt x="48484" y="3499"/>
                      <a:pt x="40408" y="154"/>
                      <a:pt x="31987" y="154"/>
                    </a:cubicBezTo>
                    <a:cubicBezTo>
                      <a:pt x="23567" y="154"/>
                      <a:pt x="15491" y="3499"/>
                      <a:pt x="9537" y="9453"/>
                    </a:cubicBezTo>
                    <a:cubicBezTo>
                      <a:pt x="3583" y="15407"/>
                      <a:pt x="237" y="23484"/>
                      <a:pt x="237" y="31904"/>
                    </a:cubicBezTo>
                    <a:cubicBezTo>
                      <a:pt x="237" y="40324"/>
                      <a:pt x="3583" y="48401"/>
                      <a:pt x="9537" y="54355"/>
                    </a:cubicBezTo>
                    <a:cubicBezTo>
                      <a:pt x="15491" y="60309"/>
                      <a:pt x="23567" y="63654"/>
                      <a:pt x="31987" y="63654"/>
                    </a:cubicBezTo>
                    <a:close/>
                  </a:path>
                </a:pathLst>
              </a:custGeom>
              <a:solidFill>
                <a:srgbClr val="67B57B"/>
              </a:solidFill>
              <a:ln w="3175" cap="flat">
                <a:solidFill>
                  <a:srgbClr val="FFFFFF"/>
                </a:solidFill>
                <a:prstDash val="solid"/>
                <a:round/>
              </a:ln>
            </p:spPr>
            <p:txBody>
              <a:bodyPr/>
              <a:lstStyle/>
              <a:p>
                <a:endParaRPr lang="en-US"/>
              </a:p>
            </p:txBody>
          </p:sp>
          <p:sp>
            <p:nvSpPr>
              <p:cNvPr id="232" name="Freeform: Shape 231">
                <a:extLst>
                  <a:ext uri="{FF2B5EF4-FFF2-40B4-BE49-F238E27FC236}">
                    <a16:creationId xmlns:a16="http://schemas.microsoft.com/office/drawing/2014/main" id="{B619DF5D-B7B2-6C6E-80B4-A92F532B85B2}"/>
                  </a:ext>
                </a:extLst>
              </p:cNvPr>
              <p:cNvSpPr/>
              <p:nvPr/>
            </p:nvSpPr>
            <p:spPr>
              <a:xfrm>
                <a:off x="5315537" y="2644084"/>
                <a:ext cx="63500" cy="63500"/>
              </a:xfrm>
              <a:custGeom>
                <a:avLst/>
                <a:gdLst>
                  <a:gd name="csX0" fmla="*/ 31991 w 63500"/>
                  <a:gd name="csY0" fmla="*/ 63652 h 63500"/>
                  <a:gd name="csX1" fmla="*/ 54442 w 63500"/>
                  <a:gd name="csY1" fmla="*/ 54353 h 63500"/>
                  <a:gd name="csX2" fmla="*/ 63741 w 63500"/>
                  <a:gd name="csY2" fmla="*/ 31902 h 63500"/>
                  <a:gd name="csX3" fmla="*/ 54442 w 63500"/>
                  <a:gd name="csY3" fmla="*/ 9452 h 63500"/>
                  <a:gd name="csX4" fmla="*/ 31991 w 63500"/>
                  <a:gd name="csY4" fmla="*/ 152 h 63500"/>
                  <a:gd name="csX5" fmla="*/ 9540 w 63500"/>
                  <a:gd name="csY5" fmla="*/ 9452 h 63500"/>
                  <a:gd name="csX6" fmla="*/ 241 w 63500"/>
                  <a:gd name="csY6" fmla="*/ 31902 h 63500"/>
                  <a:gd name="csX7" fmla="*/ 9540 w 63500"/>
                  <a:gd name="csY7" fmla="*/ 54353 h 63500"/>
                  <a:gd name="csX8" fmla="*/ 31991 w 63500"/>
                  <a:gd name="csY8" fmla="*/ 6365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91" y="63652"/>
                    </a:moveTo>
                    <a:cubicBezTo>
                      <a:pt x="40411" y="63652"/>
                      <a:pt x="48488" y="60307"/>
                      <a:pt x="54442" y="54353"/>
                    </a:cubicBezTo>
                    <a:cubicBezTo>
                      <a:pt x="60396" y="48399"/>
                      <a:pt x="63741" y="40322"/>
                      <a:pt x="63741" y="31902"/>
                    </a:cubicBezTo>
                    <a:cubicBezTo>
                      <a:pt x="63741" y="23482"/>
                      <a:pt x="60396" y="15406"/>
                      <a:pt x="54442" y="9452"/>
                    </a:cubicBezTo>
                    <a:cubicBezTo>
                      <a:pt x="48488" y="3498"/>
                      <a:pt x="40411" y="152"/>
                      <a:pt x="31991" y="152"/>
                    </a:cubicBezTo>
                    <a:cubicBezTo>
                      <a:pt x="23571" y="152"/>
                      <a:pt x="15494" y="3498"/>
                      <a:pt x="9540" y="9452"/>
                    </a:cubicBezTo>
                    <a:cubicBezTo>
                      <a:pt x="3586" y="15406"/>
                      <a:pt x="241" y="23482"/>
                      <a:pt x="241" y="31902"/>
                    </a:cubicBezTo>
                    <a:cubicBezTo>
                      <a:pt x="241" y="40322"/>
                      <a:pt x="3586" y="48399"/>
                      <a:pt x="9540" y="54353"/>
                    </a:cubicBezTo>
                    <a:cubicBezTo>
                      <a:pt x="15494" y="60307"/>
                      <a:pt x="23571" y="63652"/>
                      <a:pt x="31991" y="63652"/>
                    </a:cubicBezTo>
                    <a:close/>
                  </a:path>
                </a:pathLst>
              </a:custGeom>
              <a:solidFill>
                <a:srgbClr val="67B57B"/>
              </a:solidFill>
              <a:ln w="3175" cap="flat">
                <a:solidFill>
                  <a:srgbClr val="FFFFFF"/>
                </a:solidFill>
                <a:prstDash val="solid"/>
                <a:round/>
              </a:ln>
            </p:spPr>
            <p:txBody>
              <a:bodyPr/>
              <a:lstStyle/>
              <a:p>
                <a:endParaRPr lang="en-US"/>
              </a:p>
            </p:txBody>
          </p:sp>
          <p:sp>
            <p:nvSpPr>
              <p:cNvPr id="233" name="Freeform: Shape 232">
                <a:extLst>
                  <a:ext uri="{FF2B5EF4-FFF2-40B4-BE49-F238E27FC236}">
                    <a16:creationId xmlns:a16="http://schemas.microsoft.com/office/drawing/2014/main" id="{BAC7BDF0-1ACE-3BBC-8B43-80BA36148C85}"/>
                  </a:ext>
                </a:extLst>
              </p:cNvPr>
              <p:cNvSpPr/>
              <p:nvPr/>
            </p:nvSpPr>
            <p:spPr>
              <a:xfrm>
                <a:off x="5360512" y="2622167"/>
                <a:ext cx="63500" cy="63500"/>
              </a:xfrm>
              <a:custGeom>
                <a:avLst/>
                <a:gdLst>
                  <a:gd name="csX0" fmla="*/ 31995 w 63500"/>
                  <a:gd name="csY0" fmla="*/ 63650 h 63500"/>
                  <a:gd name="csX1" fmla="*/ 54445 w 63500"/>
                  <a:gd name="csY1" fmla="*/ 54351 h 63500"/>
                  <a:gd name="csX2" fmla="*/ 63745 w 63500"/>
                  <a:gd name="csY2" fmla="*/ 31900 h 63500"/>
                  <a:gd name="csX3" fmla="*/ 54445 w 63500"/>
                  <a:gd name="csY3" fmla="*/ 9450 h 63500"/>
                  <a:gd name="csX4" fmla="*/ 31995 w 63500"/>
                  <a:gd name="csY4" fmla="*/ 150 h 63500"/>
                  <a:gd name="csX5" fmla="*/ 9544 w 63500"/>
                  <a:gd name="csY5" fmla="*/ 9450 h 63500"/>
                  <a:gd name="csX6" fmla="*/ 245 w 63500"/>
                  <a:gd name="csY6" fmla="*/ 31900 h 63500"/>
                  <a:gd name="csX7" fmla="*/ 9544 w 63500"/>
                  <a:gd name="csY7" fmla="*/ 54351 h 63500"/>
                  <a:gd name="csX8" fmla="*/ 31995 w 63500"/>
                  <a:gd name="csY8" fmla="*/ 6365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95" y="63650"/>
                    </a:moveTo>
                    <a:cubicBezTo>
                      <a:pt x="40415" y="63650"/>
                      <a:pt x="48491" y="60305"/>
                      <a:pt x="54445" y="54351"/>
                    </a:cubicBezTo>
                    <a:cubicBezTo>
                      <a:pt x="60399" y="48397"/>
                      <a:pt x="63745" y="40321"/>
                      <a:pt x="63745" y="31900"/>
                    </a:cubicBezTo>
                    <a:cubicBezTo>
                      <a:pt x="63745" y="23480"/>
                      <a:pt x="60399" y="15404"/>
                      <a:pt x="54445" y="9450"/>
                    </a:cubicBezTo>
                    <a:cubicBezTo>
                      <a:pt x="48491" y="3496"/>
                      <a:pt x="40415" y="150"/>
                      <a:pt x="31995" y="150"/>
                    </a:cubicBezTo>
                    <a:cubicBezTo>
                      <a:pt x="23574" y="150"/>
                      <a:pt x="15498" y="3496"/>
                      <a:pt x="9544" y="9450"/>
                    </a:cubicBezTo>
                    <a:cubicBezTo>
                      <a:pt x="3590" y="15404"/>
                      <a:pt x="245" y="23480"/>
                      <a:pt x="245" y="31900"/>
                    </a:cubicBezTo>
                    <a:cubicBezTo>
                      <a:pt x="245" y="40321"/>
                      <a:pt x="3590" y="48397"/>
                      <a:pt x="9544" y="54351"/>
                    </a:cubicBezTo>
                    <a:cubicBezTo>
                      <a:pt x="15498" y="60305"/>
                      <a:pt x="23574" y="63650"/>
                      <a:pt x="31995" y="63650"/>
                    </a:cubicBezTo>
                    <a:close/>
                  </a:path>
                </a:pathLst>
              </a:custGeom>
              <a:solidFill>
                <a:srgbClr val="67B57B"/>
              </a:solidFill>
              <a:ln w="3175" cap="flat">
                <a:solidFill>
                  <a:srgbClr val="FFFFFF"/>
                </a:solidFill>
                <a:prstDash val="solid"/>
                <a:round/>
              </a:ln>
            </p:spPr>
            <p:txBody>
              <a:bodyPr/>
              <a:lstStyle/>
              <a:p>
                <a:endParaRPr lang="en-US"/>
              </a:p>
            </p:txBody>
          </p:sp>
          <p:sp>
            <p:nvSpPr>
              <p:cNvPr id="234" name="Freeform: Shape 233">
                <a:extLst>
                  <a:ext uri="{FF2B5EF4-FFF2-40B4-BE49-F238E27FC236}">
                    <a16:creationId xmlns:a16="http://schemas.microsoft.com/office/drawing/2014/main" id="{4B45F4ED-CCD5-9AC4-2506-D3081B758BA8}"/>
                  </a:ext>
                </a:extLst>
              </p:cNvPr>
              <p:cNvSpPr/>
              <p:nvPr/>
            </p:nvSpPr>
            <p:spPr>
              <a:xfrm>
                <a:off x="5393213" y="2600251"/>
                <a:ext cx="63500" cy="63500"/>
              </a:xfrm>
              <a:custGeom>
                <a:avLst/>
                <a:gdLst>
                  <a:gd name="csX0" fmla="*/ 31997 w 63500"/>
                  <a:gd name="csY0" fmla="*/ 63649 h 63500"/>
                  <a:gd name="csX1" fmla="*/ 54448 w 63500"/>
                  <a:gd name="csY1" fmla="*/ 54349 h 63500"/>
                  <a:gd name="csX2" fmla="*/ 63747 w 63500"/>
                  <a:gd name="csY2" fmla="*/ 31899 h 63500"/>
                  <a:gd name="csX3" fmla="*/ 54448 w 63500"/>
                  <a:gd name="csY3" fmla="*/ 9448 h 63500"/>
                  <a:gd name="csX4" fmla="*/ 31997 w 63500"/>
                  <a:gd name="csY4" fmla="*/ 149 h 63500"/>
                  <a:gd name="csX5" fmla="*/ 9547 w 63500"/>
                  <a:gd name="csY5" fmla="*/ 9448 h 63500"/>
                  <a:gd name="csX6" fmla="*/ 247 w 63500"/>
                  <a:gd name="csY6" fmla="*/ 31899 h 63500"/>
                  <a:gd name="csX7" fmla="*/ 9547 w 63500"/>
                  <a:gd name="csY7" fmla="*/ 54349 h 63500"/>
                  <a:gd name="csX8" fmla="*/ 31997 w 63500"/>
                  <a:gd name="csY8" fmla="*/ 6364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1997" y="63649"/>
                    </a:moveTo>
                    <a:cubicBezTo>
                      <a:pt x="40417" y="63649"/>
                      <a:pt x="48494" y="60303"/>
                      <a:pt x="54448" y="54349"/>
                    </a:cubicBezTo>
                    <a:cubicBezTo>
                      <a:pt x="60402" y="48395"/>
                      <a:pt x="63747" y="40319"/>
                      <a:pt x="63747" y="31899"/>
                    </a:cubicBezTo>
                    <a:cubicBezTo>
                      <a:pt x="63747" y="23479"/>
                      <a:pt x="60402" y="15402"/>
                      <a:pt x="54448" y="9448"/>
                    </a:cubicBezTo>
                    <a:cubicBezTo>
                      <a:pt x="48494" y="3494"/>
                      <a:pt x="40417" y="149"/>
                      <a:pt x="31997" y="149"/>
                    </a:cubicBezTo>
                    <a:cubicBezTo>
                      <a:pt x="23577" y="149"/>
                      <a:pt x="15500" y="3494"/>
                      <a:pt x="9547" y="9448"/>
                    </a:cubicBezTo>
                    <a:cubicBezTo>
                      <a:pt x="3593" y="15402"/>
                      <a:pt x="247" y="23479"/>
                      <a:pt x="247" y="31899"/>
                    </a:cubicBezTo>
                    <a:cubicBezTo>
                      <a:pt x="247" y="40319"/>
                      <a:pt x="3593" y="48395"/>
                      <a:pt x="9547" y="54349"/>
                    </a:cubicBezTo>
                    <a:cubicBezTo>
                      <a:pt x="15500" y="60303"/>
                      <a:pt x="23577" y="63649"/>
                      <a:pt x="31997" y="63649"/>
                    </a:cubicBezTo>
                    <a:close/>
                  </a:path>
                </a:pathLst>
              </a:custGeom>
              <a:solidFill>
                <a:srgbClr val="67B57B"/>
              </a:solidFill>
              <a:ln w="3175" cap="flat">
                <a:solidFill>
                  <a:srgbClr val="FFFFFF"/>
                </a:solidFill>
                <a:prstDash val="solid"/>
                <a:round/>
              </a:ln>
            </p:spPr>
            <p:txBody>
              <a:bodyPr/>
              <a:lstStyle/>
              <a:p>
                <a:endParaRPr lang="en-US"/>
              </a:p>
            </p:txBody>
          </p:sp>
          <p:sp>
            <p:nvSpPr>
              <p:cNvPr id="235" name="Freeform: Shape 234">
                <a:extLst>
                  <a:ext uri="{FF2B5EF4-FFF2-40B4-BE49-F238E27FC236}">
                    <a16:creationId xmlns:a16="http://schemas.microsoft.com/office/drawing/2014/main" id="{B5190DC4-CA9C-4D32-8807-F5B50DEB0B04}"/>
                  </a:ext>
                </a:extLst>
              </p:cNvPr>
              <p:cNvSpPr/>
              <p:nvPr/>
            </p:nvSpPr>
            <p:spPr>
              <a:xfrm>
                <a:off x="5441542" y="2578334"/>
                <a:ext cx="63500" cy="63500"/>
              </a:xfrm>
              <a:custGeom>
                <a:avLst/>
                <a:gdLst>
                  <a:gd name="csX0" fmla="*/ 32001 w 63500"/>
                  <a:gd name="csY0" fmla="*/ 63647 h 63500"/>
                  <a:gd name="csX1" fmla="*/ 54452 w 63500"/>
                  <a:gd name="csY1" fmla="*/ 54348 h 63500"/>
                  <a:gd name="csX2" fmla="*/ 63751 w 63500"/>
                  <a:gd name="csY2" fmla="*/ 31897 h 63500"/>
                  <a:gd name="csX3" fmla="*/ 54452 w 63500"/>
                  <a:gd name="csY3" fmla="*/ 9446 h 63500"/>
                  <a:gd name="csX4" fmla="*/ 32001 w 63500"/>
                  <a:gd name="csY4" fmla="*/ 147 h 63500"/>
                  <a:gd name="csX5" fmla="*/ 9550 w 63500"/>
                  <a:gd name="csY5" fmla="*/ 9446 h 63500"/>
                  <a:gd name="csX6" fmla="*/ 251 w 63500"/>
                  <a:gd name="csY6" fmla="*/ 31897 h 63500"/>
                  <a:gd name="csX7" fmla="*/ 9550 w 63500"/>
                  <a:gd name="csY7" fmla="*/ 54348 h 63500"/>
                  <a:gd name="csX8" fmla="*/ 32001 w 63500"/>
                  <a:gd name="csY8" fmla="*/ 6364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01" y="63647"/>
                    </a:moveTo>
                    <a:cubicBezTo>
                      <a:pt x="40421" y="63647"/>
                      <a:pt x="48498" y="60302"/>
                      <a:pt x="54452" y="54348"/>
                    </a:cubicBezTo>
                    <a:cubicBezTo>
                      <a:pt x="60406" y="48394"/>
                      <a:pt x="63751" y="40317"/>
                      <a:pt x="63751" y="31897"/>
                    </a:cubicBezTo>
                    <a:cubicBezTo>
                      <a:pt x="63751" y="23477"/>
                      <a:pt x="60406" y="15400"/>
                      <a:pt x="54452" y="9446"/>
                    </a:cubicBezTo>
                    <a:cubicBezTo>
                      <a:pt x="48498" y="3492"/>
                      <a:pt x="40421" y="147"/>
                      <a:pt x="32001" y="147"/>
                    </a:cubicBezTo>
                    <a:cubicBezTo>
                      <a:pt x="23581" y="147"/>
                      <a:pt x="15504" y="3492"/>
                      <a:pt x="9550" y="9446"/>
                    </a:cubicBezTo>
                    <a:cubicBezTo>
                      <a:pt x="3596" y="15400"/>
                      <a:pt x="251" y="23477"/>
                      <a:pt x="251" y="31897"/>
                    </a:cubicBezTo>
                    <a:cubicBezTo>
                      <a:pt x="251" y="40317"/>
                      <a:pt x="3596" y="48394"/>
                      <a:pt x="9550" y="54348"/>
                    </a:cubicBezTo>
                    <a:cubicBezTo>
                      <a:pt x="15504" y="60302"/>
                      <a:pt x="23581" y="63647"/>
                      <a:pt x="32001" y="63647"/>
                    </a:cubicBezTo>
                    <a:close/>
                  </a:path>
                </a:pathLst>
              </a:custGeom>
              <a:solidFill>
                <a:srgbClr val="67B57B"/>
              </a:solidFill>
              <a:ln w="3175" cap="flat">
                <a:solidFill>
                  <a:srgbClr val="FFFFFF"/>
                </a:solidFill>
                <a:prstDash val="solid"/>
                <a:round/>
              </a:ln>
            </p:spPr>
            <p:txBody>
              <a:bodyPr/>
              <a:lstStyle/>
              <a:p>
                <a:endParaRPr lang="en-US"/>
              </a:p>
            </p:txBody>
          </p:sp>
          <p:sp>
            <p:nvSpPr>
              <p:cNvPr id="236" name="Freeform: Shape 235">
                <a:extLst>
                  <a:ext uri="{FF2B5EF4-FFF2-40B4-BE49-F238E27FC236}">
                    <a16:creationId xmlns:a16="http://schemas.microsoft.com/office/drawing/2014/main" id="{8A913ED8-2F32-9E21-6854-49944D58E7CF}"/>
                  </a:ext>
                </a:extLst>
              </p:cNvPr>
              <p:cNvSpPr/>
              <p:nvPr/>
            </p:nvSpPr>
            <p:spPr>
              <a:xfrm>
                <a:off x="5462299" y="2556418"/>
                <a:ext cx="63500" cy="63500"/>
              </a:xfrm>
              <a:custGeom>
                <a:avLst/>
                <a:gdLst>
                  <a:gd name="csX0" fmla="*/ 32003 w 63500"/>
                  <a:gd name="csY0" fmla="*/ 63645 h 63500"/>
                  <a:gd name="csX1" fmla="*/ 54453 w 63500"/>
                  <a:gd name="csY1" fmla="*/ 54346 h 63500"/>
                  <a:gd name="csX2" fmla="*/ 63753 w 63500"/>
                  <a:gd name="csY2" fmla="*/ 31895 h 63500"/>
                  <a:gd name="csX3" fmla="*/ 54453 w 63500"/>
                  <a:gd name="csY3" fmla="*/ 9445 h 63500"/>
                  <a:gd name="csX4" fmla="*/ 32003 w 63500"/>
                  <a:gd name="csY4" fmla="*/ 145 h 63500"/>
                  <a:gd name="csX5" fmla="*/ 9552 w 63500"/>
                  <a:gd name="csY5" fmla="*/ 9445 h 63500"/>
                  <a:gd name="csX6" fmla="*/ 253 w 63500"/>
                  <a:gd name="csY6" fmla="*/ 31895 h 63500"/>
                  <a:gd name="csX7" fmla="*/ 9552 w 63500"/>
                  <a:gd name="csY7" fmla="*/ 54346 h 63500"/>
                  <a:gd name="csX8" fmla="*/ 32003 w 63500"/>
                  <a:gd name="csY8" fmla="*/ 6364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03" y="63645"/>
                    </a:moveTo>
                    <a:cubicBezTo>
                      <a:pt x="40423" y="63645"/>
                      <a:pt x="48499" y="60300"/>
                      <a:pt x="54453" y="54346"/>
                    </a:cubicBezTo>
                    <a:cubicBezTo>
                      <a:pt x="60407" y="48392"/>
                      <a:pt x="63753" y="40315"/>
                      <a:pt x="63753" y="31895"/>
                    </a:cubicBezTo>
                    <a:cubicBezTo>
                      <a:pt x="63753" y="23475"/>
                      <a:pt x="60407" y="15399"/>
                      <a:pt x="54453" y="9445"/>
                    </a:cubicBezTo>
                    <a:cubicBezTo>
                      <a:pt x="48499" y="3491"/>
                      <a:pt x="40423" y="145"/>
                      <a:pt x="32003" y="145"/>
                    </a:cubicBezTo>
                    <a:cubicBezTo>
                      <a:pt x="23582" y="145"/>
                      <a:pt x="15506" y="3491"/>
                      <a:pt x="9552" y="9445"/>
                    </a:cubicBezTo>
                    <a:cubicBezTo>
                      <a:pt x="3598" y="15399"/>
                      <a:pt x="253" y="23475"/>
                      <a:pt x="253" y="31895"/>
                    </a:cubicBezTo>
                    <a:cubicBezTo>
                      <a:pt x="253" y="40315"/>
                      <a:pt x="3598" y="48392"/>
                      <a:pt x="9552" y="54346"/>
                    </a:cubicBezTo>
                    <a:cubicBezTo>
                      <a:pt x="15506" y="60300"/>
                      <a:pt x="23582" y="63645"/>
                      <a:pt x="32003" y="63645"/>
                    </a:cubicBezTo>
                    <a:close/>
                  </a:path>
                </a:pathLst>
              </a:custGeom>
              <a:solidFill>
                <a:srgbClr val="67B57B"/>
              </a:solidFill>
              <a:ln w="3175" cap="flat">
                <a:solidFill>
                  <a:srgbClr val="FFFFFF"/>
                </a:solidFill>
                <a:prstDash val="solid"/>
                <a:round/>
              </a:ln>
            </p:spPr>
            <p:txBody>
              <a:bodyPr/>
              <a:lstStyle/>
              <a:p>
                <a:endParaRPr lang="en-US"/>
              </a:p>
            </p:txBody>
          </p:sp>
          <p:sp>
            <p:nvSpPr>
              <p:cNvPr id="237" name="Freeform: Shape 236">
                <a:extLst>
                  <a:ext uri="{FF2B5EF4-FFF2-40B4-BE49-F238E27FC236}">
                    <a16:creationId xmlns:a16="http://schemas.microsoft.com/office/drawing/2014/main" id="{EDE6B9A0-2888-979D-C2BE-D89A270AEFFC}"/>
                  </a:ext>
                </a:extLst>
              </p:cNvPr>
              <p:cNvSpPr/>
              <p:nvPr/>
            </p:nvSpPr>
            <p:spPr>
              <a:xfrm>
                <a:off x="5491247" y="2534501"/>
                <a:ext cx="63499" cy="63500"/>
              </a:xfrm>
              <a:custGeom>
                <a:avLst/>
                <a:gdLst>
                  <a:gd name="csX0" fmla="*/ 32005 w 63499"/>
                  <a:gd name="csY0" fmla="*/ 63644 h 63500"/>
                  <a:gd name="csX1" fmla="*/ 54456 w 63499"/>
                  <a:gd name="csY1" fmla="*/ 54344 h 63500"/>
                  <a:gd name="csX2" fmla="*/ 63755 w 63499"/>
                  <a:gd name="csY2" fmla="*/ 31894 h 63500"/>
                  <a:gd name="csX3" fmla="*/ 54456 w 63499"/>
                  <a:gd name="csY3" fmla="*/ 9443 h 63500"/>
                  <a:gd name="csX4" fmla="*/ 32005 w 63499"/>
                  <a:gd name="csY4" fmla="*/ 144 h 63500"/>
                  <a:gd name="csX5" fmla="*/ 9554 w 63499"/>
                  <a:gd name="csY5" fmla="*/ 9443 h 63500"/>
                  <a:gd name="csX6" fmla="*/ 255 w 63499"/>
                  <a:gd name="csY6" fmla="*/ 31894 h 63500"/>
                  <a:gd name="csX7" fmla="*/ 9554 w 63499"/>
                  <a:gd name="csY7" fmla="*/ 54344 h 63500"/>
                  <a:gd name="csX8" fmla="*/ 32005 w 63499"/>
                  <a:gd name="csY8" fmla="*/ 6364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499" h="63500">
                    <a:moveTo>
                      <a:pt x="32005" y="63644"/>
                    </a:moveTo>
                    <a:cubicBezTo>
                      <a:pt x="40425" y="63644"/>
                      <a:pt x="48502" y="60298"/>
                      <a:pt x="54456" y="54344"/>
                    </a:cubicBezTo>
                    <a:cubicBezTo>
                      <a:pt x="60409" y="48390"/>
                      <a:pt x="63755" y="40314"/>
                      <a:pt x="63755" y="31894"/>
                    </a:cubicBezTo>
                    <a:cubicBezTo>
                      <a:pt x="63755" y="23473"/>
                      <a:pt x="60409" y="15397"/>
                      <a:pt x="54456" y="9443"/>
                    </a:cubicBezTo>
                    <a:cubicBezTo>
                      <a:pt x="48502" y="3489"/>
                      <a:pt x="40425" y="144"/>
                      <a:pt x="32005" y="144"/>
                    </a:cubicBezTo>
                    <a:cubicBezTo>
                      <a:pt x="23585" y="144"/>
                      <a:pt x="15508" y="3489"/>
                      <a:pt x="9554" y="9443"/>
                    </a:cubicBezTo>
                    <a:cubicBezTo>
                      <a:pt x="3600" y="15397"/>
                      <a:pt x="255" y="23473"/>
                      <a:pt x="255" y="31894"/>
                    </a:cubicBezTo>
                    <a:cubicBezTo>
                      <a:pt x="255" y="40314"/>
                      <a:pt x="3600" y="48390"/>
                      <a:pt x="9554" y="54344"/>
                    </a:cubicBezTo>
                    <a:cubicBezTo>
                      <a:pt x="15508" y="60298"/>
                      <a:pt x="23585" y="63644"/>
                      <a:pt x="32005" y="63644"/>
                    </a:cubicBezTo>
                    <a:close/>
                  </a:path>
                </a:pathLst>
              </a:custGeom>
              <a:solidFill>
                <a:srgbClr val="67B57B"/>
              </a:solidFill>
              <a:ln w="3175" cap="flat">
                <a:solidFill>
                  <a:srgbClr val="FFFFFF"/>
                </a:solidFill>
                <a:prstDash val="solid"/>
                <a:round/>
              </a:ln>
            </p:spPr>
            <p:txBody>
              <a:bodyPr/>
              <a:lstStyle/>
              <a:p>
                <a:endParaRPr lang="en-US"/>
              </a:p>
            </p:txBody>
          </p:sp>
          <p:sp>
            <p:nvSpPr>
              <p:cNvPr id="238" name="Freeform: Shape 237">
                <a:extLst>
                  <a:ext uri="{FF2B5EF4-FFF2-40B4-BE49-F238E27FC236}">
                    <a16:creationId xmlns:a16="http://schemas.microsoft.com/office/drawing/2014/main" id="{E06EBB36-1949-91B3-186F-BB0D87BE3C76}"/>
                  </a:ext>
                </a:extLst>
              </p:cNvPr>
              <p:cNvSpPr/>
              <p:nvPr/>
            </p:nvSpPr>
            <p:spPr>
              <a:xfrm>
                <a:off x="5517934" y="2512585"/>
                <a:ext cx="63500" cy="63500"/>
              </a:xfrm>
              <a:custGeom>
                <a:avLst/>
                <a:gdLst>
                  <a:gd name="csX0" fmla="*/ 32007 w 63500"/>
                  <a:gd name="csY0" fmla="*/ 63642 h 63500"/>
                  <a:gd name="csX1" fmla="*/ 54458 w 63500"/>
                  <a:gd name="csY1" fmla="*/ 54342 h 63500"/>
                  <a:gd name="csX2" fmla="*/ 63757 w 63500"/>
                  <a:gd name="csY2" fmla="*/ 31892 h 63500"/>
                  <a:gd name="csX3" fmla="*/ 54458 w 63500"/>
                  <a:gd name="csY3" fmla="*/ 9441 h 63500"/>
                  <a:gd name="csX4" fmla="*/ 32007 w 63500"/>
                  <a:gd name="csY4" fmla="*/ 142 h 63500"/>
                  <a:gd name="csX5" fmla="*/ 9556 w 63500"/>
                  <a:gd name="csY5" fmla="*/ 9441 h 63500"/>
                  <a:gd name="csX6" fmla="*/ 257 w 63500"/>
                  <a:gd name="csY6" fmla="*/ 31892 h 63500"/>
                  <a:gd name="csX7" fmla="*/ 9556 w 63500"/>
                  <a:gd name="csY7" fmla="*/ 54342 h 63500"/>
                  <a:gd name="csX8" fmla="*/ 32007 w 63500"/>
                  <a:gd name="csY8" fmla="*/ 63642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07" y="63642"/>
                    </a:moveTo>
                    <a:cubicBezTo>
                      <a:pt x="40427" y="63642"/>
                      <a:pt x="48504" y="60296"/>
                      <a:pt x="54458" y="54342"/>
                    </a:cubicBezTo>
                    <a:cubicBezTo>
                      <a:pt x="60412" y="48389"/>
                      <a:pt x="63757" y="40312"/>
                      <a:pt x="63757" y="31892"/>
                    </a:cubicBezTo>
                    <a:cubicBezTo>
                      <a:pt x="63757" y="23472"/>
                      <a:pt x="60412" y="15395"/>
                      <a:pt x="54458" y="9441"/>
                    </a:cubicBezTo>
                    <a:cubicBezTo>
                      <a:pt x="48504" y="3487"/>
                      <a:pt x="40427" y="142"/>
                      <a:pt x="32007" y="142"/>
                    </a:cubicBezTo>
                    <a:cubicBezTo>
                      <a:pt x="23587" y="142"/>
                      <a:pt x="15510" y="3487"/>
                      <a:pt x="9556" y="9441"/>
                    </a:cubicBezTo>
                    <a:cubicBezTo>
                      <a:pt x="3602" y="15395"/>
                      <a:pt x="257" y="23472"/>
                      <a:pt x="257" y="31892"/>
                    </a:cubicBezTo>
                    <a:cubicBezTo>
                      <a:pt x="257" y="40312"/>
                      <a:pt x="3602" y="48389"/>
                      <a:pt x="9556" y="54342"/>
                    </a:cubicBezTo>
                    <a:cubicBezTo>
                      <a:pt x="15510" y="60296"/>
                      <a:pt x="23587" y="63642"/>
                      <a:pt x="32007" y="63642"/>
                    </a:cubicBezTo>
                    <a:close/>
                  </a:path>
                </a:pathLst>
              </a:custGeom>
              <a:solidFill>
                <a:srgbClr val="67B57B"/>
              </a:solidFill>
              <a:ln w="3175" cap="flat">
                <a:solidFill>
                  <a:srgbClr val="FFFFFF"/>
                </a:solidFill>
                <a:prstDash val="solid"/>
                <a:round/>
              </a:ln>
            </p:spPr>
            <p:txBody>
              <a:bodyPr/>
              <a:lstStyle/>
              <a:p>
                <a:endParaRPr lang="en-US"/>
              </a:p>
            </p:txBody>
          </p:sp>
          <p:sp>
            <p:nvSpPr>
              <p:cNvPr id="239" name="Freeform: Shape 238">
                <a:extLst>
                  <a:ext uri="{FF2B5EF4-FFF2-40B4-BE49-F238E27FC236}">
                    <a16:creationId xmlns:a16="http://schemas.microsoft.com/office/drawing/2014/main" id="{54A30069-093B-41A0-16B1-A4CA311E400E}"/>
                  </a:ext>
                </a:extLst>
              </p:cNvPr>
              <p:cNvSpPr/>
              <p:nvPr/>
            </p:nvSpPr>
            <p:spPr>
              <a:xfrm>
                <a:off x="5579107" y="2490669"/>
                <a:ext cx="63500" cy="63500"/>
              </a:xfrm>
              <a:custGeom>
                <a:avLst/>
                <a:gdLst>
                  <a:gd name="csX0" fmla="*/ 32012 w 63500"/>
                  <a:gd name="csY0" fmla="*/ 63640 h 63500"/>
                  <a:gd name="csX1" fmla="*/ 54462 w 63500"/>
                  <a:gd name="csY1" fmla="*/ 54341 h 63500"/>
                  <a:gd name="csX2" fmla="*/ 63762 w 63500"/>
                  <a:gd name="csY2" fmla="*/ 31890 h 63500"/>
                  <a:gd name="csX3" fmla="*/ 54462 w 63500"/>
                  <a:gd name="csY3" fmla="*/ 9439 h 63500"/>
                  <a:gd name="csX4" fmla="*/ 32012 w 63500"/>
                  <a:gd name="csY4" fmla="*/ 140 h 63500"/>
                  <a:gd name="csX5" fmla="*/ 9561 w 63500"/>
                  <a:gd name="csY5" fmla="*/ 9439 h 63500"/>
                  <a:gd name="csX6" fmla="*/ 262 w 63500"/>
                  <a:gd name="csY6" fmla="*/ 31890 h 63500"/>
                  <a:gd name="csX7" fmla="*/ 9561 w 63500"/>
                  <a:gd name="csY7" fmla="*/ 54341 h 63500"/>
                  <a:gd name="csX8" fmla="*/ 32012 w 63500"/>
                  <a:gd name="csY8" fmla="*/ 6364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12" y="63640"/>
                    </a:moveTo>
                    <a:cubicBezTo>
                      <a:pt x="40432" y="63640"/>
                      <a:pt x="48508" y="60295"/>
                      <a:pt x="54462" y="54341"/>
                    </a:cubicBezTo>
                    <a:cubicBezTo>
                      <a:pt x="60416" y="48387"/>
                      <a:pt x="63762" y="40310"/>
                      <a:pt x="63762" y="31890"/>
                    </a:cubicBezTo>
                    <a:cubicBezTo>
                      <a:pt x="63762" y="23470"/>
                      <a:pt x="60416" y="15393"/>
                      <a:pt x="54462" y="9439"/>
                    </a:cubicBezTo>
                    <a:cubicBezTo>
                      <a:pt x="48508" y="3485"/>
                      <a:pt x="40432" y="140"/>
                      <a:pt x="32012" y="140"/>
                    </a:cubicBezTo>
                    <a:cubicBezTo>
                      <a:pt x="23592" y="140"/>
                      <a:pt x="15515" y="3485"/>
                      <a:pt x="9561" y="9439"/>
                    </a:cubicBezTo>
                    <a:cubicBezTo>
                      <a:pt x="3607" y="15393"/>
                      <a:pt x="262" y="23470"/>
                      <a:pt x="262" y="31890"/>
                    </a:cubicBezTo>
                    <a:cubicBezTo>
                      <a:pt x="262" y="40310"/>
                      <a:pt x="3607" y="48387"/>
                      <a:pt x="9561" y="54341"/>
                    </a:cubicBezTo>
                    <a:cubicBezTo>
                      <a:pt x="15515" y="60295"/>
                      <a:pt x="23592" y="63640"/>
                      <a:pt x="32012" y="63640"/>
                    </a:cubicBezTo>
                    <a:close/>
                  </a:path>
                </a:pathLst>
              </a:custGeom>
              <a:solidFill>
                <a:srgbClr val="67B57B"/>
              </a:solidFill>
              <a:ln w="3175" cap="flat">
                <a:solidFill>
                  <a:srgbClr val="FFFFFF"/>
                </a:solidFill>
                <a:prstDash val="solid"/>
                <a:round/>
              </a:ln>
            </p:spPr>
            <p:txBody>
              <a:bodyPr/>
              <a:lstStyle/>
              <a:p>
                <a:endParaRPr lang="en-US"/>
              </a:p>
            </p:txBody>
          </p:sp>
          <p:sp>
            <p:nvSpPr>
              <p:cNvPr id="240" name="Freeform: Shape 239">
                <a:extLst>
                  <a:ext uri="{FF2B5EF4-FFF2-40B4-BE49-F238E27FC236}">
                    <a16:creationId xmlns:a16="http://schemas.microsoft.com/office/drawing/2014/main" id="{06451164-6A91-8837-4897-9E62BBD3186A}"/>
                  </a:ext>
                </a:extLst>
              </p:cNvPr>
              <p:cNvSpPr/>
              <p:nvPr/>
            </p:nvSpPr>
            <p:spPr>
              <a:xfrm>
                <a:off x="5627257" y="2468752"/>
                <a:ext cx="63500" cy="63500"/>
              </a:xfrm>
              <a:custGeom>
                <a:avLst/>
                <a:gdLst>
                  <a:gd name="csX0" fmla="*/ 32016 w 63500"/>
                  <a:gd name="csY0" fmla="*/ 63638 h 63500"/>
                  <a:gd name="csX1" fmla="*/ 54466 w 63500"/>
                  <a:gd name="csY1" fmla="*/ 54339 h 63500"/>
                  <a:gd name="csX2" fmla="*/ 63766 w 63500"/>
                  <a:gd name="csY2" fmla="*/ 31888 h 63500"/>
                  <a:gd name="csX3" fmla="*/ 54466 w 63500"/>
                  <a:gd name="csY3" fmla="*/ 9438 h 63500"/>
                  <a:gd name="csX4" fmla="*/ 32016 w 63500"/>
                  <a:gd name="csY4" fmla="*/ 138 h 63500"/>
                  <a:gd name="csX5" fmla="*/ 9565 w 63500"/>
                  <a:gd name="csY5" fmla="*/ 9438 h 63500"/>
                  <a:gd name="csX6" fmla="*/ 266 w 63500"/>
                  <a:gd name="csY6" fmla="*/ 31888 h 63500"/>
                  <a:gd name="csX7" fmla="*/ 9565 w 63500"/>
                  <a:gd name="csY7" fmla="*/ 54339 h 63500"/>
                  <a:gd name="csX8" fmla="*/ 32016 w 63500"/>
                  <a:gd name="csY8" fmla="*/ 6363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16" y="63638"/>
                    </a:moveTo>
                    <a:cubicBezTo>
                      <a:pt x="40436" y="63638"/>
                      <a:pt x="48512" y="60293"/>
                      <a:pt x="54466" y="54339"/>
                    </a:cubicBezTo>
                    <a:cubicBezTo>
                      <a:pt x="60420" y="48385"/>
                      <a:pt x="63766" y="40309"/>
                      <a:pt x="63766" y="31888"/>
                    </a:cubicBezTo>
                    <a:cubicBezTo>
                      <a:pt x="63766" y="23468"/>
                      <a:pt x="60420" y="15392"/>
                      <a:pt x="54466" y="9438"/>
                    </a:cubicBezTo>
                    <a:cubicBezTo>
                      <a:pt x="48512" y="3484"/>
                      <a:pt x="40436" y="138"/>
                      <a:pt x="32016" y="138"/>
                    </a:cubicBezTo>
                    <a:cubicBezTo>
                      <a:pt x="23595" y="138"/>
                      <a:pt x="15519" y="3484"/>
                      <a:pt x="9565" y="9438"/>
                    </a:cubicBezTo>
                    <a:cubicBezTo>
                      <a:pt x="3611" y="15392"/>
                      <a:pt x="266" y="23468"/>
                      <a:pt x="266" y="31888"/>
                    </a:cubicBezTo>
                    <a:cubicBezTo>
                      <a:pt x="266" y="40309"/>
                      <a:pt x="3611" y="48385"/>
                      <a:pt x="9565" y="54339"/>
                    </a:cubicBezTo>
                    <a:cubicBezTo>
                      <a:pt x="15519" y="60293"/>
                      <a:pt x="23595" y="63638"/>
                      <a:pt x="32016" y="63638"/>
                    </a:cubicBezTo>
                    <a:close/>
                  </a:path>
                </a:pathLst>
              </a:custGeom>
              <a:solidFill>
                <a:srgbClr val="67B57B"/>
              </a:solidFill>
              <a:ln w="3175" cap="flat">
                <a:solidFill>
                  <a:srgbClr val="FFFFFF"/>
                </a:solidFill>
                <a:prstDash val="solid"/>
                <a:round/>
              </a:ln>
            </p:spPr>
            <p:txBody>
              <a:bodyPr/>
              <a:lstStyle/>
              <a:p>
                <a:endParaRPr lang="en-US"/>
              </a:p>
            </p:txBody>
          </p:sp>
          <p:sp>
            <p:nvSpPr>
              <p:cNvPr id="241" name="Freeform: Shape 240">
                <a:extLst>
                  <a:ext uri="{FF2B5EF4-FFF2-40B4-BE49-F238E27FC236}">
                    <a16:creationId xmlns:a16="http://schemas.microsoft.com/office/drawing/2014/main" id="{89927725-624F-80FF-51EB-91D16D4CE83D}"/>
                  </a:ext>
                </a:extLst>
              </p:cNvPr>
              <p:cNvSpPr/>
              <p:nvPr/>
            </p:nvSpPr>
            <p:spPr>
              <a:xfrm>
                <a:off x="5660542" y="2446836"/>
                <a:ext cx="63500" cy="63500"/>
              </a:xfrm>
              <a:custGeom>
                <a:avLst/>
                <a:gdLst>
                  <a:gd name="csX0" fmla="*/ 32018 w 63500"/>
                  <a:gd name="csY0" fmla="*/ 63637 h 63500"/>
                  <a:gd name="csX1" fmla="*/ 54469 w 63500"/>
                  <a:gd name="csY1" fmla="*/ 54337 h 63500"/>
                  <a:gd name="csX2" fmla="*/ 63768 w 63500"/>
                  <a:gd name="csY2" fmla="*/ 31887 h 63500"/>
                  <a:gd name="csX3" fmla="*/ 54469 w 63500"/>
                  <a:gd name="csY3" fmla="*/ 9436 h 63500"/>
                  <a:gd name="csX4" fmla="*/ 32018 w 63500"/>
                  <a:gd name="csY4" fmla="*/ 137 h 63500"/>
                  <a:gd name="csX5" fmla="*/ 9568 w 63500"/>
                  <a:gd name="csY5" fmla="*/ 9436 h 63500"/>
                  <a:gd name="csX6" fmla="*/ 268 w 63500"/>
                  <a:gd name="csY6" fmla="*/ 31887 h 63500"/>
                  <a:gd name="csX7" fmla="*/ 9568 w 63500"/>
                  <a:gd name="csY7" fmla="*/ 54337 h 63500"/>
                  <a:gd name="csX8" fmla="*/ 32018 w 63500"/>
                  <a:gd name="csY8" fmla="*/ 6363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18" y="63637"/>
                    </a:moveTo>
                    <a:cubicBezTo>
                      <a:pt x="40438" y="63637"/>
                      <a:pt x="48515" y="60291"/>
                      <a:pt x="54469" y="54337"/>
                    </a:cubicBezTo>
                    <a:cubicBezTo>
                      <a:pt x="60423" y="48383"/>
                      <a:pt x="63768" y="40307"/>
                      <a:pt x="63768" y="31887"/>
                    </a:cubicBezTo>
                    <a:cubicBezTo>
                      <a:pt x="63768" y="23466"/>
                      <a:pt x="60423" y="15390"/>
                      <a:pt x="54469" y="9436"/>
                    </a:cubicBezTo>
                    <a:cubicBezTo>
                      <a:pt x="48515" y="3482"/>
                      <a:pt x="40438" y="137"/>
                      <a:pt x="32018" y="137"/>
                    </a:cubicBezTo>
                    <a:cubicBezTo>
                      <a:pt x="23598" y="137"/>
                      <a:pt x="15522" y="3482"/>
                      <a:pt x="9568" y="9436"/>
                    </a:cubicBezTo>
                    <a:cubicBezTo>
                      <a:pt x="3614" y="15390"/>
                      <a:pt x="268" y="23466"/>
                      <a:pt x="268" y="31887"/>
                    </a:cubicBezTo>
                    <a:cubicBezTo>
                      <a:pt x="268" y="40307"/>
                      <a:pt x="3614" y="48383"/>
                      <a:pt x="9568" y="54337"/>
                    </a:cubicBezTo>
                    <a:cubicBezTo>
                      <a:pt x="15522" y="60291"/>
                      <a:pt x="23598" y="63637"/>
                      <a:pt x="32018" y="63637"/>
                    </a:cubicBezTo>
                    <a:close/>
                  </a:path>
                </a:pathLst>
              </a:custGeom>
              <a:solidFill>
                <a:srgbClr val="67B57B"/>
              </a:solidFill>
              <a:ln w="3175" cap="flat">
                <a:solidFill>
                  <a:srgbClr val="FFFFFF"/>
                </a:solidFill>
                <a:prstDash val="solid"/>
                <a:round/>
              </a:ln>
            </p:spPr>
            <p:txBody>
              <a:bodyPr/>
              <a:lstStyle/>
              <a:p>
                <a:endParaRPr lang="en-US"/>
              </a:p>
            </p:txBody>
          </p:sp>
          <p:sp>
            <p:nvSpPr>
              <p:cNvPr id="242" name="Freeform: Shape 241">
                <a:extLst>
                  <a:ext uri="{FF2B5EF4-FFF2-40B4-BE49-F238E27FC236}">
                    <a16:creationId xmlns:a16="http://schemas.microsoft.com/office/drawing/2014/main" id="{DADEA09F-4F03-35F3-9BF6-FCD5D9067559}"/>
                  </a:ext>
                </a:extLst>
              </p:cNvPr>
              <p:cNvSpPr/>
              <p:nvPr/>
            </p:nvSpPr>
            <p:spPr>
              <a:xfrm>
                <a:off x="5680737" y="2424919"/>
                <a:ext cx="63500" cy="63500"/>
              </a:xfrm>
              <a:custGeom>
                <a:avLst/>
                <a:gdLst>
                  <a:gd name="csX0" fmla="*/ 32020 w 63500"/>
                  <a:gd name="csY0" fmla="*/ 63635 h 63500"/>
                  <a:gd name="csX1" fmla="*/ 54470 w 63500"/>
                  <a:gd name="csY1" fmla="*/ 54336 h 63500"/>
                  <a:gd name="csX2" fmla="*/ 63770 w 63500"/>
                  <a:gd name="csY2" fmla="*/ 31885 h 63500"/>
                  <a:gd name="csX3" fmla="*/ 54470 w 63500"/>
                  <a:gd name="csY3" fmla="*/ 9434 h 63500"/>
                  <a:gd name="csX4" fmla="*/ 32020 w 63500"/>
                  <a:gd name="csY4" fmla="*/ 135 h 63500"/>
                  <a:gd name="csX5" fmla="*/ 9569 w 63500"/>
                  <a:gd name="csY5" fmla="*/ 9434 h 63500"/>
                  <a:gd name="csX6" fmla="*/ 270 w 63500"/>
                  <a:gd name="csY6" fmla="*/ 31885 h 63500"/>
                  <a:gd name="csX7" fmla="*/ 9569 w 63500"/>
                  <a:gd name="csY7" fmla="*/ 54336 h 63500"/>
                  <a:gd name="csX8" fmla="*/ 32020 w 63500"/>
                  <a:gd name="csY8" fmla="*/ 6363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20" y="63635"/>
                    </a:moveTo>
                    <a:cubicBezTo>
                      <a:pt x="40440" y="63635"/>
                      <a:pt x="48516" y="60290"/>
                      <a:pt x="54470" y="54336"/>
                    </a:cubicBezTo>
                    <a:cubicBezTo>
                      <a:pt x="60424" y="48382"/>
                      <a:pt x="63770" y="40305"/>
                      <a:pt x="63770" y="31885"/>
                    </a:cubicBezTo>
                    <a:cubicBezTo>
                      <a:pt x="63770" y="23465"/>
                      <a:pt x="60424" y="15388"/>
                      <a:pt x="54470" y="9434"/>
                    </a:cubicBezTo>
                    <a:cubicBezTo>
                      <a:pt x="48516" y="3480"/>
                      <a:pt x="40440" y="135"/>
                      <a:pt x="32020" y="135"/>
                    </a:cubicBezTo>
                    <a:cubicBezTo>
                      <a:pt x="23600" y="135"/>
                      <a:pt x="15523" y="3480"/>
                      <a:pt x="9569" y="9434"/>
                    </a:cubicBezTo>
                    <a:cubicBezTo>
                      <a:pt x="3615" y="15388"/>
                      <a:pt x="270" y="23465"/>
                      <a:pt x="270" y="31885"/>
                    </a:cubicBezTo>
                    <a:cubicBezTo>
                      <a:pt x="270" y="40305"/>
                      <a:pt x="3615" y="48382"/>
                      <a:pt x="9569" y="54336"/>
                    </a:cubicBezTo>
                    <a:cubicBezTo>
                      <a:pt x="15523" y="60290"/>
                      <a:pt x="23600" y="63635"/>
                      <a:pt x="32020" y="63635"/>
                    </a:cubicBezTo>
                    <a:close/>
                  </a:path>
                </a:pathLst>
              </a:custGeom>
              <a:solidFill>
                <a:srgbClr val="67B57B"/>
              </a:solidFill>
              <a:ln w="3175" cap="flat">
                <a:solidFill>
                  <a:srgbClr val="FFFFFF"/>
                </a:solidFill>
                <a:prstDash val="solid"/>
                <a:round/>
              </a:ln>
            </p:spPr>
            <p:txBody>
              <a:bodyPr/>
              <a:lstStyle/>
              <a:p>
                <a:endParaRPr lang="en-US"/>
              </a:p>
            </p:txBody>
          </p:sp>
          <p:sp>
            <p:nvSpPr>
              <p:cNvPr id="243" name="Freeform: Shape 242">
                <a:extLst>
                  <a:ext uri="{FF2B5EF4-FFF2-40B4-BE49-F238E27FC236}">
                    <a16:creationId xmlns:a16="http://schemas.microsoft.com/office/drawing/2014/main" id="{4472CB9A-2C9C-368B-1A16-A400B29F948C}"/>
                  </a:ext>
                </a:extLst>
              </p:cNvPr>
              <p:cNvSpPr/>
              <p:nvPr/>
            </p:nvSpPr>
            <p:spPr>
              <a:xfrm>
                <a:off x="5706999" y="2403003"/>
                <a:ext cx="63500" cy="63500"/>
              </a:xfrm>
              <a:custGeom>
                <a:avLst/>
                <a:gdLst>
                  <a:gd name="csX0" fmla="*/ 32022 w 63500"/>
                  <a:gd name="csY0" fmla="*/ 63633 h 63500"/>
                  <a:gd name="csX1" fmla="*/ 54473 w 63500"/>
                  <a:gd name="csY1" fmla="*/ 54334 h 63500"/>
                  <a:gd name="csX2" fmla="*/ 63772 w 63500"/>
                  <a:gd name="csY2" fmla="*/ 31883 h 63500"/>
                  <a:gd name="csX3" fmla="*/ 54473 w 63500"/>
                  <a:gd name="csY3" fmla="*/ 9433 h 63500"/>
                  <a:gd name="csX4" fmla="*/ 32022 w 63500"/>
                  <a:gd name="csY4" fmla="*/ 133 h 63500"/>
                  <a:gd name="csX5" fmla="*/ 9571 w 63500"/>
                  <a:gd name="csY5" fmla="*/ 9433 h 63500"/>
                  <a:gd name="csX6" fmla="*/ 272 w 63500"/>
                  <a:gd name="csY6" fmla="*/ 31883 h 63500"/>
                  <a:gd name="csX7" fmla="*/ 9571 w 63500"/>
                  <a:gd name="csY7" fmla="*/ 54334 h 63500"/>
                  <a:gd name="csX8" fmla="*/ 32022 w 63500"/>
                  <a:gd name="csY8" fmla="*/ 6363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22" y="63633"/>
                    </a:moveTo>
                    <a:cubicBezTo>
                      <a:pt x="40442" y="63633"/>
                      <a:pt x="48519" y="60288"/>
                      <a:pt x="54473" y="54334"/>
                    </a:cubicBezTo>
                    <a:cubicBezTo>
                      <a:pt x="60426" y="48380"/>
                      <a:pt x="63772" y="40303"/>
                      <a:pt x="63772" y="31883"/>
                    </a:cubicBezTo>
                    <a:cubicBezTo>
                      <a:pt x="63772" y="23463"/>
                      <a:pt x="60426" y="15387"/>
                      <a:pt x="54473" y="9433"/>
                    </a:cubicBezTo>
                    <a:cubicBezTo>
                      <a:pt x="48519" y="3479"/>
                      <a:pt x="40442" y="133"/>
                      <a:pt x="32022" y="133"/>
                    </a:cubicBezTo>
                    <a:cubicBezTo>
                      <a:pt x="23602" y="133"/>
                      <a:pt x="15525" y="3479"/>
                      <a:pt x="9571" y="9433"/>
                    </a:cubicBezTo>
                    <a:cubicBezTo>
                      <a:pt x="3617" y="15387"/>
                      <a:pt x="272" y="23463"/>
                      <a:pt x="272" y="31883"/>
                    </a:cubicBezTo>
                    <a:cubicBezTo>
                      <a:pt x="272" y="40303"/>
                      <a:pt x="3617" y="48380"/>
                      <a:pt x="9571" y="54334"/>
                    </a:cubicBezTo>
                    <a:cubicBezTo>
                      <a:pt x="15525" y="60288"/>
                      <a:pt x="23602" y="63633"/>
                      <a:pt x="32022" y="63633"/>
                    </a:cubicBezTo>
                    <a:close/>
                  </a:path>
                </a:pathLst>
              </a:custGeom>
              <a:solidFill>
                <a:srgbClr val="67B57B"/>
              </a:solidFill>
              <a:ln w="3175" cap="flat">
                <a:solidFill>
                  <a:srgbClr val="FFFFFF"/>
                </a:solidFill>
                <a:prstDash val="solid"/>
                <a:round/>
              </a:ln>
            </p:spPr>
            <p:txBody>
              <a:bodyPr/>
              <a:lstStyle/>
              <a:p>
                <a:endParaRPr lang="en-US"/>
              </a:p>
            </p:txBody>
          </p:sp>
          <p:sp>
            <p:nvSpPr>
              <p:cNvPr id="244" name="Freeform: Shape 243">
                <a:extLst>
                  <a:ext uri="{FF2B5EF4-FFF2-40B4-BE49-F238E27FC236}">
                    <a16:creationId xmlns:a16="http://schemas.microsoft.com/office/drawing/2014/main" id="{9352A247-C758-4430-2319-CCD2B0647263}"/>
                  </a:ext>
                </a:extLst>
              </p:cNvPr>
              <p:cNvSpPr/>
              <p:nvPr/>
            </p:nvSpPr>
            <p:spPr>
              <a:xfrm>
                <a:off x="5732542" y="2381086"/>
                <a:ext cx="63500" cy="63500"/>
              </a:xfrm>
              <a:custGeom>
                <a:avLst/>
                <a:gdLst>
                  <a:gd name="csX0" fmla="*/ 32024 w 63500"/>
                  <a:gd name="csY0" fmla="*/ 63631 h 63500"/>
                  <a:gd name="csX1" fmla="*/ 54475 w 63500"/>
                  <a:gd name="csY1" fmla="*/ 54332 h 63500"/>
                  <a:gd name="csX2" fmla="*/ 63774 w 63500"/>
                  <a:gd name="csY2" fmla="*/ 31881 h 63500"/>
                  <a:gd name="csX3" fmla="*/ 54475 w 63500"/>
                  <a:gd name="csY3" fmla="*/ 9431 h 63500"/>
                  <a:gd name="csX4" fmla="*/ 32024 w 63500"/>
                  <a:gd name="csY4" fmla="*/ 131 h 63500"/>
                  <a:gd name="csX5" fmla="*/ 9573 w 63500"/>
                  <a:gd name="csY5" fmla="*/ 9431 h 63500"/>
                  <a:gd name="csX6" fmla="*/ 274 w 63500"/>
                  <a:gd name="csY6" fmla="*/ 31881 h 63500"/>
                  <a:gd name="csX7" fmla="*/ 9573 w 63500"/>
                  <a:gd name="csY7" fmla="*/ 54332 h 63500"/>
                  <a:gd name="csX8" fmla="*/ 32024 w 63500"/>
                  <a:gd name="csY8" fmla="*/ 6363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24" y="63631"/>
                    </a:moveTo>
                    <a:cubicBezTo>
                      <a:pt x="40444" y="63631"/>
                      <a:pt x="48521" y="60286"/>
                      <a:pt x="54475" y="54332"/>
                    </a:cubicBezTo>
                    <a:cubicBezTo>
                      <a:pt x="60428" y="48378"/>
                      <a:pt x="63774" y="40302"/>
                      <a:pt x="63774" y="31881"/>
                    </a:cubicBezTo>
                    <a:cubicBezTo>
                      <a:pt x="63774" y="23461"/>
                      <a:pt x="60428" y="15385"/>
                      <a:pt x="54475" y="9431"/>
                    </a:cubicBezTo>
                    <a:cubicBezTo>
                      <a:pt x="48521" y="3477"/>
                      <a:pt x="40444" y="131"/>
                      <a:pt x="32024" y="131"/>
                    </a:cubicBezTo>
                    <a:cubicBezTo>
                      <a:pt x="23604" y="131"/>
                      <a:pt x="15527" y="3477"/>
                      <a:pt x="9573" y="9431"/>
                    </a:cubicBezTo>
                    <a:cubicBezTo>
                      <a:pt x="3619" y="15385"/>
                      <a:pt x="274" y="23461"/>
                      <a:pt x="274" y="31881"/>
                    </a:cubicBezTo>
                    <a:cubicBezTo>
                      <a:pt x="274" y="40302"/>
                      <a:pt x="3619" y="48378"/>
                      <a:pt x="9573" y="54332"/>
                    </a:cubicBezTo>
                    <a:cubicBezTo>
                      <a:pt x="15527" y="60286"/>
                      <a:pt x="23604" y="63631"/>
                      <a:pt x="32024" y="63631"/>
                    </a:cubicBezTo>
                    <a:close/>
                  </a:path>
                </a:pathLst>
              </a:custGeom>
              <a:solidFill>
                <a:srgbClr val="67B57B"/>
              </a:solidFill>
              <a:ln w="3175" cap="flat">
                <a:solidFill>
                  <a:srgbClr val="FFFFFF"/>
                </a:solidFill>
                <a:prstDash val="solid"/>
                <a:round/>
              </a:ln>
            </p:spPr>
            <p:txBody>
              <a:bodyPr/>
              <a:lstStyle/>
              <a:p>
                <a:endParaRPr lang="en-US"/>
              </a:p>
            </p:txBody>
          </p:sp>
          <p:sp>
            <p:nvSpPr>
              <p:cNvPr id="245" name="Freeform: Shape 244">
                <a:extLst>
                  <a:ext uri="{FF2B5EF4-FFF2-40B4-BE49-F238E27FC236}">
                    <a16:creationId xmlns:a16="http://schemas.microsoft.com/office/drawing/2014/main" id="{08532048-1DFB-26BD-B673-023BAED8BF9F}"/>
                  </a:ext>
                </a:extLst>
              </p:cNvPr>
              <p:cNvSpPr/>
              <p:nvPr/>
            </p:nvSpPr>
            <p:spPr>
              <a:xfrm>
                <a:off x="5773308" y="2359170"/>
                <a:ext cx="63500" cy="63500"/>
              </a:xfrm>
              <a:custGeom>
                <a:avLst/>
                <a:gdLst>
                  <a:gd name="csX0" fmla="*/ 32027 w 63500"/>
                  <a:gd name="csY0" fmla="*/ 63630 h 63500"/>
                  <a:gd name="csX1" fmla="*/ 54478 w 63500"/>
                  <a:gd name="csY1" fmla="*/ 54330 h 63500"/>
                  <a:gd name="csX2" fmla="*/ 63777 w 63500"/>
                  <a:gd name="csY2" fmla="*/ 31880 h 63500"/>
                  <a:gd name="csX3" fmla="*/ 54478 w 63500"/>
                  <a:gd name="csY3" fmla="*/ 9429 h 63500"/>
                  <a:gd name="csX4" fmla="*/ 32027 w 63500"/>
                  <a:gd name="csY4" fmla="*/ 130 h 63500"/>
                  <a:gd name="csX5" fmla="*/ 9576 w 63500"/>
                  <a:gd name="csY5" fmla="*/ 9429 h 63500"/>
                  <a:gd name="csX6" fmla="*/ 277 w 63500"/>
                  <a:gd name="csY6" fmla="*/ 31880 h 63500"/>
                  <a:gd name="csX7" fmla="*/ 9576 w 63500"/>
                  <a:gd name="csY7" fmla="*/ 54330 h 63500"/>
                  <a:gd name="csX8" fmla="*/ 32027 w 63500"/>
                  <a:gd name="csY8" fmla="*/ 63630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27" y="63630"/>
                    </a:moveTo>
                    <a:cubicBezTo>
                      <a:pt x="40447" y="63630"/>
                      <a:pt x="48524" y="60284"/>
                      <a:pt x="54478" y="54330"/>
                    </a:cubicBezTo>
                    <a:cubicBezTo>
                      <a:pt x="60432" y="48376"/>
                      <a:pt x="63777" y="40300"/>
                      <a:pt x="63777" y="31880"/>
                    </a:cubicBezTo>
                    <a:cubicBezTo>
                      <a:pt x="63777" y="23460"/>
                      <a:pt x="60432" y="15383"/>
                      <a:pt x="54478" y="9429"/>
                    </a:cubicBezTo>
                    <a:cubicBezTo>
                      <a:pt x="48524" y="3475"/>
                      <a:pt x="40447" y="130"/>
                      <a:pt x="32027" y="130"/>
                    </a:cubicBezTo>
                    <a:cubicBezTo>
                      <a:pt x="23607" y="130"/>
                      <a:pt x="15530" y="3475"/>
                      <a:pt x="9576" y="9429"/>
                    </a:cubicBezTo>
                    <a:cubicBezTo>
                      <a:pt x="3622" y="15383"/>
                      <a:pt x="277" y="23460"/>
                      <a:pt x="277" y="31880"/>
                    </a:cubicBezTo>
                    <a:cubicBezTo>
                      <a:pt x="277" y="40300"/>
                      <a:pt x="3622" y="48376"/>
                      <a:pt x="9576" y="54330"/>
                    </a:cubicBezTo>
                    <a:cubicBezTo>
                      <a:pt x="15530" y="60284"/>
                      <a:pt x="23607" y="63630"/>
                      <a:pt x="32027" y="63630"/>
                    </a:cubicBezTo>
                    <a:close/>
                  </a:path>
                </a:pathLst>
              </a:custGeom>
              <a:solidFill>
                <a:srgbClr val="67B57B"/>
              </a:solidFill>
              <a:ln w="3175" cap="flat">
                <a:solidFill>
                  <a:srgbClr val="FFFFFF"/>
                </a:solidFill>
                <a:prstDash val="solid"/>
                <a:round/>
              </a:ln>
            </p:spPr>
            <p:txBody>
              <a:bodyPr/>
              <a:lstStyle/>
              <a:p>
                <a:endParaRPr lang="en-US"/>
              </a:p>
            </p:txBody>
          </p:sp>
          <p:sp>
            <p:nvSpPr>
              <p:cNvPr id="246" name="Freeform: Shape 245">
                <a:extLst>
                  <a:ext uri="{FF2B5EF4-FFF2-40B4-BE49-F238E27FC236}">
                    <a16:creationId xmlns:a16="http://schemas.microsoft.com/office/drawing/2014/main" id="{ED28E85E-9659-1440-617D-A651E211CB6C}"/>
                  </a:ext>
                </a:extLst>
              </p:cNvPr>
              <p:cNvSpPr/>
              <p:nvPr/>
            </p:nvSpPr>
            <p:spPr>
              <a:xfrm>
                <a:off x="5797855" y="2337253"/>
                <a:ext cx="63500" cy="63500"/>
              </a:xfrm>
              <a:custGeom>
                <a:avLst/>
                <a:gdLst>
                  <a:gd name="csX0" fmla="*/ 32029 w 63500"/>
                  <a:gd name="csY0" fmla="*/ 63628 h 63500"/>
                  <a:gd name="csX1" fmla="*/ 54480 w 63500"/>
                  <a:gd name="csY1" fmla="*/ 54329 h 63500"/>
                  <a:gd name="csX2" fmla="*/ 63779 w 63500"/>
                  <a:gd name="csY2" fmla="*/ 31878 h 63500"/>
                  <a:gd name="csX3" fmla="*/ 54480 w 63500"/>
                  <a:gd name="csY3" fmla="*/ 9427 h 63500"/>
                  <a:gd name="csX4" fmla="*/ 32029 w 63500"/>
                  <a:gd name="csY4" fmla="*/ 128 h 63500"/>
                  <a:gd name="csX5" fmla="*/ 9578 w 63500"/>
                  <a:gd name="csY5" fmla="*/ 9427 h 63500"/>
                  <a:gd name="csX6" fmla="*/ 279 w 63500"/>
                  <a:gd name="csY6" fmla="*/ 31878 h 63500"/>
                  <a:gd name="csX7" fmla="*/ 9578 w 63500"/>
                  <a:gd name="csY7" fmla="*/ 54329 h 63500"/>
                  <a:gd name="csX8" fmla="*/ 32029 w 63500"/>
                  <a:gd name="csY8" fmla="*/ 6362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29" y="63628"/>
                    </a:moveTo>
                    <a:cubicBezTo>
                      <a:pt x="40449" y="63628"/>
                      <a:pt x="48526" y="60283"/>
                      <a:pt x="54480" y="54329"/>
                    </a:cubicBezTo>
                    <a:cubicBezTo>
                      <a:pt x="60434" y="48375"/>
                      <a:pt x="63779" y="40298"/>
                      <a:pt x="63779" y="31878"/>
                    </a:cubicBezTo>
                    <a:cubicBezTo>
                      <a:pt x="63779" y="23458"/>
                      <a:pt x="60434" y="15381"/>
                      <a:pt x="54480" y="9427"/>
                    </a:cubicBezTo>
                    <a:cubicBezTo>
                      <a:pt x="48526" y="3473"/>
                      <a:pt x="40449" y="128"/>
                      <a:pt x="32029" y="128"/>
                    </a:cubicBezTo>
                    <a:cubicBezTo>
                      <a:pt x="23609" y="128"/>
                      <a:pt x="15532" y="3473"/>
                      <a:pt x="9578" y="9427"/>
                    </a:cubicBezTo>
                    <a:cubicBezTo>
                      <a:pt x="3624" y="15381"/>
                      <a:pt x="279" y="23458"/>
                      <a:pt x="279" y="31878"/>
                    </a:cubicBezTo>
                    <a:cubicBezTo>
                      <a:pt x="279" y="40298"/>
                      <a:pt x="3624" y="48375"/>
                      <a:pt x="9578" y="54329"/>
                    </a:cubicBezTo>
                    <a:cubicBezTo>
                      <a:pt x="15532" y="60283"/>
                      <a:pt x="23609" y="63628"/>
                      <a:pt x="32029" y="63628"/>
                    </a:cubicBezTo>
                    <a:close/>
                  </a:path>
                </a:pathLst>
              </a:custGeom>
              <a:solidFill>
                <a:srgbClr val="67B57B"/>
              </a:solidFill>
              <a:ln w="3175" cap="flat">
                <a:solidFill>
                  <a:srgbClr val="FFFFFF"/>
                </a:solidFill>
                <a:prstDash val="solid"/>
                <a:round/>
              </a:ln>
            </p:spPr>
            <p:txBody>
              <a:bodyPr/>
              <a:lstStyle/>
              <a:p>
                <a:endParaRPr lang="en-US"/>
              </a:p>
            </p:txBody>
          </p:sp>
          <p:sp>
            <p:nvSpPr>
              <p:cNvPr id="247" name="Freeform: Shape 246">
                <a:extLst>
                  <a:ext uri="{FF2B5EF4-FFF2-40B4-BE49-F238E27FC236}">
                    <a16:creationId xmlns:a16="http://schemas.microsoft.com/office/drawing/2014/main" id="{98FDB374-05B7-D04E-84BF-2FBECD54837A}"/>
                  </a:ext>
                </a:extLst>
              </p:cNvPr>
              <p:cNvSpPr/>
              <p:nvPr/>
            </p:nvSpPr>
            <p:spPr>
              <a:xfrm>
                <a:off x="5865424" y="2315337"/>
                <a:ext cx="63500" cy="63500"/>
              </a:xfrm>
              <a:custGeom>
                <a:avLst/>
                <a:gdLst>
                  <a:gd name="csX0" fmla="*/ 32034 w 63500"/>
                  <a:gd name="csY0" fmla="*/ 63626 h 63500"/>
                  <a:gd name="csX1" fmla="*/ 54485 w 63500"/>
                  <a:gd name="csY1" fmla="*/ 54327 h 63500"/>
                  <a:gd name="csX2" fmla="*/ 63784 w 63500"/>
                  <a:gd name="csY2" fmla="*/ 31876 h 63500"/>
                  <a:gd name="csX3" fmla="*/ 54485 w 63500"/>
                  <a:gd name="csY3" fmla="*/ 9426 h 63500"/>
                  <a:gd name="csX4" fmla="*/ 32034 w 63500"/>
                  <a:gd name="csY4" fmla="*/ 126 h 63500"/>
                  <a:gd name="csX5" fmla="*/ 9584 w 63500"/>
                  <a:gd name="csY5" fmla="*/ 9426 h 63500"/>
                  <a:gd name="csX6" fmla="*/ 284 w 63500"/>
                  <a:gd name="csY6" fmla="*/ 31876 h 63500"/>
                  <a:gd name="csX7" fmla="*/ 9584 w 63500"/>
                  <a:gd name="csY7" fmla="*/ 54327 h 63500"/>
                  <a:gd name="csX8" fmla="*/ 32034 w 63500"/>
                  <a:gd name="csY8" fmla="*/ 6362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34" y="63626"/>
                    </a:moveTo>
                    <a:cubicBezTo>
                      <a:pt x="40455" y="63626"/>
                      <a:pt x="48531" y="60281"/>
                      <a:pt x="54485" y="54327"/>
                    </a:cubicBezTo>
                    <a:cubicBezTo>
                      <a:pt x="60439" y="48373"/>
                      <a:pt x="63784" y="40297"/>
                      <a:pt x="63784" y="31876"/>
                    </a:cubicBezTo>
                    <a:cubicBezTo>
                      <a:pt x="63784" y="23456"/>
                      <a:pt x="60439" y="15380"/>
                      <a:pt x="54485" y="9426"/>
                    </a:cubicBezTo>
                    <a:cubicBezTo>
                      <a:pt x="48531" y="3472"/>
                      <a:pt x="40455" y="126"/>
                      <a:pt x="32034" y="126"/>
                    </a:cubicBezTo>
                    <a:cubicBezTo>
                      <a:pt x="23614" y="126"/>
                      <a:pt x="15538" y="3472"/>
                      <a:pt x="9584" y="9426"/>
                    </a:cubicBezTo>
                    <a:cubicBezTo>
                      <a:pt x="3630" y="15380"/>
                      <a:pt x="284" y="23456"/>
                      <a:pt x="284" y="31876"/>
                    </a:cubicBezTo>
                    <a:cubicBezTo>
                      <a:pt x="284" y="40297"/>
                      <a:pt x="3630" y="48373"/>
                      <a:pt x="9584" y="54327"/>
                    </a:cubicBezTo>
                    <a:cubicBezTo>
                      <a:pt x="15538" y="60281"/>
                      <a:pt x="23614" y="63626"/>
                      <a:pt x="32034" y="63626"/>
                    </a:cubicBezTo>
                    <a:close/>
                  </a:path>
                </a:pathLst>
              </a:custGeom>
              <a:solidFill>
                <a:srgbClr val="67B57B"/>
              </a:solidFill>
              <a:ln w="3175" cap="flat">
                <a:solidFill>
                  <a:srgbClr val="FFFFFF"/>
                </a:solidFill>
                <a:prstDash val="solid"/>
                <a:round/>
              </a:ln>
            </p:spPr>
            <p:txBody>
              <a:bodyPr/>
              <a:lstStyle/>
              <a:p>
                <a:endParaRPr lang="en-US"/>
              </a:p>
            </p:txBody>
          </p:sp>
          <p:sp>
            <p:nvSpPr>
              <p:cNvPr id="248" name="Freeform: Shape 247">
                <a:extLst>
                  <a:ext uri="{FF2B5EF4-FFF2-40B4-BE49-F238E27FC236}">
                    <a16:creationId xmlns:a16="http://schemas.microsoft.com/office/drawing/2014/main" id="{FAF4CD3A-C380-5D6B-BC5A-751C04B950B4}"/>
                  </a:ext>
                </a:extLst>
              </p:cNvPr>
              <p:cNvSpPr/>
              <p:nvPr/>
            </p:nvSpPr>
            <p:spPr>
              <a:xfrm>
                <a:off x="5915829" y="2293420"/>
                <a:ext cx="63500" cy="63500"/>
              </a:xfrm>
              <a:custGeom>
                <a:avLst/>
                <a:gdLst>
                  <a:gd name="csX0" fmla="*/ 32038 w 63500"/>
                  <a:gd name="csY0" fmla="*/ 63625 h 63500"/>
                  <a:gd name="csX1" fmla="*/ 54489 w 63500"/>
                  <a:gd name="csY1" fmla="*/ 54325 h 63500"/>
                  <a:gd name="csX2" fmla="*/ 63788 w 63500"/>
                  <a:gd name="csY2" fmla="*/ 31875 h 63500"/>
                  <a:gd name="csX3" fmla="*/ 54489 w 63500"/>
                  <a:gd name="csY3" fmla="*/ 9424 h 63500"/>
                  <a:gd name="csX4" fmla="*/ 32038 w 63500"/>
                  <a:gd name="csY4" fmla="*/ 125 h 63500"/>
                  <a:gd name="csX5" fmla="*/ 9588 w 63500"/>
                  <a:gd name="csY5" fmla="*/ 9424 h 63500"/>
                  <a:gd name="csX6" fmla="*/ 288 w 63500"/>
                  <a:gd name="csY6" fmla="*/ 31875 h 63500"/>
                  <a:gd name="csX7" fmla="*/ 9588 w 63500"/>
                  <a:gd name="csY7" fmla="*/ 54325 h 63500"/>
                  <a:gd name="csX8" fmla="*/ 32038 w 63500"/>
                  <a:gd name="csY8" fmla="*/ 63625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38" y="63625"/>
                    </a:moveTo>
                    <a:cubicBezTo>
                      <a:pt x="40459" y="63625"/>
                      <a:pt x="48535" y="60279"/>
                      <a:pt x="54489" y="54325"/>
                    </a:cubicBezTo>
                    <a:cubicBezTo>
                      <a:pt x="60443" y="48371"/>
                      <a:pt x="63788" y="40295"/>
                      <a:pt x="63788" y="31875"/>
                    </a:cubicBezTo>
                    <a:cubicBezTo>
                      <a:pt x="63788" y="23454"/>
                      <a:pt x="60443" y="15378"/>
                      <a:pt x="54489" y="9424"/>
                    </a:cubicBezTo>
                    <a:cubicBezTo>
                      <a:pt x="48535" y="3470"/>
                      <a:pt x="40459" y="125"/>
                      <a:pt x="32038" y="125"/>
                    </a:cubicBezTo>
                    <a:cubicBezTo>
                      <a:pt x="23618" y="125"/>
                      <a:pt x="15542" y="3470"/>
                      <a:pt x="9588" y="9424"/>
                    </a:cubicBezTo>
                    <a:cubicBezTo>
                      <a:pt x="3634" y="15378"/>
                      <a:pt x="288" y="23454"/>
                      <a:pt x="288" y="31875"/>
                    </a:cubicBezTo>
                    <a:cubicBezTo>
                      <a:pt x="288" y="40295"/>
                      <a:pt x="3634" y="48371"/>
                      <a:pt x="9588" y="54325"/>
                    </a:cubicBezTo>
                    <a:cubicBezTo>
                      <a:pt x="15542" y="60279"/>
                      <a:pt x="23618" y="63625"/>
                      <a:pt x="32038" y="63625"/>
                    </a:cubicBezTo>
                    <a:close/>
                  </a:path>
                </a:pathLst>
              </a:custGeom>
              <a:solidFill>
                <a:srgbClr val="67B57B"/>
              </a:solidFill>
              <a:ln w="3175" cap="flat">
                <a:solidFill>
                  <a:srgbClr val="FFFFFF"/>
                </a:solidFill>
                <a:prstDash val="solid"/>
                <a:round/>
              </a:ln>
            </p:spPr>
            <p:txBody>
              <a:bodyPr/>
              <a:lstStyle/>
              <a:p>
                <a:endParaRPr lang="en-US"/>
              </a:p>
            </p:txBody>
          </p:sp>
          <p:sp>
            <p:nvSpPr>
              <p:cNvPr id="249" name="Freeform: Shape 248">
                <a:extLst>
                  <a:ext uri="{FF2B5EF4-FFF2-40B4-BE49-F238E27FC236}">
                    <a16:creationId xmlns:a16="http://schemas.microsoft.com/office/drawing/2014/main" id="{E58FE4CF-BF6D-C1A4-7DDD-B75E1B364D30}"/>
                  </a:ext>
                </a:extLst>
              </p:cNvPr>
              <p:cNvSpPr/>
              <p:nvPr/>
            </p:nvSpPr>
            <p:spPr>
              <a:xfrm>
                <a:off x="5961665" y="2271504"/>
                <a:ext cx="63500" cy="63500"/>
              </a:xfrm>
              <a:custGeom>
                <a:avLst/>
                <a:gdLst>
                  <a:gd name="csX0" fmla="*/ 32042 w 63500"/>
                  <a:gd name="csY0" fmla="*/ 63623 h 63500"/>
                  <a:gd name="csX1" fmla="*/ 54493 w 63500"/>
                  <a:gd name="csY1" fmla="*/ 54324 h 63500"/>
                  <a:gd name="csX2" fmla="*/ 63792 w 63500"/>
                  <a:gd name="csY2" fmla="*/ 31873 h 63500"/>
                  <a:gd name="csX3" fmla="*/ 54493 w 63500"/>
                  <a:gd name="csY3" fmla="*/ 9422 h 63500"/>
                  <a:gd name="csX4" fmla="*/ 32042 w 63500"/>
                  <a:gd name="csY4" fmla="*/ 123 h 63500"/>
                  <a:gd name="csX5" fmla="*/ 9591 w 63500"/>
                  <a:gd name="csY5" fmla="*/ 9422 h 63500"/>
                  <a:gd name="csX6" fmla="*/ 292 w 63500"/>
                  <a:gd name="csY6" fmla="*/ 31873 h 63500"/>
                  <a:gd name="csX7" fmla="*/ 9591 w 63500"/>
                  <a:gd name="csY7" fmla="*/ 54324 h 63500"/>
                  <a:gd name="csX8" fmla="*/ 32042 w 63500"/>
                  <a:gd name="csY8" fmla="*/ 6362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42" y="63623"/>
                    </a:moveTo>
                    <a:cubicBezTo>
                      <a:pt x="40462" y="63623"/>
                      <a:pt x="48539" y="60277"/>
                      <a:pt x="54493" y="54324"/>
                    </a:cubicBezTo>
                    <a:cubicBezTo>
                      <a:pt x="60447" y="48370"/>
                      <a:pt x="63792" y="40293"/>
                      <a:pt x="63792" y="31873"/>
                    </a:cubicBezTo>
                    <a:cubicBezTo>
                      <a:pt x="63792" y="23453"/>
                      <a:pt x="60447" y="15376"/>
                      <a:pt x="54493" y="9422"/>
                    </a:cubicBezTo>
                    <a:cubicBezTo>
                      <a:pt x="48539" y="3468"/>
                      <a:pt x="40462" y="123"/>
                      <a:pt x="32042" y="123"/>
                    </a:cubicBezTo>
                    <a:cubicBezTo>
                      <a:pt x="23622" y="123"/>
                      <a:pt x="15545" y="3468"/>
                      <a:pt x="9591" y="9422"/>
                    </a:cubicBezTo>
                    <a:cubicBezTo>
                      <a:pt x="3637" y="15376"/>
                      <a:pt x="292" y="23453"/>
                      <a:pt x="292" y="31873"/>
                    </a:cubicBezTo>
                    <a:cubicBezTo>
                      <a:pt x="292" y="40293"/>
                      <a:pt x="3637" y="48370"/>
                      <a:pt x="9591" y="54324"/>
                    </a:cubicBezTo>
                    <a:cubicBezTo>
                      <a:pt x="15545" y="60277"/>
                      <a:pt x="23622" y="63623"/>
                      <a:pt x="32042" y="63623"/>
                    </a:cubicBezTo>
                    <a:close/>
                  </a:path>
                </a:pathLst>
              </a:custGeom>
              <a:solidFill>
                <a:srgbClr val="67B57B"/>
              </a:solidFill>
              <a:ln w="3175" cap="flat">
                <a:solidFill>
                  <a:srgbClr val="FFFFFF"/>
                </a:solidFill>
                <a:prstDash val="solid"/>
                <a:round/>
              </a:ln>
            </p:spPr>
            <p:txBody>
              <a:bodyPr/>
              <a:lstStyle/>
              <a:p>
                <a:endParaRPr lang="en-US"/>
              </a:p>
            </p:txBody>
          </p:sp>
          <p:sp>
            <p:nvSpPr>
              <p:cNvPr id="250" name="Freeform: Shape 249">
                <a:extLst>
                  <a:ext uri="{FF2B5EF4-FFF2-40B4-BE49-F238E27FC236}">
                    <a16:creationId xmlns:a16="http://schemas.microsoft.com/office/drawing/2014/main" id="{DD359D49-9F0A-692B-7B47-239F2CFFB6E2}"/>
                  </a:ext>
                </a:extLst>
              </p:cNvPr>
              <p:cNvSpPr/>
              <p:nvPr/>
            </p:nvSpPr>
            <p:spPr>
              <a:xfrm>
                <a:off x="5988518" y="2249588"/>
                <a:ext cx="63500" cy="63500"/>
              </a:xfrm>
              <a:custGeom>
                <a:avLst/>
                <a:gdLst>
                  <a:gd name="csX0" fmla="*/ 32044 w 63500"/>
                  <a:gd name="csY0" fmla="*/ 63621 h 63500"/>
                  <a:gd name="csX1" fmla="*/ 54495 w 63500"/>
                  <a:gd name="csY1" fmla="*/ 54322 h 63500"/>
                  <a:gd name="csX2" fmla="*/ 63794 w 63500"/>
                  <a:gd name="csY2" fmla="*/ 31871 h 63500"/>
                  <a:gd name="csX3" fmla="*/ 54495 w 63500"/>
                  <a:gd name="csY3" fmla="*/ 9420 h 63500"/>
                  <a:gd name="csX4" fmla="*/ 32044 w 63500"/>
                  <a:gd name="csY4" fmla="*/ 121 h 63500"/>
                  <a:gd name="csX5" fmla="*/ 9593 w 63500"/>
                  <a:gd name="csY5" fmla="*/ 9420 h 63500"/>
                  <a:gd name="csX6" fmla="*/ 294 w 63500"/>
                  <a:gd name="csY6" fmla="*/ 31871 h 63500"/>
                  <a:gd name="csX7" fmla="*/ 9593 w 63500"/>
                  <a:gd name="csY7" fmla="*/ 54322 h 63500"/>
                  <a:gd name="csX8" fmla="*/ 32044 w 63500"/>
                  <a:gd name="csY8" fmla="*/ 6362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44" y="63621"/>
                    </a:moveTo>
                    <a:cubicBezTo>
                      <a:pt x="40464" y="63621"/>
                      <a:pt x="48541" y="60276"/>
                      <a:pt x="54495" y="54322"/>
                    </a:cubicBezTo>
                    <a:cubicBezTo>
                      <a:pt x="60449" y="48368"/>
                      <a:pt x="63794" y="40291"/>
                      <a:pt x="63794" y="31871"/>
                    </a:cubicBezTo>
                    <a:cubicBezTo>
                      <a:pt x="63794" y="23451"/>
                      <a:pt x="60449" y="15374"/>
                      <a:pt x="54495" y="9420"/>
                    </a:cubicBezTo>
                    <a:cubicBezTo>
                      <a:pt x="48541" y="3467"/>
                      <a:pt x="40464" y="121"/>
                      <a:pt x="32044" y="121"/>
                    </a:cubicBezTo>
                    <a:cubicBezTo>
                      <a:pt x="23624" y="121"/>
                      <a:pt x="15547" y="3467"/>
                      <a:pt x="9593" y="9420"/>
                    </a:cubicBezTo>
                    <a:cubicBezTo>
                      <a:pt x="3639" y="15374"/>
                      <a:pt x="294" y="23451"/>
                      <a:pt x="294" y="31871"/>
                    </a:cubicBezTo>
                    <a:cubicBezTo>
                      <a:pt x="294" y="40291"/>
                      <a:pt x="3639" y="48368"/>
                      <a:pt x="9593" y="54322"/>
                    </a:cubicBezTo>
                    <a:cubicBezTo>
                      <a:pt x="15547" y="60276"/>
                      <a:pt x="23624" y="63621"/>
                      <a:pt x="32044" y="63621"/>
                    </a:cubicBezTo>
                    <a:close/>
                  </a:path>
                </a:pathLst>
              </a:custGeom>
              <a:solidFill>
                <a:srgbClr val="67B57B"/>
              </a:solidFill>
              <a:ln w="3175" cap="flat">
                <a:solidFill>
                  <a:srgbClr val="FFFFFF"/>
                </a:solidFill>
                <a:prstDash val="solid"/>
                <a:round/>
              </a:ln>
            </p:spPr>
            <p:txBody>
              <a:bodyPr/>
              <a:lstStyle/>
              <a:p>
                <a:endParaRPr lang="en-US"/>
              </a:p>
            </p:txBody>
          </p:sp>
          <p:sp>
            <p:nvSpPr>
              <p:cNvPr id="251" name="Freeform: Shape 250">
                <a:extLst>
                  <a:ext uri="{FF2B5EF4-FFF2-40B4-BE49-F238E27FC236}">
                    <a16:creationId xmlns:a16="http://schemas.microsoft.com/office/drawing/2014/main" id="{56692384-B4AA-E9E7-C2E9-89F15B3A693F}"/>
                  </a:ext>
                </a:extLst>
              </p:cNvPr>
              <p:cNvSpPr/>
              <p:nvPr/>
            </p:nvSpPr>
            <p:spPr>
              <a:xfrm>
                <a:off x="6037975" y="2227671"/>
                <a:ext cx="63500" cy="63500"/>
              </a:xfrm>
              <a:custGeom>
                <a:avLst/>
                <a:gdLst>
                  <a:gd name="csX0" fmla="*/ 32048 w 63500"/>
                  <a:gd name="csY0" fmla="*/ 63619 h 63500"/>
                  <a:gd name="csX1" fmla="*/ 54499 w 63500"/>
                  <a:gd name="csY1" fmla="*/ 54320 h 63500"/>
                  <a:gd name="csX2" fmla="*/ 63798 w 63500"/>
                  <a:gd name="csY2" fmla="*/ 31869 h 63500"/>
                  <a:gd name="csX3" fmla="*/ 54499 w 63500"/>
                  <a:gd name="csY3" fmla="*/ 9419 h 63500"/>
                  <a:gd name="csX4" fmla="*/ 32048 w 63500"/>
                  <a:gd name="csY4" fmla="*/ 119 h 63500"/>
                  <a:gd name="csX5" fmla="*/ 9597 w 63500"/>
                  <a:gd name="csY5" fmla="*/ 9419 h 63500"/>
                  <a:gd name="csX6" fmla="*/ 298 w 63500"/>
                  <a:gd name="csY6" fmla="*/ 31869 h 63500"/>
                  <a:gd name="csX7" fmla="*/ 9597 w 63500"/>
                  <a:gd name="csY7" fmla="*/ 54320 h 63500"/>
                  <a:gd name="csX8" fmla="*/ 32048 w 63500"/>
                  <a:gd name="csY8" fmla="*/ 6361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48" y="63619"/>
                    </a:moveTo>
                    <a:cubicBezTo>
                      <a:pt x="40468" y="63619"/>
                      <a:pt x="48545" y="60274"/>
                      <a:pt x="54499" y="54320"/>
                    </a:cubicBezTo>
                    <a:cubicBezTo>
                      <a:pt x="60453" y="48366"/>
                      <a:pt x="63798" y="40290"/>
                      <a:pt x="63798" y="31869"/>
                    </a:cubicBezTo>
                    <a:cubicBezTo>
                      <a:pt x="63798" y="23449"/>
                      <a:pt x="60453" y="15373"/>
                      <a:pt x="54499" y="9419"/>
                    </a:cubicBezTo>
                    <a:cubicBezTo>
                      <a:pt x="48545" y="3465"/>
                      <a:pt x="40468" y="119"/>
                      <a:pt x="32048" y="119"/>
                    </a:cubicBezTo>
                    <a:cubicBezTo>
                      <a:pt x="23628" y="119"/>
                      <a:pt x="15551" y="3465"/>
                      <a:pt x="9597" y="9419"/>
                    </a:cubicBezTo>
                    <a:cubicBezTo>
                      <a:pt x="3643" y="15373"/>
                      <a:pt x="298" y="23449"/>
                      <a:pt x="298" y="31869"/>
                    </a:cubicBezTo>
                    <a:cubicBezTo>
                      <a:pt x="298" y="40290"/>
                      <a:pt x="3643" y="48366"/>
                      <a:pt x="9597" y="54320"/>
                    </a:cubicBezTo>
                    <a:cubicBezTo>
                      <a:pt x="15551" y="60274"/>
                      <a:pt x="23628" y="63619"/>
                      <a:pt x="32048" y="63619"/>
                    </a:cubicBezTo>
                    <a:close/>
                  </a:path>
                </a:pathLst>
              </a:custGeom>
              <a:solidFill>
                <a:srgbClr val="67B57B"/>
              </a:solidFill>
              <a:ln w="3175" cap="flat">
                <a:solidFill>
                  <a:srgbClr val="FFFFFF"/>
                </a:solidFill>
                <a:prstDash val="solid"/>
                <a:round/>
              </a:ln>
            </p:spPr>
            <p:txBody>
              <a:bodyPr/>
              <a:lstStyle/>
              <a:p>
                <a:endParaRPr lang="en-US"/>
              </a:p>
            </p:txBody>
          </p:sp>
          <p:sp>
            <p:nvSpPr>
              <p:cNvPr id="252" name="Freeform: Shape 251">
                <a:extLst>
                  <a:ext uri="{FF2B5EF4-FFF2-40B4-BE49-F238E27FC236}">
                    <a16:creationId xmlns:a16="http://schemas.microsoft.com/office/drawing/2014/main" id="{C83CC19B-70D4-CC04-8017-2BDCFA51F9ED}"/>
                  </a:ext>
                </a:extLst>
              </p:cNvPr>
              <p:cNvSpPr/>
              <p:nvPr/>
            </p:nvSpPr>
            <p:spPr>
              <a:xfrm>
                <a:off x="6094757" y="2205755"/>
                <a:ext cx="63500" cy="63500"/>
              </a:xfrm>
              <a:custGeom>
                <a:avLst/>
                <a:gdLst>
                  <a:gd name="csX0" fmla="*/ 32052 w 63500"/>
                  <a:gd name="csY0" fmla="*/ 63618 h 63500"/>
                  <a:gd name="csX1" fmla="*/ 54503 w 63500"/>
                  <a:gd name="csY1" fmla="*/ 54318 h 63500"/>
                  <a:gd name="csX2" fmla="*/ 63802 w 63500"/>
                  <a:gd name="csY2" fmla="*/ 31868 h 63500"/>
                  <a:gd name="csX3" fmla="*/ 54503 w 63500"/>
                  <a:gd name="csY3" fmla="*/ 9417 h 63500"/>
                  <a:gd name="csX4" fmla="*/ 32052 w 63500"/>
                  <a:gd name="csY4" fmla="*/ 118 h 63500"/>
                  <a:gd name="csX5" fmla="*/ 9602 w 63500"/>
                  <a:gd name="csY5" fmla="*/ 9417 h 63500"/>
                  <a:gd name="csX6" fmla="*/ 302 w 63500"/>
                  <a:gd name="csY6" fmla="*/ 31868 h 63500"/>
                  <a:gd name="csX7" fmla="*/ 9602 w 63500"/>
                  <a:gd name="csY7" fmla="*/ 54318 h 63500"/>
                  <a:gd name="csX8" fmla="*/ 32052 w 63500"/>
                  <a:gd name="csY8" fmla="*/ 63618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52" y="63618"/>
                    </a:moveTo>
                    <a:cubicBezTo>
                      <a:pt x="40473" y="63618"/>
                      <a:pt x="48549" y="60272"/>
                      <a:pt x="54503" y="54318"/>
                    </a:cubicBezTo>
                    <a:cubicBezTo>
                      <a:pt x="60457" y="48364"/>
                      <a:pt x="63802" y="40288"/>
                      <a:pt x="63802" y="31868"/>
                    </a:cubicBezTo>
                    <a:cubicBezTo>
                      <a:pt x="63802" y="23447"/>
                      <a:pt x="60457" y="15371"/>
                      <a:pt x="54503" y="9417"/>
                    </a:cubicBezTo>
                    <a:cubicBezTo>
                      <a:pt x="48549" y="3463"/>
                      <a:pt x="40473" y="118"/>
                      <a:pt x="32052" y="118"/>
                    </a:cubicBezTo>
                    <a:cubicBezTo>
                      <a:pt x="23632" y="118"/>
                      <a:pt x="15556" y="3463"/>
                      <a:pt x="9602" y="9417"/>
                    </a:cubicBezTo>
                    <a:cubicBezTo>
                      <a:pt x="3648" y="15371"/>
                      <a:pt x="302" y="23447"/>
                      <a:pt x="302" y="31868"/>
                    </a:cubicBezTo>
                    <a:cubicBezTo>
                      <a:pt x="302" y="40288"/>
                      <a:pt x="3648" y="48364"/>
                      <a:pt x="9602" y="54318"/>
                    </a:cubicBezTo>
                    <a:cubicBezTo>
                      <a:pt x="15556" y="60272"/>
                      <a:pt x="23632" y="63618"/>
                      <a:pt x="32052" y="63618"/>
                    </a:cubicBezTo>
                    <a:close/>
                  </a:path>
                </a:pathLst>
              </a:custGeom>
              <a:solidFill>
                <a:srgbClr val="67B57B"/>
              </a:solidFill>
              <a:ln w="3175" cap="flat">
                <a:solidFill>
                  <a:srgbClr val="FFFFFF"/>
                </a:solidFill>
                <a:prstDash val="solid"/>
                <a:round/>
              </a:ln>
            </p:spPr>
            <p:txBody>
              <a:bodyPr/>
              <a:lstStyle/>
              <a:p>
                <a:endParaRPr lang="en-US"/>
              </a:p>
            </p:txBody>
          </p:sp>
          <p:sp>
            <p:nvSpPr>
              <p:cNvPr id="253" name="Freeform: Shape 252">
                <a:extLst>
                  <a:ext uri="{FF2B5EF4-FFF2-40B4-BE49-F238E27FC236}">
                    <a16:creationId xmlns:a16="http://schemas.microsoft.com/office/drawing/2014/main" id="{A2754899-32B0-BDD0-DE61-F6800979A9CA}"/>
                  </a:ext>
                </a:extLst>
              </p:cNvPr>
              <p:cNvSpPr/>
              <p:nvPr/>
            </p:nvSpPr>
            <p:spPr>
              <a:xfrm>
                <a:off x="6134682" y="2183838"/>
                <a:ext cx="63500" cy="63500"/>
              </a:xfrm>
              <a:custGeom>
                <a:avLst/>
                <a:gdLst>
                  <a:gd name="csX0" fmla="*/ 32056 w 63500"/>
                  <a:gd name="csY0" fmla="*/ 63616 h 63500"/>
                  <a:gd name="csX1" fmla="*/ 54506 w 63500"/>
                  <a:gd name="csY1" fmla="*/ 54317 h 63500"/>
                  <a:gd name="csX2" fmla="*/ 63806 w 63500"/>
                  <a:gd name="csY2" fmla="*/ 31866 h 63500"/>
                  <a:gd name="csX3" fmla="*/ 54506 w 63500"/>
                  <a:gd name="csY3" fmla="*/ 9415 h 63500"/>
                  <a:gd name="csX4" fmla="*/ 32056 w 63500"/>
                  <a:gd name="csY4" fmla="*/ 116 h 63500"/>
                  <a:gd name="csX5" fmla="*/ 9605 w 63500"/>
                  <a:gd name="csY5" fmla="*/ 9415 h 63500"/>
                  <a:gd name="csX6" fmla="*/ 306 w 63500"/>
                  <a:gd name="csY6" fmla="*/ 31866 h 63500"/>
                  <a:gd name="csX7" fmla="*/ 9605 w 63500"/>
                  <a:gd name="csY7" fmla="*/ 54317 h 63500"/>
                  <a:gd name="csX8" fmla="*/ 32056 w 63500"/>
                  <a:gd name="csY8" fmla="*/ 6361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56" y="63616"/>
                    </a:moveTo>
                    <a:cubicBezTo>
                      <a:pt x="40476" y="63616"/>
                      <a:pt x="48552" y="60271"/>
                      <a:pt x="54506" y="54317"/>
                    </a:cubicBezTo>
                    <a:cubicBezTo>
                      <a:pt x="60460" y="48363"/>
                      <a:pt x="63806" y="40286"/>
                      <a:pt x="63806" y="31866"/>
                    </a:cubicBezTo>
                    <a:cubicBezTo>
                      <a:pt x="63806" y="23446"/>
                      <a:pt x="60460" y="15369"/>
                      <a:pt x="54506" y="9415"/>
                    </a:cubicBezTo>
                    <a:cubicBezTo>
                      <a:pt x="48552" y="3461"/>
                      <a:pt x="40476" y="116"/>
                      <a:pt x="32056" y="116"/>
                    </a:cubicBezTo>
                    <a:cubicBezTo>
                      <a:pt x="23635" y="116"/>
                      <a:pt x="15559" y="3461"/>
                      <a:pt x="9605" y="9415"/>
                    </a:cubicBezTo>
                    <a:cubicBezTo>
                      <a:pt x="3651" y="15369"/>
                      <a:pt x="306" y="23446"/>
                      <a:pt x="306" y="31866"/>
                    </a:cubicBezTo>
                    <a:cubicBezTo>
                      <a:pt x="306" y="40286"/>
                      <a:pt x="3651" y="48363"/>
                      <a:pt x="9605" y="54317"/>
                    </a:cubicBezTo>
                    <a:cubicBezTo>
                      <a:pt x="15559" y="60271"/>
                      <a:pt x="23635" y="63616"/>
                      <a:pt x="32056" y="63616"/>
                    </a:cubicBezTo>
                    <a:close/>
                  </a:path>
                </a:pathLst>
              </a:custGeom>
              <a:solidFill>
                <a:srgbClr val="67B57B"/>
              </a:solidFill>
              <a:ln w="3175" cap="flat">
                <a:solidFill>
                  <a:srgbClr val="FFFFFF"/>
                </a:solidFill>
                <a:prstDash val="solid"/>
                <a:round/>
              </a:ln>
            </p:spPr>
            <p:txBody>
              <a:bodyPr/>
              <a:lstStyle/>
              <a:p>
                <a:endParaRPr lang="en-US"/>
              </a:p>
            </p:txBody>
          </p:sp>
          <p:sp>
            <p:nvSpPr>
              <p:cNvPr id="254" name="Freeform: Shape 253">
                <a:extLst>
                  <a:ext uri="{FF2B5EF4-FFF2-40B4-BE49-F238E27FC236}">
                    <a16:creationId xmlns:a16="http://schemas.microsoft.com/office/drawing/2014/main" id="{122A5533-F8DF-297E-E180-2D9F6368EB42}"/>
                  </a:ext>
                </a:extLst>
              </p:cNvPr>
              <p:cNvSpPr/>
              <p:nvPr/>
            </p:nvSpPr>
            <p:spPr>
              <a:xfrm>
                <a:off x="6209082" y="2161922"/>
                <a:ext cx="63500" cy="63500"/>
              </a:xfrm>
              <a:custGeom>
                <a:avLst/>
                <a:gdLst>
                  <a:gd name="csX0" fmla="*/ 32061 w 63500"/>
                  <a:gd name="csY0" fmla="*/ 63614 h 63500"/>
                  <a:gd name="csX1" fmla="*/ 54512 w 63500"/>
                  <a:gd name="csY1" fmla="*/ 54315 h 63500"/>
                  <a:gd name="csX2" fmla="*/ 63811 w 63500"/>
                  <a:gd name="csY2" fmla="*/ 31864 h 63500"/>
                  <a:gd name="csX3" fmla="*/ 54512 w 63500"/>
                  <a:gd name="csY3" fmla="*/ 9414 h 63500"/>
                  <a:gd name="csX4" fmla="*/ 32061 w 63500"/>
                  <a:gd name="csY4" fmla="*/ 114 h 63500"/>
                  <a:gd name="csX5" fmla="*/ 9611 w 63500"/>
                  <a:gd name="csY5" fmla="*/ 9414 h 63500"/>
                  <a:gd name="csX6" fmla="*/ 311 w 63500"/>
                  <a:gd name="csY6" fmla="*/ 31864 h 63500"/>
                  <a:gd name="csX7" fmla="*/ 9611 w 63500"/>
                  <a:gd name="csY7" fmla="*/ 54315 h 63500"/>
                  <a:gd name="csX8" fmla="*/ 32061 w 63500"/>
                  <a:gd name="csY8" fmla="*/ 63614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61" y="63614"/>
                    </a:moveTo>
                    <a:cubicBezTo>
                      <a:pt x="40482" y="63614"/>
                      <a:pt x="48558" y="60269"/>
                      <a:pt x="54512" y="54315"/>
                    </a:cubicBezTo>
                    <a:cubicBezTo>
                      <a:pt x="60466" y="48361"/>
                      <a:pt x="63811" y="40284"/>
                      <a:pt x="63811" y="31864"/>
                    </a:cubicBezTo>
                    <a:cubicBezTo>
                      <a:pt x="63811" y="23444"/>
                      <a:pt x="60466" y="15368"/>
                      <a:pt x="54512" y="9414"/>
                    </a:cubicBezTo>
                    <a:cubicBezTo>
                      <a:pt x="48558" y="3460"/>
                      <a:pt x="40482" y="114"/>
                      <a:pt x="32061" y="114"/>
                    </a:cubicBezTo>
                    <a:cubicBezTo>
                      <a:pt x="23641" y="114"/>
                      <a:pt x="15565" y="3460"/>
                      <a:pt x="9611" y="9414"/>
                    </a:cubicBezTo>
                    <a:cubicBezTo>
                      <a:pt x="3657" y="15368"/>
                      <a:pt x="311" y="23444"/>
                      <a:pt x="311" y="31864"/>
                    </a:cubicBezTo>
                    <a:cubicBezTo>
                      <a:pt x="311" y="40284"/>
                      <a:pt x="3657" y="48361"/>
                      <a:pt x="9611" y="54315"/>
                    </a:cubicBezTo>
                    <a:cubicBezTo>
                      <a:pt x="15565" y="60269"/>
                      <a:pt x="23641" y="63614"/>
                      <a:pt x="32061" y="63614"/>
                    </a:cubicBezTo>
                    <a:close/>
                  </a:path>
                </a:pathLst>
              </a:custGeom>
              <a:solidFill>
                <a:srgbClr val="67B57B"/>
              </a:solidFill>
              <a:ln w="3175" cap="flat">
                <a:solidFill>
                  <a:srgbClr val="FFFFFF"/>
                </a:solidFill>
                <a:prstDash val="solid"/>
                <a:round/>
              </a:ln>
            </p:spPr>
            <p:txBody>
              <a:bodyPr/>
              <a:lstStyle/>
              <a:p>
                <a:endParaRPr lang="en-US"/>
              </a:p>
            </p:txBody>
          </p:sp>
          <p:sp>
            <p:nvSpPr>
              <p:cNvPr id="255" name="Freeform: Shape 254">
                <a:extLst>
                  <a:ext uri="{FF2B5EF4-FFF2-40B4-BE49-F238E27FC236}">
                    <a16:creationId xmlns:a16="http://schemas.microsoft.com/office/drawing/2014/main" id="{34ACE15C-C0D8-2641-D2FB-F77250C0E610}"/>
                  </a:ext>
                </a:extLst>
              </p:cNvPr>
              <p:cNvSpPr/>
              <p:nvPr/>
            </p:nvSpPr>
            <p:spPr>
              <a:xfrm>
                <a:off x="6246195" y="2140005"/>
                <a:ext cx="63500" cy="63500"/>
              </a:xfrm>
              <a:custGeom>
                <a:avLst/>
                <a:gdLst>
                  <a:gd name="csX0" fmla="*/ 32064 w 63500"/>
                  <a:gd name="csY0" fmla="*/ 63613 h 63500"/>
                  <a:gd name="csX1" fmla="*/ 54515 w 63500"/>
                  <a:gd name="csY1" fmla="*/ 54313 h 63500"/>
                  <a:gd name="csX2" fmla="*/ 63814 w 63500"/>
                  <a:gd name="csY2" fmla="*/ 31863 h 63500"/>
                  <a:gd name="csX3" fmla="*/ 54515 w 63500"/>
                  <a:gd name="csY3" fmla="*/ 9412 h 63500"/>
                  <a:gd name="csX4" fmla="*/ 32064 w 63500"/>
                  <a:gd name="csY4" fmla="*/ 113 h 63500"/>
                  <a:gd name="csX5" fmla="*/ 9614 w 63500"/>
                  <a:gd name="csY5" fmla="*/ 9412 h 63500"/>
                  <a:gd name="csX6" fmla="*/ 314 w 63500"/>
                  <a:gd name="csY6" fmla="*/ 31863 h 63500"/>
                  <a:gd name="csX7" fmla="*/ 9614 w 63500"/>
                  <a:gd name="csY7" fmla="*/ 54313 h 63500"/>
                  <a:gd name="csX8" fmla="*/ 32064 w 63500"/>
                  <a:gd name="csY8" fmla="*/ 63613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64" y="63613"/>
                    </a:moveTo>
                    <a:cubicBezTo>
                      <a:pt x="40485" y="63613"/>
                      <a:pt x="48561" y="60267"/>
                      <a:pt x="54515" y="54313"/>
                    </a:cubicBezTo>
                    <a:cubicBezTo>
                      <a:pt x="60469" y="48359"/>
                      <a:pt x="63814" y="40283"/>
                      <a:pt x="63814" y="31863"/>
                    </a:cubicBezTo>
                    <a:cubicBezTo>
                      <a:pt x="63814" y="23442"/>
                      <a:pt x="60469" y="15366"/>
                      <a:pt x="54515" y="9412"/>
                    </a:cubicBezTo>
                    <a:cubicBezTo>
                      <a:pt x="48561" y="3458"/>
                      <a:pt x="40485" y="113"/>
                      <a:pt x="32064" y="113"/>
                    </a:cubicBezTo>
                    <a:cubicBezTo>
                      <a:pt x="23644" y="113"/>
                      <a:pt x="15568" y="3458"/>
                      <a:pt x="9614" y="9412"/>
                    </a:cubicBezTo>
                    <a:cubicBezTo>
                      <a:pt x="3660" y="15366"/>
                      <a:pt x="314" y="23442"/>
                      <a:pt x="314" y="31863"/>
                    </a:cubicBezTo>
                    <a:cubicBezTo>
                      <a:pt x="314" y="40283"/>
                      <a:pt x="3660" y="48359"/>
                      <a:pt x="9614" y="54313"/>
                    </a:cubicBezTo>
                    <a:cubicBezTo>
                      <a:pt x="15568" y="60267"/>
                      <a:pt x="23644" y="63613"/>
                      <a:pt x="32064" y="63613"/>
                    </a:cubicBezTo>
                    <a:close/>
                  </a:path>
                </a:pathLst>
              </a:custGeom>
              <a:solidFill>
                <a:srgbClr val="67B57B"/>
              </a:solidFill>
              <a:ln w="3175" cap="flat">
                <a:solidFill>
                  <a:srgbClr val="FFFFFF"/>
                </a:solidFill>
                <a:prstDash val="solid"/>
                <a:round/>
              </a:ln>
            </p:spPr>
            <p:txBody>
              <a:bodyPr/>
              <a:lstStyle/>
              <a:p>
                <a:endParaRPr lang="en-US"/>
              </a:p>
            </p:txBody>
          </p:sp>
          <p:sp>
            <p:nvSpPr>
              <p:cNvPr id="3904" name="Freeform: Shape 3903">
                <a:extLst>
                  <a:ext uri="{FF2B5EF4-FFF2-40B4-BE49-F238E27FC236}">
                    <a16:creationId xmlns:a16="http://schemas.microsoft.com/office/drawing/2014/main" id="{FD97B19C-CB5A-900C-B662-365021323490}"/>
                  </a:ext>
                </a:extLst>
              </p:cNvPr>
              <p:cNvSpPr/>
              <p:nvPr/>
            </p:nvSpPr>
            <p:spPr>
              <a:xfrm>
                <a:off x="6269946" y="2118089"/>
                <a:ext cx="63500" cy="63500"/>
              </a:xfrm>
              <a:custGeom>
                <a:avLst/>
                <a:gdLst>
                  <a:gd name="csX0" fmla="*/ 32066 w 63500"/>
                  <a:gd name="csY0" fmla="*/ 63611 h 63500"/>
                  <a:gd name="csX1" fmla="*/ 54517 w 63500"/>
                  <a:gd name="csY1" fmla="*/ 54311 h 63500"/>
                  <a:gd name="csX2" fmla="*/ 63816 w 63500"/>
                  <a:gd name="csY2" fmla="*/ 31861 h 63500"/>
                  <a:gd name="csX3" fmla="*/ 54517 w 63500"/>
                  <a:gd name="csY3" fmla="*/ 9410 h 63500"/>
                  <a:gd name="csX4" fmla="*/ 32066 w 63500"/>
                  <a:gd name="csY4" fmla="*/ 111 h 63500"/>
                  <a:gd name="csX5" fmla="*/ 9616 w 63500"/>
                  <a:gd name="csY5" fmla="*/ 9410 h 63500"/>
                  <a:gd name="csX6" fmla="*/ 316 w 63500"/>
                  <a:gd name="csY6" fmla="*/ 31861 h 63500"/>
                  <a:gd name="csX7" fmla="*/ 9616 w 63500"/>
                  <a:gd name="csY7" fmla="*/ 54311 h 63500"/>
                  <a:gd name="csX8" fmla="*/ 32066 w 63500"/>
                  <a:gd name="csY8" fmla="*/ 63611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66" y="63611"/>
                    </a:moveTo>
                    <a:cubicBezTo>
                      <a:pt x="40486" y="63611"/>
                      <a:pt x="48563" y="60265"/>
                      <a:pt x="54517" y="54311"/>
                    </a:cubicBezTo>
                    <a:cubicBezTo>
                      <a:pt x="60471" y="48357"/>
                      <a:pt x="63816" y="40281"/>
                      <a:pt x="63816" y="31861"/>
                    </a:cubicBezTo>
                    <a:cubicBezTo>
                      <a:pt x="63816" y="23441"/>
                      <a:pt x="60471" y="15364"/>
                      <a:pt x="54517" y="9410"/>
                    </a:cubicBezTo>
                    <a:cubicBezTo>
                      <a:pt x="48563" y="3456"/>
                      <a:pt x="40486" y="111"/>
                      <a:pt x="32066" y="111"/>
                    </a:cubicBezTo>
                    <a:cubicBezTo>
                      <a:pt x="23646" y="111"/>
                      <a:pt x="15570" y="3456"/>
                      <a:pt x="9616" y="9410"/>
                    </a:cubicBezTo>
                    <a:cubicBezTo>
                      <a:pt x="3662" y="15364"/>
                      <a:pt x="316" y="23441"/>
                      <a:pt x="316" y="31861"/>
                    </a:cubicBezTo>
                    <a:cubicBezTo>
                      <a:pt x="316" y="40281"/>
                      <a:pt x="3662" y="48357"/>
                      <a:pt x="9616" y="54311"/>
                    </a:cubicBezTo>
                    <a:cubicBezTo>
                      <a:pt x="15570" y="60265"/>
                      <a:pt x="23646" y="63611"/>
                      <a:pt x="32066" y="63611"/>
                    </a:cubicBezTo>
                    <a:close/>
                  </a:path>
                </a:pathLst>
              </a:custGeom>
              <a:solidFill>
                <a:srgbClr val="67B57B"/>
              </a:solidFill>
              <a:ln w="3175" cap="flat">
                <a:solidFill>
                  <a:srgbClr val="FFFFFF"/>
                </a:solidFill>
                <a:prstDash val="solid"/>
                <a:round/>
              </a:ln>
            </p:spPr>
            <p:txBody>
              <a:bodyPr/>
              <a:lstStyle/>
              <a:p>
                <a:endParaRPr lang="en-US"/>
              </a:p>
            </p:txBody>
          </p:sp>
          <p:sp>
            <p:nvSpPr>
              <p:cNvPr id="3905" name="Freeform: Shape 3904">
                <a:extLst>
                  <a:ext uri="{FF2B5EF4-FFF2-40B4-BE49-F238E27FC236}">
                    <a16:creationId xmlns:a16="http://schemas.microsoft.com/office/drawing/2014/main" id="{58B9353D-E311-0B35-AB7C-BEF360161CCD}"/>
                  </a:ext>
                </a:extLst>
              </p:cNvPr>
              <p:cNvSpPr/>
              <p:nvPr/>
            </p:nvSpPr>
            <p:spPr>
              <a:xfrm>
                <a:off x="6308356" y="2096172"/>
                <a:ext cx="63500" cy="63500"/>
              </a:xfrm>
              <a:custGeom>
                <a:avLst/>
                <a:gdLst>
                  <a:gd name="csX0" fmla="*/ 32069 w 63500"/>
                  <a:gd name="csY0" fmla="*/ 63609 h 63500"/>
                  <a:gd name="csX1" fmla="*/ 54520 w 63500"/>
                  <a:gd name="csY1" fmla="*/ 54310 h 63500"/>
                  <a:gd name="csX2" fmla="*/ 63819 w 63500"/>
                  <a:gd name="csY2" fmla="*/ 31859 h 63500"/>
                  <a:gd name="csX3" fmla="*/ 54520 w 63500"/>
                  <a:gd name="csY3" fmla="*/ 9408 h 63500"/>
                  <a:gd name="csX4" fmla="*/ 32069 w 63500"/>
                  <a:gd name="csY4" fmla="*/ 109 h 63500"/>
                  <a:gd name="csX5" fmla="*/ 9619 w 63500"/>
                  <a:gd name="csY5" fmla="*/ 9408 h 63500"/>
                  <a:gd name="csX6" fmla="*/ 319 w 63500"/>
                  <a:gd name="csY6" fmla="*/ 31859 h 63500"/>
                  <a:gd name="csX7" fmla="*/ 9619 w 63500"/>
                  <a:gd name="csY7" fmla="*/ 54310 h 63500"/>
                  <a:gd name="csX8" fmla="*/ 32069 w 63500"/>
                  <a:gd name="csY8" fmla="*/ 63609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69" y="63609"/>
                    </a:moveTo>
                    <a:cubicBezTo>
                      <a:pt x="40489" y="63609"/>
                      <a:pt x="48566" y="60264"/>
                      <a:pt x="54520" y="54310"/>
                    </a:cubicBezTo>
                    <a:cubicBezTo>
                      <a:pt x="60474" y="48356"/>
                      <a:pt x="63819" y="40279"/>
                      <a:pt x="63819" y="31859"/>
                    </a:cubicBezTo>
                    <a:cubicBezTo>
                      <a:pt x="63819" y="23439"/>
                      <a:pt x="60474" y="15362"/>
                      <a:pt x="54520" y="9408"/>
                    </a:cubicBezTo>
                    <a:cubicBezTo>
                      <a:pt x="48566" y="3454"/>
                      <a:pt x="40489" y="109"/>
                      <a:pt x="32069" y="109"/>
                    </a:cubicBezTo>
                    <a:cubicBezTo>
                      <a:pt x="23649" y="109"/>
                      <a:pt x="15573" y="3454"/>
                      <a:pt x="9619" y="9408"/>
                    </a:cubicBezTo>
                    <a:cubicBezTo>
                      <a:pt x="3665" y="15362"/>
                      <a:pt x="319" y="23439"/>
                      <a:pt x="319" y="31859"/>
                    </a:cubicBezTo>
                    <a:cubicBezTo>
                      <a:pt x="319" y="40279"/>
                      <a:pt x="3665" y="48356"/>
                      <a:pt x="9619" y="54310"/>
                    </a:cubicBezTo>
                    <a:cubicBezTo>
                      <a:pt x="15573" y="60264"/>
                      <a:pt x="23649" y="63609"/>
                      <a:pt x="32069" y="63609"/>
                    </a:cubicBezTo>
                    <a:close/>
                  </a:path>
                </a:pathLst>
              </a:custGeom>
              <a:solidFill>
                <a:srgbClr val="67B57B"/>
              </a:solidFill>
              <a:ln w="3175" cap="flat">
                <a:solidFill>
                  <a:srgbClr val="FFFFFF"/>
                </a:solidFill>
                <a:prstDash val="solid"/>
                <a:round/>
              </a:ln>
            </p:spPr>
            <p:txBody>
              <a:bodyPr/>
              <a:lstStyle/>
              <a:p>
                <a:endParaRPr lang="en-US"/>
              </a:p>
            </p:txBody>
          </p:sp>
          <p:sp>
            <p:nvSpPr>
              <p:cNvPr id="3906" name="Freeform: Shape 3905">
                <a:extLst>
                  <a:ext uri="{FF2B5EF4-FFF2-40B4-BE49-F238E27FC236}">
                    <a16:creationId xmlns:a16="http://schemas.microsoft.com/office/drawing/2014/main" id="{DBDB2DEE-D198-91F4-5D3A-8425C536C1F6}"/>
                  </a:ext>
                </a:extLst>
              </p:cNvPr>
              <p:cNvSpPr/>
              <p:nvPr/>
            </p:nvSpPr>
            <p:spPr>
              <a:xfrm>
                <a:off x="6375747" y="2074256"/>
                <a:ext cx="63500" cy="63500"/>
              </a:xfrm>
              <a:custGeom>
                <a:avLst/>
                <a:gdLst>
                  <a:gd name="csX0" fmla="*/ 32075 w 63500"/>
                  <a:gd name="csY0" fmla="*/ 63607 h 63500"/>
                  <a:gd name="csX1" fmla="*/ 54525 w 63500"/>
                  <a:gd name="csY1" fmla="*/ 54308 h 63500"/>
                  <a:gd name="csX2" fmla="*/ 63825 w 63500"/>
                  <a:gd name="csY2" fmla="*/ 31857 h 63500"/>
                  <a:gd name="csX3" fmla="*/ 54525 w 63500"/>
                  <a:gd name="csY3" fmla="*/ 9407 h 63500"/>
                  <a:gd name="csX4" fmla="*/ 32075 w 63500"/>
                  <a:gd name="csY4" fmla="*/ 107 h 63500"/>
                  <a:gd name="csX5" fmla="*/ 9624 w 63500"/>
                  <a:gd name="csY5" fmla="*/ 9407 h 63500"/>
                  <a:gd name="csX6" fmla="*/ 325 w 63500"/>
                  <a:gd name="csY6" fmla="*/ 31857 h 63500"/>
                  <a:gd name="csX7" fmla="*/ 9624 w 63500"/>
                  <a:gd name="csY7" fmla="*/ 54308 h 63500"/>
                  <a:gd name="csX8" fmla="*/ 32075 w 63500"/>
                  <a:gd name="csY8" fmla="*/ 63607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75" y="63607"/>
                    </a:moveTo>
                    <a:cubicBezTo>
                      <a:pt x="40495" y="63607"/>
                      <a:pt x="48571" y="60262"/>
                      <a:pt x="54525" y="54308"/>
                    </a:cubicBezTo>
                    <a:cubicBezTo>
                      <a:pt x="60479" y="48354"/>
                      <a:pt x="63825" y="40278"/>
                      <a:pt x="63825" y="31857"/>
                    </a:cubicBezTo>
                    <a:cubicBezTo>
                      <a:pt x="63825" y="23437"/>
                      <a:pt x="60479" y="15361"/>
                      <a:pt x="54525" y="9407"/>
                    </a:cubicBezTo>
                    <a:cubicBezTo>
                      <a:pt x="48571" y="3453"/>
                      <a:pt x="40495" y="107"/>
                      <a:pt x="32075" y="107"/>
                    </a:cubicBezTo>
                    <a:cubicBezTo>
                      <a:pt x="23654" y="107"/>
                      <a:pt x="15578" y="3453"/>
                      <a:pt x="9624" y="9407"/>
                    </a:cubicBezTo>
                    <a:cubicBezTo>
                      <a:pt x="3670" y="15361"/>
                      <a:pt x="325" y="23437"/>
                      <a:pt x="325" y="31857"/>
                    </a:cubicBezTo>
                    <a:cubicBezTo>
                      <a:pt x="325" y="40278"/>
                      <a:pt x="3670" y="48354"/>
                      <a:pt x="9624" y="54308"/>
                    </a:cubicBezTo>
                    <a:cubicBezTo>
                      <a:pt x="15578" y="60262"/>
                      <a:pt x="23654" y="63607"/>
                      <a:pt x="32075" y="63607"/>
                    </a:cubicBezTo>
                    <a:close/>
                  </a:path>
                </a:pathLst>
              </a:custGeom>
              <a:solidFill>
                <a:srgbClr val="67B57B"/>
              </a:solidFill>
              <a:ln w="3175" cap="flat">
                <a:solidFill>
                  <a:srgbClr val="FFFFFF"/>
                </a:solidFill>
                <a:prstDash val="solid"/>
                <a:round/>
              </a:ln>
            </p:spPr>
            <p:txBody>
              <a:bodyPr/>
              <a:lstStyle/>
              <a:p>
                <a:endParaRPr lang="en-US"/>
              </a:p>
            </p:txBody>
          </p:sp>
          <p:sp>
            <p:nvSpPr>
              <p:cNvPr id="3907" name="Freeform: Shape 3906">
                <a:extLst>
                  <a:ext uri="{FF2B5EF4-FFF2-40B4-BE49-F238E27FC236}">
                    <a16:creationId xmlns:a16="http://schemas.microsoft.com/office/drawing/2014/main" id="{CFB768B0-8C4A-572C-976E-B66AB27E105E}"/>
                  </a:ext>
                </a:extLst>
              </p:cNvPr>
              <p:cNvSpPr/>
              <p:nvPr/>
            </p:nvSpPr>
            <p:spPr>
              <a:xfrm>
                <a:off x="6438310" y="2052339"/>
                <a:ext cx="63500" cy="63500"/>
              </a:xfrm>
              <a:custGeom>
                <a:avLst/>
                <a:gdLst>
                  <a:gd name="csX0" fmla="*/ 32079 w 63500"/>
                  <a:gd name="csY0" fmla="*/ 63606 h 63500"/>
                  <a:gd name="csX1" fmla="*/ 54530 w 63500"/>
                  <a:gd name="csY1" fmla="*/ 54306 h 63500"/>
                  <a:gd name="csX2" fmla="*/ 63829 w 63500"/>
                  <a:gd name="csY2" fmla="*/ 31856 h 63500"/>
                  <a:gd name="csX3" fmla="*/ 54530 w 63500"/>
                  <a:gd name="csY3" fmla="*/ 9405 h 63500"/>
                  <a:gd name="csX4" fmla="*/ 32079 w 63500"/>
                  <a:gd name="csY4" fmla="*/ 106 h 63500"/>
                  <a:gd name="csX5" fmla="*/ 9629 w 63500"/>
                  <a:gd name="csY5" fmla="*/ 9405 h 63500"/>
                  <a:gd name="csX6" fmla="*/ 329 w 63500"/>
                  <a:gd name="csY6" fmla="*/ 31856 h 63500"/>
                  <a:gd name="csX7" fmla="*/ 9629 w 63500"/>
                  <a:gd name="csY7" fmla="*/ 54306 h 63500"/>
                  <a:gd name="csX8" fmla="*/ 32079 w 63500"/>
                  <a:gd name="csY8" fmla="*/ 63606 h 6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500" h="63500">
                    <a:moveTo>
                      <a:pt x="32079" y="63606"/>
                    </a:moveTo>
                    <a:cubicBezTo>
                      <a:pt x="40500" y="63606"/>
                      <a:pt x="48576" y="60260"/>
                      <a:pt x="54530" y="54306"/>
                    </a:cubicBezTo>
                    <a:cubicBezTo>
                      <a:pt x="60484" y="48352"/>
                      <a:pt x="63829" y="40276"/>
                      <a:pt x="63829" y="31856"/>
                    </a:cubicBezTo>
                    <a:cubicBezTo>
                      <a:pt x="63829" y="23435"/>
                      <a:pt x="60484" y="15359"/>
                      <a:pt x="54530" y="9405"/>
                    </a:cubicBezTo>
                    <a:cubicBezTo>
                      <a:pt x="48576" y="3451"/>
                      <a:pt x="40500" y="106"/>
                      <a:pt x="32079" y="106"/>
                    </a:cubicBezTo>
                    <a:cubicBezTo>
                      <a:pt x="23659" y="106"/>
                      <a:pt x="15583" y="3451"/>
                      <a:pt x="9629" y="9405"/>
                    </a:cubicBezTo>
                    <a:cubicBezTo>
                      <a:pt x="3675" y="15359"/>
                      <a:pt x="329" y="23435"/>
                      <a:pt x="329" y="31856"/>
                    </a:cubicBezTo>
                    <a:cubicBezTo>
                      <a:pt x="329" y="40276"/>
                      <a:pt x="3675" y="48352"/>
                      <a:pt x="9629" y="54306"/>
                    </a:cubicBezTo>
                    <a:cubicBezTo>
                      <a:pt x="15583" y="60260"/>
                      <a:pt x="23659" y="63606"/>
                      <a:pt x="32079" y="63606"/>
                    </a:cubicBezTo>
                    <a:close/>
                  </a:path>
                </a:pathLst>
              </a:custGeom>
              <a:solidFill>
                <a:srgbClr val="67B57B"/>
              </a:solidFill>
              <a:ln w="3175" cap="flat">
                <a:solidFill>
                  <a:srgbClr val="FFFFFF"/>
                </a:solidFill>
                <a:prstDash val="solid"/>
                <a:round/>
              </a:ln>
            </p:spPr>
            <p:txBody>
              <a:bodyPr/>
              <a:lstStyle/>
              <a:p>
                <a:endParaRPr lang="en-US"/>
              </a:p>
            </p:txBody>
          </p:sp>
        </p:grpSp>
      </p:grpSp>
      <p:grpSp>
        <p:nvGrpSpPr>
          <p:cNvPr id="35" name="Graphic 4">
            <a:extLst>
              <a:ext uri="{FF2B5EF4-FFF2-40B4-BE49-F238E27FC236}">
                <a16:creationId xmlns:a16="http://schemas.microsoft.com/office/drawing/2014/main" id="{4FBB3072-20D0-72C7-41A0-873567B7F1CF}"/>
              </a:ext>
            </a:extLst>
          </p:cNvPr>
          <p:cNvGrpSpPr/>
          <p:nvPr/>
        </p:nvGrpSpPr>
        <p:grpSpPr>
          <a:xfrm>
            <a:off x="821894" y="1587641"/>
            <a:ext cx="1798587" cy="113681"/>
            <a:chOff x="3417182" y="957803"/>
            <a:chExt cx="2986952" cy="188793"/>
          </a:xfrm>
          <a:solidFill>
            <a:srgbClr val="262626"/>
          </a:solidFill>
        </p:grpSpPr>
        <p:sp>
          <p:nvSpPr>
            <p:cNvPr id="36" name="Freeform: Shape 35">
              <a:extLst>
                <a:ext uri="{FF2B5EF4-FFF2-40B4-BE49-F238E27FC236}">
                  <a16:creationId xmlns:a16="http://schemas.microsoft.com/office/drawing/2014/main" id="{AFA80AAA-4BE3-F944-F40E-2FBBEF8BFE71}"/>
                </a:ext>
              </a:extLst>
            </p:cNvPr>
            <p:cNvSpPr/>
            <p:nvPr/>
          </p:nvSpPr>
          <p:spPr>
            <a:xfrm flipV="1">
              <a:off x="3417182" y="963808"/>
              <a:ext cx="91622" cy="142219"/>
            </a:xfrm>
            <a:custGeom>
              <a:avLst/>
              <a:gdLst>
                <a:gd name="csX0" fmla="*/ -2038 w 91622"/>
                <a:gd name="csY0" fmla="*/ 139910 h 142219"/>
                <a:gd name="csX1" fmla="*/ 87878 w 91622"/>
                <a:gd name="csY1" fmla="*/ 139910 h 142219"/>
                <a:gd name="csX2" fmla="*/ 87878 w 91622"/>
                <a:gd name="csY2" fmla="*/ 123694 h 142219"/>
                <a:gd name="csX3" fmla="*/ 17195 w 91622"/>
                <a:gd name="csY3" fmla="*/ 123694 h 142219"/>
                <a:gd name="csX4" fmla="*/ 17195 w 91622"/>
                <a:gd name="csY4" fmla="*/ 81601 h 142219"/>
                <a:gd name="csX5" fmla="*/ 84921 w 91622"/>
                <a:gd name="csY5" fmla="*/ 81601 h 142219"/>
                <a:gd name="csX6" fmla="*/ 84921 w 91622"/>
                <a:gd name="csY6" fmla="*/ 65417 h 142219"/>
                <a:gd name="csX7" fmla="*/ 17195 w 91622"/>
                <a:gd name="csY7" fmla="*/ 65417 h 142219"/>
                <a:gd name="csX8" fmla="*/ 17195 w 91622"/>
                <a:gd name="csY8" fmla="*/ 13875 h 142219"/>
                <a:gd name="csX9" fmla="*/ 89585 w 91622"/>
                <a:gd name="csY9" fmla="*/ 13875 h 142219"/>
                <a:gd name="csX10" fmla="*/ 89585 w 91622"/>
                <a:gd name="csY10" fmla="*/ -2310 h 142219"/>
                <a:gd name="csX11" fmla="*/ -2038 w 91622"/>
                <a:gd name="csY11" fmla="*/ -2310 h 142219"/>
                <a:gd name="csX12" fmla="*/ -2038 w 91622"/>
                <a:gd name="csY12" fmla="*/ 139910 h 1422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1622" h="142219">
                  <a:moveTo>
                    <a:pt x="-2038" y="139910"/>
                  </a:moveTo>
                  <a:lnTo>
                    <a:pt x="87878" y="139910"/>
                  </a:lnTo>
                  <a:lnTo>
                    <a:pt x="87878" y="123694"/>
                  </a:lnTo>
                  <a:lnTo>
                    <a:pt x="17195" y="123694"/>
                  </a:lnTo>
                  <a:lnTo>
                    <a:pt x="17195" y="81601"/>
                  </a:lnTo>
                  <a:lnTo>
                    <a:pt x="84921" y="81601"/>
                  </a:lnTo>
                  <a:lnTo>
                    <a:pt x="84921" y="65417"/>
                  </a:lnTo>
                  <a:lnTo>
                    <a:pt x="17195" y="65417"/>
                  </a:lnTo>
                  <a:lnTo>
                    <a:pt x="17195" y="13875"/>
                  </a:lnTo>
                  <a:lnTo>
                    <a:pt x="89585" y="13875"/>
                  </a:lnTo>
                  <a:lnTo>
                    <a:pt x="89585" y="-2310"/>
                  </a:lnTo>
                  <a:lnTo>
                    <a:pt x="-2038" y="-2310"/>
                  </a:lnTo>
                  <a:lnTo>
                    <a:pt x="-2038" y="139910"/>
                  </a:lnTo>
                  <a:close/>
                </a:path>
              </a:pathLst>
            </a:custGeom>
            <a:solidFill>
              <a:srgbClr val="262626"/>
            </a:solidFill>
            <a:ln w="30" cap="flat">
              <a:noFill/>
              <a:prstDash val="solid"/>
              <a:round/>
            </a:ln>
          </p:spPr>
          <p:txBody>
            <a:bodyPr/>
            <a:lstStyle/>
            <a:p>
              <a:endParaRPr lang="en-US"/>
            </a:p>
          </p:txBody>
        </p:sp>
        <p:sp>
          <p:nvSpPr>
            <p:cNvPr id="37" name="Freeform: Shape 36">
              <a:extLst>
                <a:ext uri="{FF2B5EF4-FFF2-40B4-BE49-F238E27FC236}">
                  <a16:creationId xmlns:a16="http://schemas.microsoft.com/office/drawing/2014/main" id="{94D11EE2-B075-3FE4-8B96-E3BC5FBE5479}"/>
                </a:ext>
              </a:extLst>
            </p:cNvPr>
            <p:cNvSpPr/>
            <p:nvPr/>
          </p:nvSpPr>
          <p:spPr>
            <a:xfrm flipV="1">
              <a:off x="3526903" y="999347"/>
              <a:ext cx="103449" cy="106680"/>
            </a:xfrm>
            <a:custGeom>
              <a:avLst/>
              <a:gdLst>
                <a:gd name="csX0" fmla="*/ 99689 w 103449"/>
                <a:gd name="csY0" fmla="*/ 104954 h 106680"/>
                <a:gd name="csX1" fmla="*/ 61101 w 103449"/>
                <a:gd name="csY1" fmla="*/ 53047 h 106680"/>
                <a:gd name="csX2" fmla="*/ 101670 w 103449"/>
                <a:gd name="csY2" fmla="*/ -1726 h 106680"/>
                <a:gd name="csX3" fmla="*/ 81004 w 103449"/>
                <a:gd name="csY3" fmla="*/ -1726 h 106680"/>
                <a:gd name="csX4" fmla="*/ 49945 w 103449"/>
                <a:gd name="csY4" fmla="*/ 40184 h 106680"/>
                <a:gd name="csX5" fmla="*/ 18917 w 103449"/>
                <a:gd name="csY5" fmla="*/ -1726 h 106680"/>
                <a:gd name="csX6" fmla="*/ -1779 w 103449"/>
                <a:gd name="csY6" fmla="*/ -1726 h 106680"/>
                <a:gd name="csX7" fmla="*/ 39674 w 103449"/>
                <a:gd name="csY7" fmla="*/ 54083 h 106680"/>
                <a:gd name="csX8" fmla="*/ 1756 w 103449"/>
                <a:gd name="csY8" fmla="*/ 104954 h 106680"/>
                <a:gd name="csX9" fmla="*/ 22422 w 103449"/>
                <a:gd name="csY9" fmla="*/ 104954 h 106680"/>
                <a:gd name="csX10" fmla="*/ 50707 w 103449"/>
                <a:gd name="csY10" fmla="*/ 66946 h 106680"/>
                <a:gd name="csX11" fmla="*/ 78993 w 103449"/>
                <a:gd name="csY11" fmla="*/ 104954 h 106680"/>
                <a:gd name="csX12" fmla="*/ 99689 w 103449"/>
                <a:gd name="csY12" fmla="*/ 104954 h 1066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3449" h="106680">
                  <a:moveTo>
                    <a:pt x="99689" y="104954"/>
                  </a:moveTo>
                  <a:lnTo>
                    <a:pt x="61101" y="53047"/>
                  </a:lnTo>
                  <a:lnTo>
                    <a:pt x="101670" y="-1726"/>
                  </a:lnTo>
                  <a:lnTo>
                    <a:pt x="81004" y="-1726"/>
                  </a:lnTo>
                  <a:lnTo>
                    <a:pt x="49945" y="40184"/>
                  </a:lnTo>
                  <a:lnTo>
                    <a:pt x="18917" y="-1726"/>
                  </a:lnTo>
                  <a:lnTo>
                    <a:pt x="-1779" y="-1726"/>
                  </a:lnTo>
                  <a:lnTo>
                    <a:pt x="39674" y="54083"/>
                  </a:lnTo>
                  <a:lnTo>
                    <a:pt x="1756" y="104954"/>
                  </a:lnTo>
                  <a:lnTo>
                    <a:pt x="22422" y="104954"/>
                  </a:lnTo>
                  <a:lnTo>
                    <a:pt x="50707" y="66946"/>
                  </a:lnTo>
                  <a:lnTo>
                    <a:pt x="78993" y="104954"/>
                  </a:lnTo>
                  <a:lnTo>
                    <a:pt x="99689" y="104954"/>
                  </a:lnTo>
                  <a:close/>
                </a:path>
              </a:pathLst>
            </a:custGeom>
            <a:solidFill>
              <a:srgbClr val="262626"/>
            </a:solidFill>
            <a:ln w="30" cap="flat">
              <a:noFill/>
              <a:prstDash val="solid"/>
              <a:round/>
            </a:ln>
          </p:spPr>
          <p:txBody>
            <a:bodyPr/>
            <a:lstStyle/>
            <a:p>
              <a:endParaRPr lang="en-US"/>
            </a:p>
          </p:txBody>
        </p:sp>
        <p:sp>
          <p:nvSpPr>
            <p:cNvPr id="38" name="Freeform: Shape 37">
              <a:extLst>
                <a:ext uri="{FF2B5EF4-FFF2-40B4-BE49-F238E27FC236}">
                  <a16:creationId xmlns:a16="http://schemas.microsoft.com/office/drawing/2014/main" id="{878BA8B3-65BE-5093-CABD-D3326175C6D6}"/>
                </a:ext>
              </a:extLst>
            </p:cNvPr>
            <p:cNvSpPr/>
            <p:nvPr/>
          </p:nvSpPr>
          <p:spPr>
            <a:xfrm flipV="1">
              <a:off x="3648442" y="996787"/>
              <a:ext cx="90129" cy="112014"/>
            </a:xfrm>
            <a:custGeom>
              <a:avLst/>
              <a:gdLst>
                <a:gd name="csX0" fmla="*/ 53417 w 90129"/>
                <a:gd name="csY0" fmla="*/ 54666 h 112014"/>
                <a:gd name="csX1" fmla="*/ 23973 w 90129"/>
                <a:gd name="csY1" fmla="*/ 49820 h 112014"/>
                <a:gd name="csX2" fmla="*/ 15774 w 90129"/>
                <a:gd name="csY2" fmla="*/ 33238 h 112014"/>
                <a:gd name="csX3" fmla="*/ 21931 w 90129"/>
                <a:gd name="csY3" fmla="*/ 18425 h 112014"/>
                <a:gd name="csX4" fmla="*/ 38634 w 90129"/>
                <a:gd name="csY4" fmla="*/ 12969 h 112014"/>
                <a:gd name="csX5" fmla="*/ 62043 w 90129"/>
                <a:gd name="csY5" fmla="*/ 23302 h 112014"/>
                <a:gd name="csX6" fmla="*/ 70852 w 90129"/>
                <a:gd name="csY6" fmla="*/ 50764 h 112014"/>
                <a:gd name="csX7" fmla="*/ 70852 w 90129"/>
                <a:gd name="csY7" fmla="*/ 54666 h 112014"/>
                <a:gd name="csX8" fmla="*/ 53417 w 90129"/>
                <a:gd name="csY8" fmla="*/ 54666 h 112014"/>
                <a:gd name="csX9" fmla="*/ 88378 w 90129"/>
                <a:gd name="csY9" fmla="*/ 61920 h 112014"/>
                <a:gd name="csX10" fmla="*/ 88378 w 90129"/>
                <a:gd name="csY10" fmla="*/ 1052 h 112014"/>
                <a:gd name="csX11" fmla="*/ 70852 w 90129"/>
                <a:gd name="csY11" fmla="*/ 1052 h 112014"/>
                <a:gd name="csX12" fmla="*/ 70852 w 90129"/>
                <a:gd name="csY12" fmla="*/ 17236 h 112014"/>
                <a:gd name="csX13" fmla="*/ 55886 w 90129"/>
                <a:gd name="csY13" fmla="*/ 2911 h 112014"/>
                <a:gd name="csX14" fmla="*/ 33971 w 90129"/>
                <a:gd name="csY14" fmla="*/ -1722 h 112014"/>
                <a:gd name="csX15" fmla="*/ 7910 w 90129"/>
                <a:gd name="csY15" fmla="*/ 7483 h 112014"/>
                <a:gd name="csX16" fmla="*/ -1752 w 90129"/>
                <a:gd name="csY16" fmla="*/ 32111 h 112014"/>
                <a:gd name="csX17" fmla="*/ 10288 w 90129"/>
                <a:gd name="csY17" fmla="*/ 59238 h 112014"/>
                <a:gd name="csX18" fmla="*/ 46254 w 90129"/>
                <a:gd name="csY18" fmla="*/ 68382 h 112014"/>
                <a:gd name="csX19" fmla="*/ 70852 w 90129"/>
                <a:gd name="csY19" fmla="*/ 68382 h 112014"/>
                <a:gd name="csX20" fmla="*/ 70852 w 90129"/>
                <a:gd name="csY20" fmla="*/ 70119 h 112014"/>
                <a:gd name="csX21" fmla="*/ 62896 w 90129"/>
                <a:gd name="csY21" fmla="*/ 88834 h 112014"/>
                <a:gd name="csX22" fmla="*/ 40555 w 90129"/>
                <a:gd name="csY22" fmla="*/ 95448 h 112014"/>
                <a:gd name="csX23" fmla="*/ 22724 w 90129"/>
                <a:gd name="csY23" fmla="*/ 93254 h 112014"/>
                <a:gd name="csX24" fmla="*/ 6082 w 90129"/>
                <a:gd name="csY24" fmla="*/ 86670 h 112014"/>
                <a:gd name="csX25" fmla="*/ 6082 w 90129"/>
                <a:gd name="csY25" fmla="*/ 102885 h 112014"/>
                <a:gd name="csX26" fmla="*/ 24735 w 90129"/>
                <a:gd name="csY26" fmla="*/ 108433 h 112014"/>
                <a:gd name="csX27" fmla="*/ 42353 w 90129"/>
                <a:gd name="csY27" fmla="*/ 110292 h 112014"/>
                <a:gd name="csX28" fmla="*/ 76948 w 90129"/>
                <a:gd name="csY28" fmla="*/ 98283 h 112014"/>
                <a:gd name="csX29" fmla="*/ 88378 w 90129"/>
                <a:gd name="csY29" fmla="*/ 61920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0129" h="112014">
                  <a:moveTo>
                    <a:pt x="53417" y="54666"/>
                  </a:moveTo>
                  <a:cubicBezTo>
                    <a:pt x="39254" y="54666"/>
                    <a:pt x="29440" y="53050"/>
                    <a:pt x="23973" y="49820"/>
                  </a:cubicBezTo>
                  <a:cubicBezTo>
                    <a:pt x="18507" y="46589"/>
                    <a:pt x="15774" y="41062"/>
                    <a:pt x="15774" y="33238"/>
                  </a:cubicBezTo>
                  <a:cubicBezTo>
                    <a:pt x="15774" y="27021"/>
                    <a:pt x="17827" y="22083"/>
                    <a:pt x="21931" y="18425"/>
                  </a:cubicBezTo>
                  <a:cubicBezTo>
                    <a:pt x="26036" y="14788"/>
                    <a:pt x="31604" y="12969"/>
                    <a:pt x="38634" y="12969"/>
                  </a:cubicBezTo>
                  <a:cubicBezTo>
                    <a:pt x="48368" y="12969"/>
                    <a:pt x="56170" y="16413"/>
                    <a:pt x="62043" y="23302"/>
                  </a:cubicBezTo>
                  <a:cubicBezTo>
                    <a:pt x="67915" y="30190"/>
                    <a:pt x="70852" y="39345"/>
                    <a:pt x="70852" y="50764"/>
                  </a:cubicBezTo>
                  <a:lnTo>
                    <a:pt x="70852" y="54666"/>
                  </a:lnTo>
                  <a:lnTo>
                    <a:pt x="53417" y="54666"/>
                  </a:lnTo>
                  <a:close/>
                  <a:moveTo>
                    <a:pt x="88378" y="61920"/>
                  </a:moveTo>
                  <a:lnTo>
                    <a:pt x="88378" y="1052"/>
                  </a:lnTo>
                  <a:lnTo>
                    <a:pt x="70852" y="1052"/>
                  </a:lnTo>
                  <a:lnTo>
                    <a:pt x="70852" y="17236"/>
                  </a:lnTo>
                  <a:cubicBezTo>
                    <a:pt x="66849" y="10775"/>
                    <a:pt x="61860" y="5999"/>
                    <a:pt x="55886" y="2911"/>
                  </a:cubicBezTo>
                  <a:cubicBezTo>
                    <a:pt x="49912" y="-178"/>
                    <a:pt x="42607" y="-1722"/>
                    <a:pt x="33971" y="-1722"/>
                  </a:cubicBezTo>
                  <a:cubicBezTo>
                    <a:pt x="23059" y="-1722"/>
                    <a:pt x="14372" y="1346"/>
                    <a:pt x="7910" y="7483"/>
                  </a:cubicBezTo>
                  <a:cubicBezTo>
                    <a:pt x="1469" y="13619"/>
                    <a:pt x="-1752" y="21829"/>
                    <a:pt x="-1752" y="32111"/>
                  </a:cubicBezTo>
                  <a:cubicBezTo>
                    <a:pt x="-1752" y="44100"/>
                    <a:pt x="2262" y="53142"/>
                    <a:pt x="10288" y="59238"/>
                  </a:cubicBezTo>
                  <a:cubicBezTo>
                    <a:pt x="18335" y="65334"/>
                    <a:pt x="30323" y="68382"/>
                    <a:pt x="46254" y="68382"/>
                  </a:cubicBezTo>
                  <a:lnTo>
                    <a:pt x="70852" y="68382"/>
                  </a:lnTo>
                  <a:lnTo>
                    <a:pt x="70852" y="70119"/>
                  </a:lnTo>
                  <a:cubicBezTo>
                    <a:pt x="70852" y="78186"/>
                    <a:pt x="68200" y="84425"/>
                    <a:pt x="62896" y="88834"/>
                  </a:cubicBezTo>
                  <a:cubicBezTo>
                    <a:pt x="57593" y="93243"/>
                    <a:pt x="50146" y="95448"/>
                    <a:pt x="40555" y="95448"/>
                  </a:cubicBezTo>
                  <a:cubicBezTo>
                    <a:pt x="34459" y="95448"/>
                    <a:pt x="28515" y="94717"/>
                    <a:pt x="22724" y="93254"/>
                  </a:cubicBezTo>
                  <a:cubicBezTo>
                    <a:pt x="16953" y="91791"/>
                    <a:pt x="11406" y="89596"/>
                    <a:pt x="6082" y="86670"/>
                  </a:cubicBezTo>
                  <a:lnTo>
                    <a:pt x="6082" y="102885"/>
                  </a:lnTo>
                  <a:cubicBezTo>
                    <a:pt x="12482" y="105364"/>
                    <a:pt x="18700" y="107213"/>
                    <a:pt x="24735" y="108433"/>
                  </a:cubicBezTo>
                  <a:cubicBezTo>
                    <a:pt x="30770" y="109672"/>
                    <a:pt x="36643" y="110292"/>
                    <a:pt x="42353" y="110292"/>
                  </a:cubicBezTo>
                  <a:cubicBezTo>
                    <a:pt x="57796" y="110292"/>
                    <a:pt x="69328" y="106289"/>
                    <a:pt x="76948" y="98283"/>
                  </a:cubicBezTo>
                  <a:cubicBezTo>
                    <a:pt x="84568" y="90297"/>
                    <a:pt x="88378" y="78176"/>
                    <a:pt x="88378" y="61920"/>
                  </a:cubicBezTo>
                  <a:close/>
                </a:path>
              </a:pathLst>
            </a:custGeom>
            <a:solidFill>
              <a:srgbClr val="262626"/>
            </a:solidFill>
            <a:ln w="30" cap="flat">
              <a:noFill/>
              <a:prstDash val="solid"/>
              <a:round/>
            </a:ln>
          </p:spPr>
          <p:txBody>
            <a:bodyPr/>
            <a:lstStyle/>
            <a:p>
              <a:endParaRPr lang="en-US"/>
            </a:p>
          </p:txBody>
        </p:sp>
        <p:sp>
          <p:nvSpPr>
            <p:cNvPr id="39" name="Freeform: Shape 38">
              <a:extLst>
                <a:ext uri="{FF2B5EF4-FFF2-40B4-BE49-F238E27FC236}">
                  <a16:creationId xmlns:a16="http://schemas.microsoft.com/office/drawing/2014/main" id="{68407DC5-99BC-3AD3-BF1C-C1FE4F99B1BF}"/>
                </a:ext>
              </a:extLst>
            </p:cNvPr>
            <p:cNvSpPr/>
            <p:nvPr/>
          </p:nvSpPr>
          <p:spPr>
            <a:xfrm flipV="1">
              <a:off x="3773985" y="996787"/>
              <a:ext cx="155752" cy="109240"/>
            </a:xfrm>
            <a:custGeom>
              <a:avLst/>
              <a:gdLst>
                <a:gd name="csX0" fmla="*/ 80716 w 155752"/>
                <a:gd name="csY0" fmla="*/ 84430 h 109240"/>
                <a:gd name="csX1" fmla="*/ 96444 w 155752"/>
                <a:gd name="csY1" fmla="*/ 101864 h 109240"/>
                <a:gd name="csX2" fmla="*/ 117962 w 155752"/>
                <a:gd name="csY2" fmla="*/ 107473 h 109240"/>
                <a:gd name="csX3" fmla="*/ 143688 w 155752"/>
                <a:gd name="csY3" fmla="*/ 95799 h 109240"/>
                <a:gd name="csX4" fmla="*/ 152740 w 155752"/>
                <a:gd name="csY4" fmla="*/ 62637 h 109240"/>
                <a:gd name="csX5" fmla="*/ 152740 w 155752"/>
                <a:gd name="csY5" fmla="*/ -1768 h 109240"/>
                <a:gd name="csX6" fmla="*/ 135123 w 155752"/>
                <a:gd name="csY6" fmla="*/ -1768 h 109240"/>
                <a:gd name="csX7" fmla="*/ 135123 w 155752"/>
                <a:gd name="csY7" fmla="*/ 62057 h 109240"/>
                <a:gd name="csX8" fmla="*/ 129667 w 155752"/>
                <a:gd name="csY8" fmla="*/ 84795 h 109240"/>
                <a:gd name="csX9" fmla="*/ 113116 w 155752"/>
                <a:gd name="csY9" fmla="*/ 92233 h 109240"/>
                <a:gd name="csX10" fmla="*/ 91567 w 155752"/>
                <a:gd name="csY10" fmla="*/ 83180 h 109240"/>
                <a:gd name="csX11" fmla="*/ 83672 w 155752"/>
                <a:gd name="csY11" fmla="*/ 58522 h 109240"/>
                <a:gd name="csX12" fmla="*/ 83672 w 155752"/>
                <a:gd name="csY12" fmla="*/ -1768 h 109240"/>
                <a:gd name="csX13" fmla="*/ 66055 w 155752"/>
                <a:gd name="csY13" fmla="*/ -1768 h 109240"/>
                <a:gd name="csX14" fmla="*/ 66055 w 155752"/>
                <a:gd name="csY14" fmla="*/ 62057 h 109240"/>
                <a:gd name="csX15" fmla="*/ 60630 w 155752"/>
                <a:gd name="csY15" fmla="*/ 84856 h 109240"/>
                <a:gd name="csX16" fmla="*/ 43866 w 155752"/>
                <a:gd name="csY16" fmla="*/ 92233 h 109240"/>
                <a:gd name="csX17" fmla="*/ 22499 w 155752"/>
                <a:gd name="csY17" fmla="*/ 83150 h 109240"/>
                <a:gd name="csX18" fmla="*/ 14605 w 155752"/>
                <a:gd name="csY18" fmla="*/ 58522 h 109240"/>
                <a:gd name="csX19" fmla="*/ 14605 w 155752"/>
                <a:gd name="csY19" fmla="*/ -1768 h 109240"/>
                <a:gd name="csX20" fmla="*/ -3013 w 155752"/>
                <a:gd name="csY20" fmla="*/ -1768 h 109240"/>
                <a:gd name="csX21" fmla="*/ -3013 w 155752"/>
                <a:gd name="csY21" fmla="*/ 104912 h 109240"/>
                <a:gd name="csX22" fmla="*/ 14605 w 155752"/>
                <a:gd name="csY22" fmla="*/ 104912 h 109240"/>
                <a:gd name="csX23" fmla="*/ 14605 w 155752"/>
                <a:gd name="csY23" fmla="*/ 88331 h 109240"/>
                <a:gd name="csX24" fmla="*/ 28991 w 155752"/>
                <a:gd name="csY24" fmla="*/ 102809 h 109240"/>
                <a:gd name="csX25" fmla="*/ 48895 w 155752"/>
                <a:gd name="csY25" fmla="*/ 107473 h 109240"/>
                <a:gd name="csX26" fmla="*/ 68676 w 155752"/>
                <a:gd name="csY26" fmla="*/ 101559 h 109240"/>
                <a:gd name="csX27" fmla="*/ 80716 w 155752"/>
                <a:gd name="csY27" fmla="*/ 84430 h 1092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55752" h="109240">
                  <a:moveTo>
                    <a:pt x="80716" y="84430"/>
                  </a:moveTo>
                  <a:cubicBezTo>
                    <a:pt x="85105" y="92314"/>
                    <a:pt x="90348" y="98125"/>
                    <a:pt x="96444" y="101864"/>
                  </a:cubicBezTo>
                  <a:cubicBezTo>
                    <a:pt x="102540" y="105603"/>
                    <a:pt x="109713" y="107473"/>
                    <a:pt x="117962" y="107473"/>
                  </a:cubicBezTo>
                  <a:cubicBezTo>
                    <a:pt x="129077" y="107473"/>
                    <a:pt x="137653" y="103581"/>
                    <a:pt x="143688" y="95799"/>
                  </a:cubicBezTo>
                  <a:cubicBezTo>
                    <a:pt x="149723" y="88037"/>
                    <a:pt x="152740" y="76982"/>
                    <a:pt x="152740" y="62637"/>
                  </a:cubicBezTo>
                  <a:lnTo>
                    <a:pt x="152740" y="-1768"/>
                  </a:lnTo>
                  <a:lnTo>
                    <a:pt x="135123" y="-1768"/>
                  </a:lnTo>
                  <a:lnTo>
                    <a:pt x="135123" y="62057"/>
                  </a:lnTo>
                  <a:cubicBezTo>
                    <a:pt x="135123" y="72278"/>
                    <a:pt x="133304" y="79858"/>
                    <a:pt x="129667" y="84795"/>
                  </a:cubicBezTo>
                  <a:cubicBezTo>
                    <a:pt x="126050" y="89754"/>
                    <a:pt x="120533" y="92233"/>
                    <a:pt x="113116" y="92233"/>
                  </a:cubicBezTo>
                  <a:cubicBezTo>
                    <a:pt x="104033" y="92233"/>
                    <a:pt x="96850" y="89215"/>
                    <a:pt x="91567" y="83180"/>
                  </a:cubicBezTo>
                  <a:cubicBezTo>
                    <a:pt x="86304" y="77165"/>
                    <a:pt x="83672" y="68946"/>
                    <a:pt x="83672" y="58522"/>
                  </a:cubicBezTo>
                  <a:lnTo>
                    <a:pt x="83672" y="-1768"/>
                  </a:lnTo>
                  <a:lnTo>
                    <a:pt x="66055" y="-1768"/>
                  </a:lnTo>
                  <a:lnTo>
                    <a:pt x="66055" y="62057"/>
                  </a:lnTo>
                  <a:cubicBezTo>
                    <a:pt x="66055" y="72339"/>
                    <a:pt x="64247" y="79939"/>
                    <a:pt x="60630" y="84856"/>
                  </a:cubicBezTo>
                  <a:cubicBezTo>
                    <a:pt x="57013" y="89774"/>
                    <a:pt x="51425" y="92233"/>
                    <a:pt x="43866" y="92233"/>
                  </a:cubicBezTo>
                  <a:cubicBezTo>
                    <a:pt x="34904" y="92233"/>
                    <a:pt x="27782" y="89205"/>
                    <a:pt x="22499" y="83150"/>
                  </a:cubicBezTo>
                  <a:cubicBezTo>
                    <a:pt x="17236" y="77094"/>
                    <a:pt x="14605" y="68885"/>
                    <a:pt x="14605" y="58522"/>
                  </a:cubicBezTo>
                  <a:lnTo>
                    <a:pt x="14605" y="-1768"/>
                  </a:lnTo>
                  <a:lnTo>
                    <a:pt x="-3013" y="-1768"/>
                  </a:lnTo>
                  <a:lnTo>
                    <a:pt x="-3013" y="104912"/>
                  </a:lnTo>
                  <a:lnTo>
                    <a:pt x="14605" y="104912"/>
                  </a:lnTo>
                  <a:lnTo>
                    <a:pt x="14605" y="88331"/>
                  </a:lnTo>
                  <a:cubicBezTo>
                    <a:pt x="18608" y="94874"/>
                    <a:pt x="23403" y="99700"/>
                    <a:pt x="28991" y="102809"/>
                  </a:cubicBezTo>
                  <a:cubicBezTo>
                    <a:pt x="34579" y="105918"/>
                    <a:pt x="41214" y="107473"/>
                    <a:pt x="48895" y="107473"/>
                  </a:cubicBezTo>
                  <a:cubicBezTo>
                    <a:pt x="56657" y="107473"/>
                    <a:pt x="63251" y="105502"/>
                    <a:pt x="68676" y="101559"/>
                  </a:cubicBezTo>
                  <a:cubicBezTo>
                    <a:pt x="74102" y="97638"/>
                    <a:pt x="78115" y="91928"/>
                    <a:pt x="80716" y="84430"/>
                  </a:cubicBezTo>
                  <a:close/>
                </a:path>
              </a:pathLst>
            </a:custGeom>
            <a:solidFill>
              <a:srgbClr val="262626"/>
            </a:solidFill>
            <a:ln w="30" cap="flat">
              <a:noFill/>
              <a:prstDash val="solid"/>
              <a:round/>
            </a:ln>
          </p:spPr>
          <p:txBody>
            <a:bodyPr/>
            <a:lstStyle/>
            <a:p>
              <a:endParaRPr lang="en-US"/>
            </a:p>
          </p:txBody>
        </p:sp>
        <p:sp>
          <p:nvSpPr>
            <p:cNvPr id="40" name="Freeform: Shape 39">
              <a:extLst>
                <a:ext uri="{FF2B5EF4-FFF2-40B4-BE49-F238E27FC236}">
                  <a16:creationId xmlns:a16="http://schemas.microsoft.com/office/drawing/2014/main" id="{CFE3904C-2C66-7EAB-10BE-0F805A122EF2}"/>
                </a:ext>
              </a:extLst>
            </p:cNvPr>
            <p:cNvSpPr/>
            <p:nvPr/>
          </p:nvSpPr>
          <p:spPr>
            <a:xfrm flipV="1">
              <a:off x="3964009" y="996787"/>
              <a:ext cx="95463" cy="149809"/>
            </a:xfrm>
            <a:custGeom>
              <a:avLst/>
              <a:gdLst>
                <a:gd name="csX0" fmla="*/ 15606 w 95463"/>
                <a:gd name="csY0" fmla="*/ 55470 h 149809"/>
                <a:gd name="csX1" fmla="*/ 15606 w 95463"/>
                <a:gd name="csY1" fmla="*/ -1101 h 149809"/>
                <a:gd name="csX2" fmla="*/ -2011 w 95463"/>
                <a:gd name="csY2" fmla="*/ -1101 h 149809"/>
                <a:gd name="csX3" fmla="*/ -2011 w 95463"/>
                <a:gd name="csY3" fmla="*/ 146148 h 149809"/>
                <a:gd name="csX4" fmla="*/ 15606 w 95463"/>
                <a:gd name="csY4" fmla="*/ 146148 h 149809"/>
                <a:gd name="csX5" fmla="*/ 15606 w 95463"/>
                <a:gd name="csY5" fmla="*/ 129963 h 149809"/>
                <a:gd name="csX6" fmla="*/ 29566 w 95463"/>
                <a:gd name="csY6" fmla="*/ 144076 h 149809"/>
                <a:gd name="csX7" fmla="*/ 49713 w 95463"/>
                <a:gd name="csY7" fmla="*/ 148709 h 149809"/>
                <a:gd name="csX8" fmla="*/ 81291 w 95463"/>
                <a:gd name="csY8" fmla="*/ 133286 h 149809"/>
                <a:gd name="csX9" fmla="*/ 93452 w 95463"/>
                <a:gd name="csY9" fmla="*/ 92717 h 149809"/>
                <a:gd name="csX10" fmla="*/ 81291 w 95463"/>
                <a:gd name="csY10" fmla="*/ 52117 h 149809"/>
                <a:gd name="csX11" fmla="*/ 49713 w 95463"/>
                <a:gd name="csY11" fmla="*/ 36695 h 149809"/>
                <a:gd name="csX12" fmla="*/ 29566 w 95463"/>
                <a:gd name="csY12" fmla="*/ 41328 h 149809"/>
                <a:gd name="csX13" fmla="*/ 15606 w 95463"/>
                <a:gd name="csY13" fmla="*/ 55470 h 149809"/>
                <a:gd name="csX14" fmla="*/ 75256 w 95463"/>
                <a:gd name="csY14" fmla="*/ 92717 h 149809"/>
                <a:gd name="csX15" fmla="*/ 67300 w 95463"/>
                <a:gd name="csY15" fmla="*/ 123044 h 149809"/>
                <a:gd name="csX16" fmla="*/ 45446 w 95463"/>
                <a:gd name="csY16" fmla="*/ 134048 h 149809"/>
                <a:gd name="csX17" fmla="*/ 23562 w 95463"/>
                <a:gd name="csY17" fmla="*/ 123044 h 149809"/>
                <a:gd name="csX18" fmla="*/ 15606 w 95463"/>
                <a:gd name="csY18" fmla="*/ 92717 h 149809"/>
                <a:gd name="csX19" fmla="*/ 23562 w 95463"/>
                <a:gd name="csY19" fmla="*/ 62389 h 149809"/>
                <a:gd name="csX20" fmla="*/ 45446 w 95463"/>
                <a:gd name="csY20" fmla="*/ 51386 h 149809"/>
                <a:gd name="csX21" fmla="*/ 67300 w 95463"/>
                <a:gd name="csY21" fmla="*/ 62389 h 149809"/>
                <a:gd name="csX22" fmla="*/ 75256 w 95463"/>
                <a:gd name="csY22" fmla="*/ 92717 h 1498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95463" h="149809">
                  <a:moveTo>
                    <a:pt x="15606" y="55470"/>
                  </a:moveTo>
                  <a:lnTo>
                    <a:pt x="15606" y="-1101"/>
                  </a:lnTo>
                  <a:lnTo>
                    <a:pt x="-2011" y="-1101"/>
                  </a:lnTo>
                  <a:lnTo>
                    <a:pt x="-2011" y="146148"/>
                  </a:lnTo>
                  <a:lnTo>
                    <a:pt x="15606" y="146148"/>
                  </a:lnTo>
                  <a:lnTo>
                    <a:pt x="15606" y="129963"/>
                  </a:lnTo>
                  <a:cubicBezTo>
                    <a:pt x="19305" y="136303"/>
                    <a:pt x="23958" y="141007"/>
                    <a:pt x="29566" y="144076"/>
                  </a:cubicBezTo>
                  <a:cubicBezTo>
                    <a:pt x="35195" y="147164"/>
                    <a:pt x="41911" y="148709"/>
                    <a:pt x="49713" y="148709"/>
                  </a:cubicBezTo>
                  <a:cubicBezTo>
                    <a:pt x="62678" y="148709"/>
                    <a:pt x="73203" y="143568"/>
                    <a:pt x="81291" y="133286"/>
                  </a:cubicBezTo>
                  <a:cubicBezTo>
                    <a:pt x="89398" y="123004"/>
                    <a:pt x="93452" y="109481"/>
                    <a:pt x="93452" y="92717"/>
                  </a:cubicBezTo>
                  <a:cubicBezTo>
                    <a:pt x="93452" y="75953"/>
                    <a:pt x="89398" y="62420"/>
                    <a:pt x="81291" y="52117"/>
                  </a:cubicBezTo>
                  <a:cubicBezTo>
                    <a:pt x="73203" y="41836"/>
                    <a:pt x="62678" y="36695"/>
                    <a:pt x="49713" y="36695"/>
                  </a:cubicBezTo>
                  <a:cubicBezTo>
                    <a:pt x="41911" y="36695"/>
                    <a:pt x="35195" y="38239"/>
                    <a:pt x="29566" y="41328"/>
                  </a:cubicBezTo>
                  <a:cubicBezTo>
                    <a:pt x="23958" y="44416"/>
                    <a:pt x="19305" y="49130"/>
                    <a:pt x="15606" y="55470"/>
                  </a:cubicBezTo>
                  <a:close/>
                  <a:moveTo>
                    <a:pt x="75256" y="92717"/>
                  </a:moveTo>
                  <a:cubicBezTo>
                    <a:pt x="75256" y="105600"/>
                    <a:pt x="72604" y="115709"/>
                    <a:pt x="67300" y="123044"/>
                  </a:cubicBezTo>
                  <a:cubicBezTo>
                    <a:pt x="61997" y="130380"/>
                    <a:pt x="54712" y="134048"/>
                    <a:pt x="45446" y="134048"/>
                  </a:cubicBezTo>
                  <a:cubicBezTo>
                    <a:pt x="36160" y="134048"/>
                    <a:pt x="28865" y="130380"/>
                    <a:pt x="23562" y="123044"/>
                  </a:cubicBezTo>
                  <a:cubicBezTo>
                    <a:pt x="18258" y="115709"/>
                    <a:pt x="15606" y="105600"/>
                    <a:pt x="15606" y="92717"/>
                  </a:cubicBezTo>
                  <a:cubicBezTo>
                    <a:pt x="15606" y="79834"/>
                    <a:pt x="18258" y="69725"/>
                    <a:pt x="23562" y="62389"/>
                  </a:cubicBezTo>
                  <a:cubicBezTo>
                    <a:pt x="28865" y="55054"/>
                    <a:pt x="36160" y="51386"/>
                    <a:pt x="45446" y="51386"/>
                  </a:cubicBezTo>
                  <a:cubicBezTo>
                    <a:pt x="54712" y="51386"/>
                    <a:pt x="61997" y="55054"/>
                    <a:pt x="67300" y="62389"/>
                  </a:cubicBezTo>
                  <a:cubicBezTo>
                    <a:pt x="72604" y="69725"/>
                    <a:pt x="75256" y="79834"/>
                    <a:pt x="75256" y="92717"/>
                  </a:cubicBezTo>
                  <a:close/>
                </a:path>
              </a:pathLst>
            </a:custGeom>
            <a:solidFill>
              <a:srgbClr val="262626"/>
            </a:solidFill>
            <a:ln w="30" cap="flat">
              <a:noFill/>
              <a:prstDash val="solid"/>
              <a:round/>
            </a:ln>
          </p:spPr>
          <p:txBody>
            <a:bodyPr/>
            <a:lstStyle/>
            <a:p>
              <a:endParaRPr lang="en-US"/>
            </a:p>
          </p:txBody>
        </p:sp>
        <p:sp>
          <p:nvSpPr>
            <p:cNvPr id="41" name="Freeform: Shape 40">
              <a:extLst>
                <a:ext uri="{FF2B5EF4-FFF2-40B4-BE49-F238E27FC236}">
                  <a16:creationId xmlns:a16="http://schemas.microsoft.com/office/drawing/2014/main" id="{D10A985E-7B69-6676-5D83-3EC8302A5D72}"/>
                </a:ext>
              </a:extLst>
            </p:cNvPr>
            <p:cNvSpPr/>
            <p:nvPr/>
          </p:nvSpPr>
          <p:spPr>
            <a:xfrm flipV="1">
              <a:off x="4088504" y="957803"/>
              <a:ext cx="17526" cy="148224"/>
            </a:xfrm>
            <a:custGeom>
              <a:avLst/>
              <a:gdLst>
                <a:gd name="csX0" fmla="*/ -748 w 17526"/>
                <a:gd name="csY0" fmla="*/ 145816 h 148224"/>
                <a:gd name="csX1" fmla="*/ 16778 w 17526"/>
                <a:gd name="csY1" fmla="*/ 145816 h 148224"/>
                <a:gd name="csX2" fmla="*/ 16778 w 17526"/>
                <a:gd name="csY2" fmla="*/ -2409 h 148224"/>
                <a:gd name="csX3" fmla="*/ -748 w 17526"/>
                <a:gd name="csY3" fmla="*/ -2409 h 148224"/>
                <a:gd name="csX4" fmla="*/ -748 w 17526"/>
                <a:gd name="csY4" fmla="*/ 145816 h 148224"/>
              </a:gdLst>
              <a:ahLst/>
              <a:cxnLst>
                <a:cxn ang="0">
                  <a:pos x="csX0" y="csY0"/>
                </a:cxn>
                <a:cxn ang="0">
                  <a:pos x="csX1" y="csY1"/>
                </a:cxn>
                <a:cxn ang="0">
                  <a:pos x="csX2" y="csY2"/>
                </a:cxn>
                <a:cxn ang="0">
                  <a:pos x="csX3" y="csY3"/>
                </a:cxn>
                <a:cxn ang="0">
                  <a:pos x="csX4" y="csY4"/>
                </a:cxn>
              </a:cxnLst>
              <a:rect l="l" t="t" r="r" b="b"/>
              <a:pathLst>
                <a:path w="17526" h="148224">
                  <a:moveTo>
                    <a:pt x="-748" y="145816"/>
                  </a:moveTo>
                  <a:lnTo>
                    <a:pt x="16778" y="145816"/>
                  </a:lnTo>
                  <a:lnTo>
                    <a:pt x="16778" y="-2409"/>
                  </a:lnTo>
                  <a:lnTo>
                    <a:pt x="-748" y="-2409"/>
                  </a:lnTo>
                  <a:lnTo>
                    <a:pt x="-748" y="145816"/>
                  </a:lnTo>
                  <a:close/>
                </a:path>
              </a:pathLst>
            </a:custGeom>
            <a:solidFill>
              <a:srgbClr val="262626"/>
            </a:solidFill>
            <a:ln w="30" cap="flat">
              <a:noFill/>
              <a:prstDash val="solid"/>
              <a:round/>
            </a:ln>
          </p:spPr>
          <p:txBody>
            <a:bodyPr/>
            <a:lstStyle/>
            <a:p>
              <a:endParaRPr lang="en-US"/>
            </a:p>
          </p:txBody>
        </p:sp>
        <p:sp>
          <p:nvSpPr>
            <p:cNvPr id="42" name="Freeform: Shape 41">
              <a:extLst>
                <a:ext uri="{FF2B5EF4-FFF2-40B4-BE49-F238E27FC236}">
                  <a16:creationId xmlns:a16="http://schemas.microsoft.com/office/drawing/2014/main" id="{F040685D-AA65-DE1F-BB86-0989CF578AE1}"/>
                </a:ext>
              </a:extLst>
            </p:cNvPr>
            <p:cNvSpPr/>
            <p:nvPr/>
          </p:nvSpPr>
          <p:spPr>
            <a:xfrm flipV="1">
              <a:off x="4135082" y="996787"/>
              <a:ext cx="98877" cy="112014"/>
            </a:xfrm>
            <a:custGeom>
              <a:avLst/>
              <a:gdLst>
                <a:gd name="csX0" fmla="*/ 97052 w 98877"/>
                <a:gd name="csY0" fmla="*/ 58781 h 112014"/>
                <a:gd name="csX1" fmla="*/ 97052 w 98877"/>
                <a:gd name="csY1" fmla="*/ 50216 h 112014"/>
                <a:gd name="csX2" fmla="*/ 16462 w 98877"/>
                <a:gd name="csY2" fmla="*/ 50216 h 112014"/>
                <a:gd name="csX3" fmla="*/ 27374 w 98877"/>
                <a:gd name="csY3" fmla="*/ 22631 h 112014"/>
                <a:gd name="csX4" fmla="*/ 54562 w 98877"/>
                <a:gd name="csY4" fmla="*/ 13152 h 112014"/>
                <a:gd name="csX5" fmla="*/ 74131 w 98877"/>
                <a:gd name="csY5" fmla="*/ 15621 h 112014"/>
                <a:gd name="csX6" fmla="*/ 92967 w 98877"/>
                <a:gd name="csY6" fmla="*/ 23058 h 112014"/>
                <a:gd name="csX7" fmla="*/ 92967 w 98877"/>
                <a:gd name="csY7" fmla="*/ 6477 h 112014"/>
                <a:gd name="csX8" fmla="*/ 73612 w 98877"/>
                <a:gd name="csY8" fmla="*/ 381 h 112014"/>
                <a:gd name="csX9" fmla="*/ 53526 w 98877"/>
                <a:gd name="csY9" fmla="*/ -1722 h 112014"/>
                <a:gd name="csX10" fmla="*/ 13079 w 98877"/>
                <a:gd name="csY10" fmla="*/ 13122 h 112014"/>
                <a:gd name="csX11" fmla="*/ -1826 w 98877"/>
                <a:gd name="csY11" fmla="*/ 53355 h 112014"/>
                <a:gd name="csX12" fmla="*/ 12317 w 98877"/>
                <a:gd name="csY12" fmla="*/ 94900 h 112014"/>
                <a:gd name="csX13" fmla="*/ 50478 w 98877"/>
                <a:gd name="csY13" fmla="*/ 110292 h 112014"/>
                <a:gd name="csX14" fmla="*/ 84524 w 98877"/>
                <a:gd name="csY14" fmla="*/ 96424 h 112014"/>
                <a:gd name="csX15" fmla="*/ 97052 w 98877"/>
                <a:gd name="csY15" fmla="*/ 58781 h 112014"/>
                <a:gd name="csX16" fmla="*/ 79526 w 98877"/>
                <a:gd name="csY16" fmla="*/ 63932 h 112014"/>
                <a:gd name="csX17" fmla="*/ 71479 w 98877"/>
                <a:gd name="csY17" fmla="*/ 86853 h 112014"/>
                <a:gd name="csX18" fmla="*/ 50661 w 98877"/>
                <a:gd name="csY18" fmla="*/ 95448 h 112014"/>
                <a:gd name="csX19" fmla="*/ 27191 w 98877"/>
                <a:gd name="csY19" fmla="*/ 87158 h 112014"/>
                <a:gd name="csX20" fmla="*/ 17042 w 98877"/>
                <a:gd name="csY20" fmla="*/ 63810 h 112014"/>
                <a:gd name="csX21" fmla="*/ 79526 w 98877"/>
                <a:gd name="csY21" fmla="*/ 63932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98877" h="112014">
                  <a:moveTo>
                    <a:pt x="97052" y="58781"/>
                  </a:moveTo>
                  <a:lnTo>
                    <a:pt x="97052" y="50216"/>
                  </a:lnTo>
                  <a:lnTo>
                    <a:pt x="16462" y="50216"/>
                  </a:lnTo>
                  <a:cubicBezTo>
                    <a:pt x="17235" y="38146"/>
                    <a:pt x="20872" y="28951"/>
                    <a:pt x="27374" y="22631"/>
                  </a:cubicBezTo>
                  <a:cubicBezTo>
                    <a:pt x="33877" y="16312"/>
                    <a:pt x="42939" y="13152"/>
                    <a:pt x="54562" y="13152"/>
                  </a:cubicBezTo>
                  <a:cubicBezTo>
                    <a:pt x="61288" y="13152"/>
                    <a:pt x="67811" y="13975"/>
                    <a:pt x="74131" y="15621"/>
                  </a:cubicBezTo>
                  <a:cubicBezTo>
                    <a:pt x="80450" y="17267"/>
                    <a:pt x="86729" y="19746"/>
                    <a:pt x="92967" y="23058"/>
                  </a:cubicBezTo>
                  <a:lnTo>
                    <a:pt x="92967" y="6477"/>
                  </a:lnTo>
                  <a:cubicBezTo>
                    <a:pt x="86668" y="3815"/>
                    <a:pt x="80216" y="1783"/>
                    <a:pt x="73612" y="381"/>
                  </a:cubicBezTo>
                  <a:cubicBezTo>
                    <a:pt x="67008" y="-1021"/>
                    <a:pt x="60313" y="-1722"/>
                    <a:pt x="53526" y="-1722"/>
                  </a:cubicBezTo>
                  <a:cubicBezTo>
                    <a:pt x="36498" y="-1722"/>
                    <a:pt x="23016" y="3226"/>
                    <a:pt x="13079" y="13122"/>
                  </a:cubicBezTo>
                  <a:cubicBezTo>
                    <a:pt x="3143" y="23038"/>
                    <a:pt x="-1826" y="36449"/>
                    <a:pt x="-1826" y="53355"/>
                  </a:cubicBezTo>
                  <a:cubicBezTo>
                    <a:pt x="-1826" y="70810"/>
                    <a:pt x="2889" y="84658"/>
                    <a:pt x="12317" y="94900"/>
                  </a:cubicBezTo>
                  <a:cubicBezTo>
                    <a:pt x="21746" y="105161"/>
                    <a:pt x="34466" y="110292"/>
                    <a:pt x="50478" y="110292"/>
                  </a:cubicBezTo>
                  <a:cubicBezTo>
                    <a:pt x="64824" y="110292"/>
                    <a:pt x="76173" y="105669"/>
                    <a:pt x="84524" y="96424"/>
                  </a:cubicBezTo>
                  <a:cubicBezTo>
                    <a:pt x="92876" y="87198"/>
                    <a:pt x="97052" y="74651"/>
                    <a:pt x="97052" y="58781"/>
                  </a:cubicBezTo>
                  <a:close/>
                  <a:moveTo>
                    <a:pt x="79526" y="63932"/>
                  </a:moveTo>
                  <a:cubicBezTo>
                    <a:pt x="79404" y="73503"/>
                    <a:pt x="76721" y="81143"/>
                    <a:pt x="71479" y="86853"/>
                  </a:cubicBezTo>
                  <a:cubicBezTo>
                    <a:pt x="66236" y="92583"/>
                    <a:pt x="59297" y="95448"/>
                    <a:pt x="50661" y="95448"/>
                  </a:cubicBezTo>
                  <a:cubicBezTo>
                    <a:pt x="40887" y="95448"/>
                    <a:pt x="33064" y="92685"/>
                    <a:pt x="27191" y="87158"/>
                  </a:cubicBezTo>
                  <a:cubicBezTo>
                    <a:pt x="21319" y="81631"/>
                    <a:pt x="17936" y="73848"/>
                    <a:pt x="17042" y="63810"/>
                  </a:cubicBezTo>
                  <a:lnTo>
                    <a:pt x="79526" y="63932"/>
                  </a:lnTo>
                  <a:close/>
                </a:path>
              </a:pathLst>
            </a:custGeom>
            <a:solidFill>
              <a:srgbClr val="262626"/>
            </a:solidFill>
            <a:ln w="30" cap="flat">
              <a:noFill/>
              <a:prstDash val="solid"/>
              <a:round/>
            </a:ln>
          </p:spPr>
          <p:txBody>
            <a:bodyPr/>
            <a:lstStyle/>
            <a:p>
              <a:endParaRPr lang="en-US"/>
            </a:p>
          </p:txBody>
        </p:sp>
        <p:sp>
          <p:nvSpPr>
            <p:cNvPr id="43" name="Freeform: Shape 42">
              <a:extLst>
                <a:ext uri="{FF2B5EF4-FFF2-40B4-BE49-F238E27FC236}">
                  <a16:creationId xmlns:a16="http://schemas.microsoft.com/office/drawing/2014/main" id="{EDF0F659-3E09-1418-F017-61FE34CB9E9F}"/>
                </a:ext>
              </a:extLst>
            </p:cNvPr>
            <p:cNvSpPr/>
            <p:nvPr/>
          </p:nvSpPr>
          <p:spPr>
            <a:xfrm flipV="1">
              <a:off x="4244337" y="1106027"/>
              <a:ext cx="12700" cy="12700"/>
            </a:xfrm>
            <a:custGeom>
              <a:avLst/>
              <a:gdLst/>
              <a:ahLst/>
              <a:cxnLst/>
              <a:rect l="l" t="t" r="r" b="b"/>
              <a:pathLst>
                <a:path w="12700" h="12700"/>
              </a:pathLst>
            </a:custGeom>
            <a:solidFill>
              <a:srgbClr val="262626"/>
            </a:solidFill>
            <a:ln w="30" cap="flat">
              <a:noFill/>
              <a:prstDash val="solid"/>
              <a:round/>
            </a:ln>
          </p:spPr>
          <p:txBody>
            <a:bodyPr/>
            <a:lstStyle/>
            <a:p>
              <a:endParaRPr lang="en-US"/>
            </a:p>
          </p:txBody>
        </p:sp>
        <p:sp>
          <p:nvSpPr>
            <p:cNvPr id="44" name="Freeform: Shape 43">
              <a:extLst>
                <a:ext uri="{FF2B5EF4-FFF2-40B4-BE49-F238E27FC236}">
                  <a16:creationId xmlns:a16="http://schemas.microsoft.com/office/drawing/2014/main" id="{50CFBF88-C868-9F29-AB7D-D3F4260369B8}"/>
                </a:ext>
              </a:extLst>
            </p:cNvPr>
            <p:cNvSpPr/>
            <p:nvPr/>
          </p:nvSpPr>
          <p:spPr>
            <a:xfrm flipV="1">
              <a:off x="4316921" y="996787"/>
              <a:ext cx="81534" cy="112014"/>
            </a:xfrm>
            <a:custGeom>
              <a:avLst/>
              <a:gdLst>
                <a:gd name="csX0" fmla="*/ 74282 w 81534"/>
                <a:gd name="csY0" fmla="*/ 104592 h 112014"/>
                <a:gd name="csX1" fmla="*/ 74282 w 81534"/>
                <a:gd name="csY1" fmla="*/ 88011 h 112014"/>
                <a:gd name="csX2" fmla="*/ 58860 w 81534"/>
                <a:gd name="csY2" fmla="*/ 93711 h 112014"/>
                <a:gd name="csX3" fmla="*/ 42278 w 81534"/>
                <a:gd name="csY3" fmla="*/ 95631 h 112014"/>
                <a:gd name="csX4" fmla="*/ 22710 w 81534"/>
                <a:gd name="csY4" fmla="*/ 91638 h 112014"/>
                <a:gd name="csX5" fmla="*/ 16188 w 81534"/>
                <a:gd name="csY5" fmla="*/ 79629 h 112014"/>
                <a:gd name="csX6" fmla="*/ 20851 w 81534"/>
                <a:gd name="csY6" fmla="*/ 70058 h 112014"/>
                <a:gd name="csX7" fmla="*/ 39627 w 81534"/>
                <a:gd name="csY7" fmla="*/ 63444 h 112014"/>
                <a:gd name="csX8" fmla="*/ 45631 w 81534"/>
                <a:gd name="csY8" fmla="*/ 62103 h 112014"/>
                <a:gd name="csX9" fmla="*/ 72149 w 81534"/>
                <a:gd name="csY9" fmla="*/ 50825 h 112014"/>
                <a:gd name="csX10" fmla="*/ 80013 w 81534"/>
                <a:gd name="csY10" fmla="*/ 30495 h 112014"/>
                <a:gd name="csX11" fmla="*/ 68247 w 81534"/>
                <a:gd name="csY11" fmla="*/ 6934 h 112014"/>
                <a:gd name="csX12" fmla="*/ 35908 w 81534"/>
                <a:gd name="csY12" fmla="*/ -1722 h 112014"/>
                <a:gd name="csX13" fmla="*/ 18047 w 81534"/>
                <a:gd name="csY13" fmla="*/ -46 h 112014"/>
                <a:gd name="csX14" fmla="*/ -1521 w 81534"/>
                <a:gd name="csY14" fmla="*/ 4953 h 112014"/>
                <a:gd name="csX15" fmla="*/ -1521 w 81534"/>
                <a:gd name="csY15" fmla="*/ 23058 h 112014"/>
                <a:gd name="csX16" fmla="*/ 17620 w 81534"/>
                <a:gd name="csY16" fmla="*/ 15469 h 112014"/>
                <a:gd name="csX17" fmla="*/ 36304 w 81534"/>
                <a:gd name="csY17" fmla="*/ 12969 h 112014"/>
                <a:gd name="csX18" fmla="*/ 55324 w 81534"/>
                <a:gd name="csY18" fmla="*/ 17206 h 112014"/>
                <a:gd name="csX19" fmla="*/ 61999 w 81534"/>
                <a:gd name="csY19" fmla="*/ 29154 h 112014"/>
                <a:gd name="csX20" fmla="*/ 57183 w 81534"/>
                <a:gd name="csY20" fmla="*/ 40096 h 112014"/>
                <a:gd name="csX21" fmla="*/ 36091 w 81534"/>
                <a:gd name="csY21" fmla="*/ 47442 h 112014"/>
                <a:gd name="csX22" fmla="*/ 29995 w 81534"/>
                <a:gd name="csY22" fmla="*/ 48875 h 112014"/>
                <a:gd name="csX23" fmla="*/ 6464 w 81534"/>
                <a:gd name="csY23" fmla="*/ 59390 h 112014"/>
                <a:gd name="csX24" fmla="*/ -759 w 81534"/>
                <a:gd name="csY24" fmla="*/ 78867 h 112014"/>
                <a:gd name="csX25" fmla="*/ 9909 w 81534"/>
                <a:gd name="csY25" fmla="*/ 102093 h 112014"/>
                <a:gd name="csX26" fmla="*/ 40206 w 81534"/>
                <a:gd name="csY26" fmla="*/ 110292 h 112014"/>
                <a:gd name="csX27" fmla="*/ 58463 w 81534"/>
                <a:gd name="csY27" fmla="*/ 108859 h 112014"/>
                <a:gd name="csX28" fmla="*/ 74282 w 81534"/>
                <a:gd name="csY28" fmla="*/ 104592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81534" h="112014">
                  <a:moveTo>
                    <a:pt x="74282" y="104592"/>
                  </a:moveTo>
                  <a:lnTo>
                    <a:pt x="74282" y="88011"/>
                  </a:lnTo>
                  <a:cubicBezTo>
                    <a:pt x="69345" y="90551"/>
                    <a:pt x="64204" y="92451"/>
                    <a:pt x="58860" y="93711"/>
                  </a:cubicBezTo>
                  <a:cubicBezTo>
                    <a:pt x="53536" y="94991"/>
                    <a:pt x="48009" y="95631"/>
                    <a:pt x="42278" y="95631"/>
                  </a:cubicBezTo>
                  <a:cubicBezTo>
                    <a:pt x="33581" y="95631"/>
                    <a:pt x="27059" y="94300"/>
                    <a:pt x="22710" y="91638"/>
                  </a:cubicBezTo>
                  <a:cubicBezTo>
                    <a:pt x="18362" y="88976"/>
                    <a:pt x="16188" y="84973"/>
                    <a:pt x="16188" y="79629"/>
                  </a:cubicBezTo>
                  <a:cubicBezTo>
                    <a:pt x="16188" y="75565"/>
                    <a:pt x="17742" y="72375"/>
                    <a:pt x="20851" y="70058"/>
                  </a:cubicBezTo>
                  <a:cubicBezTo>
                    <a:pt x="23960" y="67742"/>
                    <a:pt x="30218" y="65537"/>
                    <a:pt x="39627" y="63444"/>
                  </a:cubicBezTo>
                  <a:lnTo>
                    <a:pt x="45631" y="62103"/>
                  </a:lnTo>
                  <a:cubicBezTo>
                    <a:pt x="58067" y="59441"/>
                    <a:pt x="66906" y="55682"/>
                    <a:pt x="72149" y="50825"/>
                  </a:cubicBezTo>
                  <a:cubicBezTo>
                    <a:pt x="77391" y="45969"/>
                    <a:pt x="80013" y="39192"/>
                    <a:pt x="80013" y="30495"/>
                  </a:cubicBezTo>
                  <a:cubicBezTo>
                    <a:pt x="80013" y="20579"/>
                    <a:pt x="76091" y="12725"/>
                    <a:pt x="68247" y="6934"/>
                  </a:cubicBezTo>
                  <a:cubicBezTo>
                    <a:pt x="60404" y="1163"/>
                    <a:pt x="49624" y="-1722"/>
                    <a:pt x="35908" y="-1722"/>
                  </a:cubicBezTo>
                  <a:cubicBezTo>
                    <a:pt x="30198" y="-1722"/>
                    <a:pt x="24244" y="-1163"/>
                    <a:pt x="18047" y="-46"/>
                  </a:cubicBezTo>
                  <a:cubicBezTo>
                    <a:pt x="11849" y="1072"/>
                    <a:pt x="5326" y="2738"/>
                    <a:pt x="-1521" y="4953"/>
                  </a:cubicBezTo>
                  <a:lnTo>
                    <a:pt x="-1521" y="23058"/>
                  </a:lnTo>
                  <a:cubicBezTo>
                    <a:pt x="4961" y="19685"/>
                    <a:pt x="11341" y="17155"/>
                    <a:pt x="17620" y="15469"/>
                  </a:cubicBezTo>
                  <a:cubicBezTo>
                    <a:pt x="23899" y="13802"/>
                    <a:pt x="30127" y="12969"/>
                    <a:pt x="36304" y="12969"/>
                  </a:cubicBezTo>
                  <a:cubicBezTo>
                    <a:pt x="44554" y="12969"/>
                    <a:pt x="50894" y="14381"/>
                    <a:pt x="55324" y="17206"/>
                  </a:cubicBezTo>
                  <a:cubicBezTo>
                    <a:pt x="59774" y="20030"/>
                    <a:pt x="61999" y="24013"/>
                    <a:pt x="61999" y="29154"/>
                  </a:cubicBezTo>
                  <a:cubicBezTo>
                    <a:pt x="61999" y="33909"/>
                    <a:pt x="60394" y="37556"/>
                    <a:pt x="57183" y="40096"/>
                  </a:cubicBezTo>
                  <a:cubicBezTo>
                    <a:pt x="53993" y="42636"/>
                    <a:pt x="46962" y="45085"/>
                    <a:pt x="36091" y="47442"/>
                  </a:cubicBezTo>
                  <a:lnTo>
                    <a:pt x="29995" y="48875"/>
                  </a:lnTo>
                  <a:cubicBezTo>
                    <a:pt x="19144" y="51151"/>
                    <a:pt x="11301" y="54656"/>
                    <a:pt x="6464" y="59390"/>
                  </a:cubicBezTo>
                  <a:cubicBezTo>
                    <a:pt x="1649" y="64125"/>
                    <a:pt x="-759" y="70617"/>
                    <a:pt x="-759" y="78867"/>
                  </a:cubicBezTo>
                  <a:cubicBezTo>
                    <a:pt x="-759" y="88905"/>
                    <a:pt x="2797" y="96647"/>
                    <a:pt x="9909" y="102093"/>
                  </a:cubicBezTo>
                  <a:cubicBezTo>
                    <a:pt x="17021" y="107559"/>
                    <a:pt x="27120" y="110292"/>
                    <a:pt x="40206" y="110292"/>
                  </a:cubicBezTo>
                  <a:cubicBezTo>
                    <a:pt x="46668" y="110292"/>
                    <a:pt x="52753" y="109814"/>
                    <a:pt x="58463" y="108859"/>
                  </a:cubicBezTo>
                  <a:cubicBezTo>
                    <a:pt x="64194" y="107925"/>
                    <a:pt x="69467" y="106502"/>
                    <a:pt x="74282" y="104592"/>
                  </a:cubicBezTo>
                  <a:close/>
                </a:path>
              </a:pathLst>
            </a:custGeom>
            <a:solidFill>
              <a:srgbClr val="262626"/>
            </a:solidFill>
            <a:ln w="30" cap="flat">
              <a:noFill/>
              <a:prstDash val="solid"/>
              <a:round/>
            </a:ln>
          </p:spPr>
          <p:txBody>
            <a:bodyPr/>
            <a:lstStyle/>
            <a:p>
              <a:endParaRPr lang="en-US"/>
            </a:p>
          </p:txBody>
        </p:sp>
        <p:sp>
          <p:nvSpPr>
            <p:cNvPr id="45" name="Freeform: Shape 44">
              <a:extLst>
                <a:ext uri="{FF2B5EF4-FFF2-40B4-BE49-F238E27FC236}">
                  <a16:creationId xmlns:a16="http://schemas.microsoft.com/office/drawing/2014/main" id="{E41595B4-634D-6D4E-0CE1-368DE8579236}"/>
                </a:ext>
              </a:extLst>
            </p:cNvPr>
            <p:cNvSpPr/>
            <p:nvPr/>
          </p:nvSpPr>
          <p:spPr>
            <a:xfrm flipV="1">
              <a:off x="4418736" y="996787"/>
              <a:ext cx="98877" cy="112014"/>
            </a:xfrm>
            <a:custGeom>
              <a:avLst/>
              <a:gdLst>
                <a:gd name="csX0" fmla="*/ 97074 w 98877"/>
                <a:gd name="csY0" fmla="*/ 58781 h 112014"/>
                <a:gd name="csX1" fmla="*/ 97074 w 98877"/>
                <a:gd name="csY1" fmla="*/ 50216 h 112014"/>
                <a:gd name="csX2" fmla="*/ 16485 w 98877"/>
                <a:gd name="csY2" fmla="*/ 50216 h 112014"/>
                <a:gd name="csX3" fmla="*/ 27397 w 98877"/>
                <a:gd name="csY3" fmla="*/ 22631 h 112014"/>
                <a:gd name="csX4" fmla="*/ 54585 w 98877"/>
                <a:gd name="csY4" fmla="*/ 13152 h 112014"/>
                <a:gd name="csX5" fmla="*/ 74153 w 98877"/>
                <a:gd name="csY5" fmla="*/ 15621 h 112014"/>
                <a:gd name="csX6" fmla="*/ 92990 w 98877"/>
                <a:gd name="csY6" fmla="*/ 23058 h 112014"/>
                <a:gd name="csX7" fmla="*/ 92990 w 98877"/>
                <a:gd name="csY7" fmla="*/ 6477 h 112014"/>
                <a:gd name="csX8" fmla="*/ 73635 w 98877"/>
                <a:gd name="csY8" fmla="*/ 381 h 112014"/>
                <a:gd name="csX9" fmla="*/ 53549 w 98877"/>
                <a:gd name="csY9" fmla="*/ -1722 h 112014"/>
                <a:gd name="csX10" fmla="*/ 13102 w 98877"/>
                <a:gd name="csY10" fmla="*/ 13122 h 112014"/>
                <a:gd name="csX11" fmla="*/ -1803 w 98877"/>
                <a:gd name="csY11" fmla="*/ 53355 h 112014"/>
                <a:gd name="csX12" fmla="*/ 12340 w 98877"/>
                <a:gd name="csY12" fmla="*/ 94900 h 112014"/>
                <a:gd name="csX13" fmla="*/ 50501 w 98877"/>
                <a:gd name="csY13" fmla="*/ 110292 h 112014"/>
                <a:gd name="csX14" fmla="*/ 84547 w 98877"/>
                <a:gd name="csY14" fmla="*/ 96424 h 112014"/>
                <a:gd name="csX15" fmla="*/ 97074 w 98877"/>
                <a:gd name="csY15" fmla="*/ 58781 h 112014"/>
                <a:gd name="csX16" fmla="*/ 79548 w 98877"/>
                <a:gd name="csY16" fmla="*/ 63932 h 112014"/>
                <a:gd name="csX17" fmla="*/ 71501 w 98877"/>
                <a:gd name="csY17" fmla="*/ 86853 h 112014"/>
                <a:gd name="csX18" fmla="*/ 50683 w 98877"/>
                <a:gd name="csY18" fmla="*/ 95448 h 112014"/>
                <a:gd name="csX19" fmla="*/ 27214 w 98877"/>
                <a:gd name="csY19" fmla="*/ 87158 h 112014"/>
                <a:gd name="csX20" fmla="*/ 17064 w 98877"/>
                <a:gd name="csY20" fmla="*/ 63810 h 112014"/>
                <a:gd name="csX21" fmla="*/ 79548 w 98877"/>
                <a:gd name="csY21" fmla="*/ 63932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98877" h="112014">
                  <a:moveTo>
                    <a:pt x="97074" y="58781"/>
                  </a:moveTo>
                  <a:lnTo>
                    <a:pt x="97074" y="50216"/>
                  </a:lnTo>
                  <a:lnTo>
                    <a:pt x="16485" y="50216"/>
                  </a:lnTo>
                  <a:cubicBezTo>
                    <a:pt x="17257" y="38146"/>
                    <a:pt x="20894" y="28951"/>
                    <a:pt x="27397" y="22631"/>
                  </a:cubicBezTo>
                  <a:cubicBezTo>
                    <a:pt x="33899" y="16312"/>
                    <a:pt x="42962" y="13152"/>
                    <a:pt x="54585" y="13152"/>
                  </a:cubicBezTo>
                  <a:cubicBezTo>
                    <a:pt x="61311" y="13152"/>
                    <a:pt x="67833" y="13975"/>
                    <a:pt x="74153" y="15621"/>
                  </a:cubicBezTo>
                  <a:cubicBezTo>
                    <a:pt x="80473" y="17267"/>
                    <a:pt x="86751" y="19746"/>
                    <a:pt x="92990" y="23058"/>
                  </a:cubicBezTo>
                  <a:lnTo>
                    <a:pt x="92990" y="6477"/>
                  </a:lnTo>
                  <a:cubicBezTo>
                    <a:pt x="86690" y="3815"/>
                    <a:pt x="80239" y="1783"/>
                    <a:pt x="73635" y="381"/>
                  </a:cubicBezTo>
                  <a:cubicBezTo>
                    <a:pt x="67031" y="-1021"/>
                    <a:pt x="60335" y="-1722"/>
                    <a:pt x="53549" y="-1722"/>
                  </a:cubicBezTo>
                  <a:cubicBezTo>
                    <a:pt x="36520" y="-1722"/>
                    <a:pt x="23038" y="3226"/>
                    <a:pt x="13102" y="13122"/>
                  </a:cubicBezTo>
                  <a:cubicBezTo>
                    <a:pt x="3165" y="23038"/>
                    <a:pt x="-1803" y="36449"/>
                    <a:pt x="-1803" y="53355"/>
                  </a:cubicBezTo>
                  <a:cubicBezTo>
                    <a:pt x="-1803" y="70810"/>
                    <a:pt x="2911" y="84658"/>
                    <a:pt x="12340" y="94900"/>
                  </a:cubicBezTo>
                  <a:cubicBezTo>
                    <a:pt x="21768" y="105161"/>
                    <a:pt x="34488" y="110292"/>
                    <a:pt x="50501" y="110292"/>
                  </a:cubicBezTo>
                  <a:cubicBezTo>
                    <a:pt x="64846" y="110292"/>
                    <a:pt x="76195" y="105669"/>
                    <a:pt x="84547" y="96424"/>
                  </a:cubicBezTo>
                  <a:cubicBezTo>
                    <a:pt x="92898" y="87198"/>
                    <a:pt x="97074" y="74651"/>
                    <a:pt x="97074" y="58781"/>
                  </a:cubicBezTo>
                  <a:close/>
                  <a:moveTo>
                    <a:pt x="79548" y="63932"/>
                  </a:moveTo>
                  <a:cubicBezTo>
                    <a:pt x="79426" y="73503"/>
                    <a:pt x="76744" y="81143"/>
                    <a:pt x="71501" y="86853"/>
                  </a:cubicBezTo>
                  <a:cubicBezTo>
                    <a:pt x="66259" y="92583"/>
                    <a:pt x="59319" y="95448"/>
                    <a:pt x="50683" y="95448"/>
                  </a:cubicBezTo>
                  <a:cubicBezTo>
                    <a:pt x="40909" y="95448"/>
                    <a:pt x="33086" y="92685"/>
                    <a:pt x="27214" y="87158"/>
                  </a:cubicBezTo>
                  <a:cubicBezTo>
                    <a:pt x="21341" y="81631"/>
                    <a:pt x="17958" y="73848"/>
                    <a:pt x="17064" y="63810"/>
                  </a:cubicBezTo>
                  <a:lnTo>
                    <a:pt x="79548" y="63932"/>
                  </a:lnTo>
                  <a:close/>
                </a:path>
              </a:pathLst>
            </a:custGeom>
            <a:solidFill>
              <a:srgbClr val="262626"/>
            </a:solidFill>
            <a:ln w="30" cap="flat">
              <a:noFill/>
              <a:prstDash val="solid"/>
              <a:round/>
            </a:ln>
          </p:spPr>
          <p:txBody>
            <a:bodyPr/>
            <a:lstStyle/>
            <a:p>
              <a:endParaRPr lang="en-US"/>
            </a:p>
          </p:txBody>
        </p:sp>
        <p:sp>
          <p:nvSpPr>
            <p:cNvPr id="46" name="Freeform: Shape 45">
              <a:extLst>
                <a:ext uri="{FF2B5EF4-FFF2-40B4-BE49-F238E27FC236}">
                  <a16:creationId xmlns:a16="http://schemas.microsoft.com/office/drawing/2014/main" id="{8011C3C2-9878-FF02-BEBA-D126C1476C3F}"/>
                </a:ext>
              </a:extLst>
            </p:cNvPr>
            <p:cNvSpPr/>
            <p:nvPr/>
          </p:nvSpPr>
          <p:spPr>
            <a:xfrm flipV="1">
              <a:off x="4538568" y="996787"/>
              <a:ext cx="81534" cy="112014"/>
            </a:xfrm>
            <a:custGeom>
              <a:avLst/>
              <a:gdLst>
                <a:gd name="csX0" fmla="*/ 74300 w 81534"/>
                <a:gd name="csY0" fmla="*/ 104592 h 112014"/>
                <a:gd name="csX1" fmla="*/ 74300 w 81534"/>
                <a:gd name="csY1" fmla="*/ 88011 h 112014"/>
                <a:gd name="csX2" fmla="*/ 58877 w 81534"/>
                <a:gd name="csY2" fmla="*/ 93711 h 112014"/>
                <a:gd name="csX3" fmla="*/ 42296 w 81534"/>
                <a:gd name="csY3" fmla="*/ 95631 h 112014"/>
                <a:gd name="csX4" fmla="*/ 22728 w 81534"/>
                <a:gd name="csY4" fmla="*/ 91638 h 112014"/>
                <a:gd name="csX5" fmla="*/ 16205 w 81534"/>
                <a:gd name="csY5" fmla="*/ 79629 h 112014"/>
                <a:gd name="csX6" fmla="*/ 20868 w 81534"/>
                <a:gd name="csY6" fmla="*/ 70058 h 112014"/>
                <a:gd name="csX7" fmla="*/ 39644 w 81534"/>
                <a:gd name="csY7" fmla="*/ 63444 h 112014"/>
                <a:gd name="csX8" fmla="*/ 45649 w 81534"/>
                <a:gd name="csY8" fmla="*/ 62103 h 112014"/>
                <a:gd name="csX9" fmla="*/ 72166 w 81534"/>
                <a:gd name="csY9" fmla="*/ 50825 h 112014"/>
                <a:gd name="csX10" fmla="*/ 80030 w 81534"/>
                <a:gd name="csY10" fmla="*/ 30495 h 112014"/>
                <a:gd name="csX11" fmla="*/ 68265 w 81534"/>
                <a:gd name="csY11" fmla="*/ 6934 h 112014"/>
                <a:gd name="csX12" fmla="*/ 35926 w 81534"/>
                <a:gd name="csY12" fmla="*/ -1722 h 112014"/>
                <a:gd name="csX13" fmla="*/ 18064 w 81534"/>
                <a:gd name="csY13" fmla="*/ -46 h 112014"/>
                <a:gd name="csX14" fmla="*/ -1504 w 81534"/>
                <a:gd name="csY14" fmla="*/ 4953 h 112014"/>
                <a:gd name="csX15" fmla="*/ -1504 w 81534"/>
                <a:gd name="csY15" fmla="*/ 23058 h 112014"/>
                <a:gd name="csX16" fmla="*/ 17638 w 81534"/>
                <a:gd name="csY16" fmla="*/ 15469 h 112014"/>
                <a:gd name="csX17" fmla="*/ 36322 w 81534"/>
                <a:gd name="csY17" fmla="*/ 12969 h 112014"/>
                <a:gd name="csX18" fmla="*/ 55341 w 81534"/>
                <a:gd name="csY18" fmla="*/ 17206 h 112014"/>
                <a:gd name="csX19" fmla="*/ 62016 w 81534"/>
                <a:gd name="csY19" fmla="*/ 29154 h 112014"/>
                <a:gd name="csX20" fmla="*/ 57201 w 81534"/>
                <a:gd name="csY20" fmla="*/ 40096 h 112014"/>
                <a:gd name="csX21" fmla="*/ 36108 w 81534"/>
                <a:gd name="csY21" fmla="*/ 47442 h 112014"/>
                <a:gd name="csX22" fmla="*/ 30012 w 81534"/>
                <a:gd name="csY22" fmla="*/ 48875 h 112014"/>
                <a:gd name="csX23" fmla="*/ 6482 w 81534"/>
                <a:gd name="csY23" fmla="*/ 59390 h 112014"/>
                <a:gd name="csX24" fmla="*/ -742 w 81534"/>
                <a:gd name="csY24" fmla="*/ 78867 h 112014"/>
                <a:gd name="csX25" fmla="*/ 9926 w 81534"/>
                <a:gd name="csY25" fmla="*/ 102093 h 112014"/>
                <a:gd name="csX26" fmla="*/ 40223 w 81534"/>
                <a:gd name="csY26" fmla="*/ 110292 h 112014"/>
                <a:gd name="csX27" fmla="*/ 58481 w 81534"/>
                <a:gd name="csY27" fmla="*/ 108859 h 112014"/>
                <a:gd name="csX28" fmla="*/ 74300 w 81534"/>
                <a:gd name="csY28" fmla="*/ 104592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81534" h="112014">
                  <a:moveTo>
                    <a:pt x="74300" y="104592"/>
                  </a:moveTo>
                  <a:lnTo>
                    <a:pt x="74300" y="88011"/>
                  </a:lnTo>
                  <a:cubicBezTo>
                    <a:pt x="69362" y="90551"/>
                    <a:pt x="64221" y="92451"/>
                    <a:pt x="58877" y="93711"/>
                  </a:cubicBezTo>
                  <a:cubicBezTo>
                    <a:pt x="53553" y="94991"/>
                    <a:pt x="48026" y="95631"/>
                    <a:pt x="42296" y="95631"/>
                  </a:cubicBezTo>
                  <a:cubicBezTo>
                    <a:pt x="33599" y="95631"/>
                    <a:pt x="27076" y="94300"/>
                    <a:pt x="22728" y="91638"/>
                  </a:cubicBezTo>
                  <a:cubicBezTo>
                    <a:pt x="18379" y="88976"/>
                    <a:pt x="16205" y="84973"/>
                    <a:pt x="16205" y="79629"/>
                  </a:cubicBezTo>
                  <a:cubicBezTo>
                    <a:pt x="16205" y="75565"/>
                    <a:pt x="17759" y="72375"/>
                    <a:pt x="20868" y="70058"/>
                  </a:cubicBezTo>
                  <a:cubicBezTo>
                    <a:pt x="23977" y="67742"/>
                    <a:pt x="30236" y="65537"/>
                    <a:pt x="39644" y="63444"/>
                  </a:cubicBezTo>
                  <a:lnTo>
                    <a:pt x="45649" y="62103"/>
                  </a:lnTo>
                  <a:cubicBezTo>
                    <a:pt x="58084" y="59441"/>
                    <a:pt x="66924" y="55682"/>
                    <a:pt x="72166" y="50825"/>
                  </a:cubicBezTo>
                  <a:cubicBezTo>
                    <a:pt x="77409" y="45969"/>
                    <a:pt x="80030" y="39192"/>
                    <a:pt x="80030" y="30495"/>
                  </a:cubicBezTo>
                  <a:cubicBezTo>
                    <a:pt x="80030" y="20579"/>
                    <a:pt x="76108" y="12725"/>
                    <a:pt x="68265" y="6934"/>
                  </a:cubicBezTo>
                  <a:cubicBezTo>
                    <a:pt x="60421" y="1163"/>
                    <a:pt x="49642" y="-1722"/>
                    <a:pt x="35926" y="-1722"/>
                  </a:cubicBezTo>
                  <a:cubicBezTo>
                    <a:pt x="30216" y="-1722"/>
                    <a:pt x="24262" y="-1163"/>
                    <a:pt x="18064" y="-46"/>
                  </a:cubicBezTo>
                  <a:cubicBezTo>
                    <a:pt x="11867" y="1072"/>
                    <a:pt x="5344" y="2738"/>
                    <a:pt x="-1504" y="4953"/>
                  </a:cubicBezTo>
                  <a:lnTo>
                    <a:pt x="-1504" y="23058"/>
                  </a:lnTo>
                  <a:cubicBezTo>
                    <a:pt x="4978" y="19685"/>
                    <a:pt x="11359" y="17155"/>
                    <a:pt x="17638" y="15469"/>
                  </a:cubicBezTo>
                  <a:cubicBezTo>
                    <a:pt x="23916" y="13802"/>
                    <a:pt x="30144" y="12969"/>
                    <a:pt x="36322" y="12969"/>
                  </a:cubicBezTo>
                  <a:cubicBezTo>
                    <a:pt x="44572" y="12969"/>
                    <a:pt x="50912" y="14381"/>
                    <a:pt x="55341" y="17206"/>
                  </a:cubicBezTo>
                  <a:cubicBezTo>
                    <a:pt x="59791" y="20030"/>
                    <a:pt x="62016" y="24013"/>
                    <a:pt x="62016" y="29154"/>
                  </a:cubicBezTo>
                  <a:cubicBezTo>
                    <a:pt x="62016" y="33909"/>
                    <a:pt x="60411" y="37556"/>
                    <a:pt x="57201" y="40096"/>
                  </a:cubicBezTo>
                  <a:cubicBezTo>
                    <a:pt x="54010" y="42636"/>
                    <a:pt x="46980" y="45085"/>
                    <a:pt x="36108" y="47442"/>
                  </a:cubicBezTo>
                  <a:lnTo>
                    <a:pt x="30012" y="48875"/>
                  </a:lnTo>
                  <a:cubicBezTo>
                    <a:pt x="19162" y="51151"/>
                    <a:pt x="11318" y="54656"/>
                    <a:pt x="6482" y="59390"/>
                  </a:cubicBezTo>
                  <a:cubicBezTo>
                    <a:pt x="1666" y="64125"/>
                    <a:pt x="-742" y="70617"/>
                    <a:pt x="-742" y="78867"/>
                  </a:cubicBezTo>
                  <a:cubicBezTo>
                    <a:pt x="-742" y="88905"/>
                    <a:pt x="2814" y="96647"/>
                    <a:pt x="9926" y="102093"/>
                  </a:cubicBezTo>
                  <a:cubicBezTo>
                    <a:pt x="17038" y="107559"/>
                    <a:pt x="27137" y="110292"/>
                    <a:pt x="40223" y="110292"/>
                  </a:cubicBezTo>
                  <a:cubicBezTo>
                    <a:pt x="46685" y="110292"/>
                    <a:pt x="52771" y="109814"/>
                    <a:pt x="58481" y="108859"/>
                  </a:cubicBezTo>
                  <a:cubicBezTo>
                    <a:pt x="64211" y="107925"/>
                    <a:pt x="69484" y="106502"/>
                    <a:pt x="74300" y="104592"/>
                  </a:cubicBezTo>
                  <a:close/>
                </a:path>
              </a:pathLst>
            </a:custGeom>
            <a:solidFill>
              <a:srgbClr val="262626"/>
            </a:solidFill>
            <a:ln w="30" cap="flat">
              <a:noFill/>
              <a:prstDash val="solid"/>
              <a:round/>
            </a:ln>
          </p:spPr>
          <p:txBody>
            <a:bodyPr/>
            <a:lstStyle/>
            <a:p>
              <a:endParaRPr lang="en-US"/>
            </a:p>
          </p:txBody>
        </p:sp>
        <p:sp>
          <p:nvSpPr>
            <p:cNvPr id="47" name="Freeform: Shape 46">
              <a:extLst>
                <a:ext uri="{FF2B5EF4-FFF2-40B4-BE49-F238E27FC236}">
                  <a16:creationId xmlns:a16="http://schemas.microsoft.com/office/drawing/2014/main" id="{67441390-65FF-5013-3E70-FCDF4223E756}"/>
                </a:ext>
              </a:extLst>
            </p:cNvPr>
            <p:cNvSpPr/>
            <p:nvPr/>
          </p:nvSpPr>
          <p:spPr>
            <a:xfrm flipV="1">
              <a:off x="4640200" y="996787"/>
              <a:ext cx="81534" cy="112014"/>
            </a:xfrm>
            <a:custGeom>
              <a:avLst/>
              <a:gdLst>
                <a:gd name="csX0" fmla="*/ 74308 w 81534"/>
                <a:gd name="csY0" fmla="*/ 104592 h 112014"/>
                <a:gd name="csX1" fmla="*/ 74308 w 81534"/>
                <a:gd name="csY1" fmla="*/ 88011 h 112014"/>
                <a:gd name="csX2" fmla="*/ 58885 w 81534"/>
                <a:gd name="csY2" fmla="*/ 93711 h 112014"/>
                <a:gd name="csX3" fmla="*/ 42304 w 81534"/>
                <a:gd name="csY3" fmla="*/ 95631 h 112014"/>
                <a:gd name="csX4" fmla="*/ 22736 w 81534"/>
                <a:gd name="csY4" fmla="*/ 91638 h 112014"/>
                <a:gd name="csX5" fmla="*/ 16213 w 81534"/>
                <a:gd name="csY5" fmla="*/ 79629 h 112014"/>
                <a:gd name="csX6" fmla="*/ 20876 w 81534"/>
                <a:gd name="csY6" fmla="*/ 70058 h 112014"/>
                <a:gd name="csX7" fmla="*/ 39652 w 81534"/>
                <a:gd name="csY7" fmla="*/ 63444 h 112014"/>
                <a:gd name="csX8" fmla="*/ 45657 w 81534"/>
                <a:gd name="csY8" fmla="*/ 62103 h 112014"/>
                <a:gd name="csX9" fmla="*/ 72174 w 81534"/>
                <a:gd name="csY9" fmla="*/ 50825 h 112014"/>
                <a:gd name="csX10" fmla="*/ 80038 w 81534"/>
                <a:gd name="csY10" fmla="*/ 30495 h 112014"/>
                <a:gd name="csX11" fmla="*/ 68273 w 81534"/>
                <a:gd name="csY11" fmla="*/ 6934 h 112014"/>
                <a:gd name="csX12" fmla="*/ 35934 w 81534"/>
                <a:gd name="csY12" fmla="*/ -1722 h 112014"/>
                <a:gd name="csX13" fmla="*/ 18072 w 81534"/>
                <a:gd name="csY13" fmla="*/ -46 h 112014"/>
                <a:gd name="csX14" fmla="*/ -1496 w 81534"/>
                <a:gd name="csY14" fmla="*/ 4953 h 112014"/>
                <a:gd name="csX15" fmla="*/ -1496 w 81534"/>
                <a:gd name="csY15" fmla="*/ 23058 h 112014"/>
                <a:gd name="csX16" fmla="*/ 17646 w 81534"/>
                <a:gd name="csY16" fmla="*/ 15469 h 112014"/>
                <a:gd name="csX17" fmla="*/ 36330 w 81534"/>
                <a:gd name="csY17" fmla="*/ 12969 h 112014"/>
                <a:gd name="csX18" fmla="*/ 55349 w 81534"/>
                <a:gd name="csY18" fmla="*/ 17206 h 112014"/>
                <a:gd name="csX19" fmla="*/ 62024 w 81534"/>
                <a:gd name="csY19" fmla="*/ 29154 h 112014"/>
                <a:gd name="csX20" fmla="*/ 57209 w 81534"/>
                <a:gd name="csY20" fmla="*/ 40096 h 112014"/>
                <a:gd name="csX21" fmla="*/ 36116 w 81534"/>
                <a:gd name="csY21" fmla="*/ 47442 h 112014"/>
                <a:gd name="csX22" fmla="*/ 30020 w 81534"/>
                <a:gd name="csY22" fmla="*/ 48875 h 112014"/>
                <a:gd name="csX23" fmla="*/ 6490 w 81534"/>
                <a:gd name="csY23" fmla="*/ 59390 h 112014"/>
                <a:gd name="csX24" fmla="*/ -734 w 81534"/>
                <a:gd name="csY24" fmla="*/ 78867 h 112014"/>
                <a:gd name="csX25" fmla="*/ 9934 w 81534"/>
                <a:gd name="csY25" fmla="*/ 102093 h 112014"/>
                <a:gd name="csX26" fmla="*/ 40231 w 81534"/>
                <a:gd name="csY26" fmla="*/ 110292 h 112014"/>
                <a:gd name="csX27" fmla="*/ 58489 w 81534"/>
                <a:gd name="csY27" fmla="*/ 108859 h 112014"/>
                <a:gd name="csX28" fmla="*/ 74308 w 81534"/>
                <a:gd name="csY28" fmla="*/ 104592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81534" h="112014">
                  <a:moveTo>
                    <a:pt x="74308" y="104592"/>
                  </a:moveTo>
                  <a:lnTo>
                    <a:pt x="74308" y="88011"/>
                  </a:lnTo>
                  <a:cubicBezTo>
                    <a:pt x="69370" y="90551"/>
                    <a:pt x="64229" y="92451"/>
                    <a:pt x="58885" y="93711"/>
                  </a:cubicBezTo>
                  <a:cubicBezTo>
                    <a:pt x="53561" y="94991"/>
                    <a:pt x="48034" y="95631"/>
                    <a:pt x="42304" y="95631"/>
                  </a:cubicBezTo>
                  <a:cubicBezTo>
                    <a:pt x="33607" y="95631"/>
                    <a:pt x="27084" y="94300"/>
                    <a:pt x="22736" y="91638"/>
                  </a:cubicBezTo>
                  <a:cubicBezTo>
                    <a:pt x="18387" y="88976"/>
                    <a:pt x="16213" y="84973"/>
                    <a:pt x="16213" y="79629"/>
                  </a:cubicBezTo>
                  <a:cubicBezTo>
                    <a:pt x="16213" y="75565"/>
                    <a:pt x="17767" y="72375"/>
                    <a:pt x="20876" y="70058"/>
                  </a:cubicBezTo>
                  <a:cubicBezTo>
                    <a:pt x="23985" y="67742"/>
                    <a:pt x="30244" y="65537"/>
                    <a:pt x="39652" y="63444"/>
                  </a:cubicBezTo>
                  <a:lnTo>
                    <a:pt x="45657" y="62103"/>
                  </a:lnTo>
                  <a:cubicBezTo>
                    <a:pt x="58092" y="59441"/>
                    <a:pt x="66932" y="55682"/>
                    <a:pt x="72174" y="50825"/>
                  </a:cubicBezTo>
                  <a:cubicBezTo>
                    <a:pt x="77417" y="45969"/>
                    <a:pt x="80038" y="39192"/>
                    <a:pt x="80038" y="30495"/>
                  </a:cubicBezTo>
                  <a:cubicBezTo>
                    <a:pt x="80038" y="20579"/>
                    <a:pt x="76116" y="12725"/>
                    <a:pt x="68273" y="6934"/>
                  </a:cubicBezTo>
                  <a:cubicBezTo>
                    <a:pt x="60429" y="1163"/>
                    <a:pt x="49650" y="-1722"/>
                    <a:pt x="35934" y="-1722"/>
                  </a:cubicBezTo>
                  <a:cubicBezTo>
                    <a:pt x="30224" y="-1722"/>
                    <a:pt x="24270" y="-1163"/>
                    <a:pt x="18072" y="-46"/>
                  </a:cubicBezTo>
                  <a:cubicBezTo>
                    <a:pt x="11875" y="1072"/>
                    <a:pt x="5352" y="2738"/>
                    <a:pt x="-1496" y="4953"/>
                  </a:cubicBezTo>
                  <a:lnTo>
                    <a:pt x="-1496" y="23058"/>
                  </a:lnTo>
                  <a:cubicBezTo>
                    <a:pt x="4986" y="19685"/>
                    <a:pt x="11367" y="17155"/>
                    <a:pt x="17646" y="15469"/>
                  </a:cubicBezTo>
                  <a:cubicBezTo>
                    <a:pt x="23924" y="13802"/>
                    <a:pt x="30152" y="12969"/>
                    <a:pt x="36330" y="12969"/>
                  </a:cubicBezTo>
                  <a:cubicBezTo>
                    <a:pt x="44580" y="12969"/>
                    <a:pt x="50920" y="14381"/>
                    <a:pt x="55349" y="17206"/>
                  </a:cubicBezTo>
                  <a:cubicBezTo>
                    <a:pt x="59799" y="20030"/>
                    <a:pt x="62024" y="24013"/>
                    <a:pt x="62024" y="29154"/>
                  </a:cubicBezTo>
                  <a:cubicBezTo>
                    <a:pt x="62024" y="33909"/>
                    <a:pt x="60419" y="37556"/>
                    <a:pt x="57209" y="40096"/>
                  </a:cubicBezTo>
                  <a:cubicBezTo>
                    <a:pt x="54018" y="42636"/>
                    <a:pt x="46988" y="45085"/>
                    <a:pt x="36116" y="47442"/>
                  </a:cubicBezTo>
                  <a:lnTo>
                    <a:pt x="30020" y="48875"/>
                  </a:lnTo>
                  <a:cubicBezTo>
                    <a:pt x="19170" y="51151"/>
                    <a:pt x="11326" y="54656"/>
                    <a:pt x="6490" y="59390"/>
                  </a:cubicBezTo>
                  <a:cubicBezTo>
                    <a:pt x="1674" y="64125"/>
                    <a:pt x="-734" y="70617"/>
                    <a:pt x="-734" y="78867"/>
                  </a:cubicBezTo>
                  <a:cubicBezTo>
                    <a:pt x="-734" y="88905"/>
                    <a:pt x="2822" y="96647"/>
                    <a:pt x="9934" y="102093"/>
                  </a:cubicBezTo>
                  <a:cubicBezTo>
                    <a:pt x="17046" y="107559"/>
                    <a:pt x="27145" y="110292"/>
                    <a:pt x="40231" y="110292"/>
                  </a:cubicBezTo>
                  <a:cubicBezTo>
                    <a:pt x="46693" y="110292"/>
                    <a:pt x="52779" y="109814"/>
                    <a:pt x="58489" y="108859"/>
                  </a:cubicBezTo>
                  <a:cubicBezTo>
                    <a:pt x="64219" y="107925"/>
                    <a:pt x="69492" y="106502"/>
                    <a:pt x="74308" y="104592"/>
                  </a:cubicBezTo>
                  <a:close/>
                </a:path>
              </a:pathLst>
            </a:custGeom>
            <a:solidFill>
              <a:srgbClr val="262626"/>
            </a:solidFill>
            <a:ln w="30" cap="flat">
              <a:noFill/>
              <a:prstDash val="solid"/>
              <a:round/>
            </a:ln>
          </p:spPr>
          <p:txBody>
            <a:bodyPr/>
            <a:lstStyle/>
            <a:p>
              <a:endParaRPr lang="en-US"/>
            </a:p>
          </p:txBody>
        </p:sp>
        <p:sp>
          <p:nvSpPr>
            <p:cNvPr id="48" name="Freeform: Shape 47">
              <a:extLst>
                <a:ext uri="{FF2B5EF4-FFF2-40B4-BE49-F238E27FC236}">
                  <a16:creationId xmlns:a16="http://schemas.microsoft.com/office/drawing/2014/main" id="{1DD07966-12AB-10EC-DE5F-D952882A5B4B}"/>
                </a:ext>
              </a:extLst>
            </p:cNvPr>
            <p:cNvSpPr/>
            <p:nvPr/>
          </p:nvSpPr>
          <p:spPr>
            <a:xfrm flipV="1">
              <a:off x="4749635" y="957803"/>
              <a:ext cx="17526" cy="148224"/>
            </a:xfrm>
            <a:custGeom>
              <a:avLst/>
              <a:gdLst>
                <a:gd name="csX0" fmla="*/ -696 w 17526"/>
                <a:gd name="csY0" fmla="*/ 104271 h 148224"/>
                <a:gd name="csX1" fmla="*/ 16830 w 17526"/>
                <a:gd name="csY1" fmla="*/ 104271 h 148224"/>
                <a:gd name="csX2" fmla="*/ 16830 w 17526"/>
                <a:gd name="csY2" fmla="*/ -2409 h 148224"/>
                <a:gd name="csX3" fmla="*/ -696 w 17526"/>
                <a:gd name="csY3" fmla="*/ -2409 h 148224"/>
                <a:gd name="csX4" fmla="*/ -696 w 17526"/>
                <a:gd name="csY4" fmla="*/ 104271 h 148224"/>
                <a:gd name="csX5" fmla="*/ -696 w 17526"/>
                <a:gd name="csY5" fmla="*/ 145816 h 148224"/>
                <a:gd name="csX6" fmla="*/ 16830 w 17526"/>
                <a:gd name="csY6" fmla="*/ 145816 h 148224"/>
                <a:gd name="csX7" fmla="*/ 16830 w 17526"/>
                <a:gd name="csY7" fmla="*/ 123596 h 148224"/>
                <a:gd name="csX8" fmla="*/ -696 w 17526"/>
                <a:gd name="csY8" fmla="*/ 123596 h 148224"/>
                <a:gd name="csX9" fmla="*/ -696 w 17526"/>
                <a:gd name="csY9" fmla="*/ 145816 h 1482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526" h="148224">
                  <a:moveTo>
                    <a:pt x="-696" y="104271"/>
                  </a:moveTo>
                  <a:lnTo>
                    <a:pt x="16830" y="104271"/>
                  </a:lnTo>
                  <a:lnTo>
                    <a:pt x="16830" y="-2409"/>
                  </a:lnTo>
                  <a:lnTo>
                    <a:pt x="-696" y="-2409"/>
                  </a:lnTo>
                  <a:lnTo>
                    <a:pt x="-696" y="104271"/>
                  </a:lnTo>
                  <a:close/>
                  <a:moveTo>
                    <a:pt x="-696" y="145816"/>
                  </a:moveTo>
                  <a:lnTo>
                    <a:pt x="16830" y="145816"/>
                  </a:lnTo>
                  <a:lnTo>
                    <a:pt x="16830" y="123596"/>
                  </a:lnTo>
                  <a:lnTo>
                    <a:pt x="-696" y="123596"/>
                  </a:lnTo>
                  <a:lnTo>
                    <a:pt x="-696" y="145816"/>
                  </a:lnTo>
                  <a:close/>
                </a:path>
              </a:pathLst>
            </a:custGeom>
            <a:solidFill>
              <a:srgbClr val="262626"/>
            </a:solidFill>
            <a:ln w="30" cap="flat">
              <a:noFill/>
              <a:prstDash val="solid"/>
              <a:round/>
            </a:ln>
          </p:spPr>
          <p:txBody>
            <a:bodyPr/>
            <a:lstStyle/>
            <a:p>
              <a:endParaRPr lang="en-US"/>
            </a:p>
          </p:txBody>
        </p:sp>
        <p:sp>
          <p:nvSpPr>
            <p:cNvPr id="49" name="Freeform: Shape 48">
              <a:extLst>
                <a:ext uri="{FF2B5EF4-FFF2-40B4-BE49-F238E27FC236}">
                  <a16:creationId xmlns:a16="http://schemas.microsoft.com/office/drawing/2014/main" id="{9912AD71-018F-049F-9D14-1D5735DC8CE5}"/>
                </a:ext>
              </a:extLst>
            </p:cNvPr>
            <p:cNvSpPr/>
            <p:nvPr/>
          </p:nvSpPr>
          <p:spPr>
            <a:xfrm flipV="1">
              <a:off x="4796212" y="996787"/>
              <a:ext cx="97932" cy="112014"/>
            </a:xfrm>
            <a:custGeom>
              <a:avLst/>
              <a:gdLst>
                <a:gd name="csX0" fmla="*/ 47193 w 97932"/>
                <a:gd name="csY0" fmla="*/ 95448 h 112014"/>
                <a:gd name="csX1" fmla="*/ 24912 w 97932"/>
                <a:gd name="csY1" fmla="*/ 84445 h 112014"/>
                <a:gd name="csX2" fmla="*/ 16713 w 97932"/>
                <a:gd name="csY2" fmla="*/ 54300 h 112014"/>
                <a:gd name="csX3" fmla="*/ 24851 w 97932"/>
                <a:gd name="csY3" fmla="*/ 24155 h 112014"/>
                <a:gd name="csX4" fmla="*/ 47193 w 97932"/>
                <a:gd name="csY4" fmla="*/ 13152 h 112014"/>
                <a:gd name="csX5" fmla="*/ 69382 w 97932"/>
                <a:gd name="csY5" fmla="*/ 24186 h 112014"/>
                <a:gd name="csX6" fmla="*/ 77581 w 97932"/>
                <a:gd name="csY6" fmla="*/ 54300 h 112014"/>
                <a:gd name="csX7" fmla="*/ 69382 w 97932"/>
                <a:gd name="csY7" fmla="*/ 84353 h 112014"/>
                <a:gd name="csX8" fmla="*/ 47193 w 97932"/>
                <a:gd name="csY8" fmla="*/ 95448 h 112014"/>
                <a:gd name="csX9" fmla="*/ 47193 w 97932"/>
                <a:gd name="csY9" fmla="*/ 110292 h 112014"/>
                <a:gd name="csX10" fmla="*/ 83098 w 97932"/>
                <a:gd name="csY10" fmla="*/ 95418 h 112014"/>
                <a:gd name="csX11" fmla="*/ 96174 w 97932"/>
                <a:gd name="csY11" fmla="*/ 54300 h 112014"/>
                <a:gd name="csX12" fmla="*/ 83098 w 97932"/>
                <a:gd name="csY12" fmla="*/ 13183 h 112014"/>
                <a:gd name="csX13" fmla="*/ 47193 w 97932"/>
                <a:gd name="csY13" fmla="*/ -1722 h 112014"/>
                <a:gd name="csX14" fmla="*/ 11226 w 97932"/>
                <a:gd name="csY14" fmla="*/ 13183 h 112014"/>
                <a:gd name="csX15" fmla="*/ -1758 w 97932"/>
                <a:gd name="csY15" fmla="*/ 54300 h 112014"/>
                <a:gd name="csX16" fmla="*/ 11226 w 97932"/>
                <a:gd name="csY16" fmla="*/ 95418 h 112014"/>
                <a:gd name="csX17" fmla="*/ 47193 w 97932"/>
                <a:gd name="csY17" fmla="*/ 110292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7932" h="112014">
                  <a:moveTo>
                    <a:pt x="47193" y="95448"/>
                  </a:moveTo>
                  <a:cubicBezTo>
                    <a:pt x="37805" y="95448"/>
                    <a:pt x="30378" y="91780"/>
                    <a:pt x="24912" y="84445"/>
                  </a:cubicBezTo>
                  <a:cubicBezTo>
                    <a:pt x="19446" y="77109"/>
                    <a:pt x="16713" y="67061"/>
                    <a:pt x="16713" y="54300"/>
                  </a:cubicBezTo>
                  <a:cubicBezTo>
                    <a:pt x="16713" y="41539"/>
                    <a:pt x="19426" y="31491"/>
                    <a:pt x="24851" y="24155"/>
                  </a:cubicBezTo>
                  <a:cubicBezTo>
                    <a:pt x="30297" y="16820"/>
                    <a:pt x="37744" y="13152"/>
                    <a:pt x="47193" y="13152"/>
                  </a:cubicBezTo>
                  <a:cubicBezTo>
                    <a:pt x="56540" y="13152"/>
                    <a:pt x="63937" y="16830"/>
                    <a:pt x="69382" y="24186"/>
                  </a:cubicBezTo>
                  <a:cubicBezTo>
                    <a:pt x="74848" y="31562"/>
                    <a:pt x="77581" y="41600"/>
                    <a:pt x="77581" y="54300"/>
                  </a:cubicBezTo>
                  <a:cubicBezTo>
                    <a:pt x="77581" y="66939"/>
                    <a:pt x="74848" y="76957"/>
                    <a:pt x="69382" y="84353"/>
                  </a:cubicBezTo>
                  <a:cubicBezTo>
                    <a:pt x="63937" y="91750"/>
                    <a:pt x="56540" y="95448"/>
                    <a:pt x="47193" y="95448"/>
                  </a:cubicBezTo>
                  <a:close/>
                  <a:moveTo>
                    <a:pt x="47193" y="110292"/>
                  </a:moveTo>
                  <a:cubicBezTo>
                    <a:pt x="62433" y="110292"/>
                    <a:pt x="74401" y="105334"/>
                    <a:pt x="83098" y="95418"/>
                  </a:cubicBezTo>
                  <a:cubicBezTo>
                    <a:pt x="91816" y="85522"/>
                    <a:pt x="96174" y="71816"/>
                    <a:pt x="96174" y="54300"/>
                  </a:cubicBezTo>
                  <a:cubicBezTo>
                    <a:pt x="96174" y="36845"/>
                    <a:pt x="91816" y="23139"/>
                    <a:pt x="83098" y="13183"/>
                  </a:cubicBezTo>
                  <a:cubicBezTo>
                    <a:pt x="74401" y="3246"/>
                    <a:pt x="62433" y="-1722"/>
                    <a:pt x="47193" y="-1722"/>
                  </a:cubicBezTo>
                  <a:cubicBezTo>
                    <a:pt x="31892" y="-1722"/>
                    <a:pt x="19903" y="3246"/>
                    <a:pt x="11226" y="13183"/>
                  </a:cubicBezTo>
                  <a:cubicBezTo>
                    <a:pt x="2570" y="23139"/>
                    <a:pt x="-1758" y="36845"/>
                    <a:pt x="-1758" y="54300"/>
                  </a:cubicBezTo>
                  <a:cubicBezTo>
                    <a:pt x="-1758" y="71816"/>
                    <a:pt x="2570" y="85522"/>
                    <a:pt x="11226" y="95418"/>
                  </a:cubicBezTo>
                  <a:cubicBezTo>
                    <a:pt x="19903" y="105334"/>
                    <a:pt x="31892" y="110292"/>
                    <a:pt x="47193" y="110292"/>
                  </a:cubicBezTo>
                  <a:close/>
                </a:path>
              </a:pathLst>
            </a:custGeom>
            <a:solidFill>
              <a:srgbClr val="262626"/>
            </a:solidFill>
            <a:ln w="30" cap="flat">
              <a:noFill/>
              <a:prstDash val="solid"/>
              <a:round/>
            </a:ln>
          </p:spPr>
          <p:txBody>
            <a:bodyPr/>
            <a:lstStyle/>
            <a:p>
              <a:endParaRPr lang="en-US"/>
            </a:p>
          </p:txBody>
        </p:sp>
        <p:sp>
          <p:nvSpPr>
            <p:cNvPr id="50" name="Freeform: Shape 49">
              <a:extLst>
                <a:ext uri="{FF2B5EF4-FFF2-40B4-BE49-F238E27FC236}">
                  <a16:creationId xmlns:a16="http://schemas.microsoft.com/office/drawing/2014/main" id="{1E061CD9-CF2C-4779-12CB-A7F20B08F0F4}"/>
                </a:ext>
              </a:extLst>
            </p:cNvPr>
            <p:cNvSpPr/>
            <p:nvPr/>
          </p:nvSpPr>
          <p:spPr>
            <a:xfrm flipV="1">
              <a:off x="4922509" y="996787"/>
              <a:ext cx="89367" cy="109240"/>
            </a:xfrm>
            <a:custGeom>
              <a:avLst/>
              <a:gdLst>
                <a:gd name="csX0" fmla="*/ 87531 w 89367"/>
                <a:gd name="csY0" fmla="*/ 62637 h 109240"/>
                <a:gd name="csX1" fmla="*/ 87531 w 89367"/>
                <a:gd name="csY1" fmla="*/ -1768 h 109240"/>
                <a:gd name="csX2" fmla="*/ 70005 w 89367"/>
                <a:gd name="csY2" fmla="*/ -1768 h 109240"/>
                <a:gd name="csX3" fmla="*/ 70005 w 89367"/>
                <a:gd name="csY3" fmla="*/ 62057 h 109240"/>
                <a:gd name="csX4" fmla="*/ 64092 w 89367"/>
                <a:gd name="csY4" fmla="*/ 84704 h 109240"/>
                <a:gd name="csX5" fmla="*/ 46383 w 89367"/>
                <a:gd name="csY5" fmla="*/ 92233 h 109240"/>
                <a:gd name="csX6" fmla="*/ 23981 w 89367"/>
                <a:gd name="csY6" fmla="*/ 83180 h 109240"/>
                <a:gd name="csX7" fmla="*/ 15782 w 89367"/>
                <a:gd name="csY7" fmla="*/ 58522 h 109240"/>
                <a:gd name="csX8" fmla="*/ 15782 w 89367"/>
                <a:gd name="csY8" fmla="*/ -1768 h 109240"/>
                <a:gd name="csX9" fmla="*/ -1836 w 89367"/>
                <a:gd name="csY9" fmla="*/ -1768 h 109240"/>
                <a:gd name="csX10" fmla="*/ -1836 w 89367"/>
                <a:gd name="csY10" fmla="*/ 104912 h 109240"/>
                <a:gd name="csX11" fmla="*/ 15782 w 89367"/>
                <a:gd name="csY11" fmla="*/ 104912 h 109240"/>
                <a:gd name="csX12" fmla="*/ 15782 w 89367"/>
                <a:gd name="csY12" fmla="*/ 88331 h 109240"/>
                <a:gd name="csX13" fmla="*/ 30595 w 89367"/>
                <a:gd name="csY13" fmla="*/ 102718 h 109240"/>
                <a:gd name="csX14" fmla="*/ 50285 w 89367"/>
                <a:gd name="csY14" fmla="*/ 107473 h 109240"/>
                <a:gd name="csX15" fmla="*/ 78083 w 89367"/>
                <a:gd name="csY15" fmla="*/ 96104 h 109240"/>
                <a:gd name="csX16" fmla="*/ 87531 w 89367"/>
                <a:gd name="csY16" fmla="*/ 62637 h 1092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89367" h="109240">
                  <a:moveTo>
                    <a:pt x="87531" y="62637"/>
                  </a:moveTo>
                  <a:lnTo>
                    <a:pt x="87531" y="-1768"/>
                  </a:lnTo>
                  <a:lnTo>
                    <a:pt x="70005" y="-1768"/>
                  </a:lnTo>
                  <a:lnTo>
                    <a:pt x="70005" y="62057"/>
                  </a:lnTo>
                  <a:cubicBezTo>
                    <a:pt x="70005" y="72156"/>
                    <a:pt x="68034" y="79705"/>
                    <a:pt x="64092" y="84704"/>
                  </a:cubicBezTo>
                  <a:cubicBezTo>
                    <a:pt x="60150" y="89723"/>
                    <a:pt x="54247" y="92233"/>
                    <a:pt x="46383" y="92233"/>
                  </a:cubicBezTo>
                  <a:cubicBezTo>
                    <a:pt x="36914" y="92233"/>
                    <a:pt x="29447" y="89215"/>
                    <a:pt x="23981" y="83180"/>
                  </a:cubicBezTo>
                  <a:cubicBezTo>
                    <a:pt x="18515" y="77165"/>
                    <a:pt x="15782" y="68946"/>
                    <a:pt x="15782" y="58522"/>
                  </a:cubicBezTo>
                  <a:lnTo>
                    <a:pt x="15782" y="-1768"/>
                  </a:lnTo>
                  <a:lnTo>
                    <a:pt x="-1836" y="-1768"/>
                  </a:lnTo>
                  <a:lnTo>
                    <a:pt x="-1836" y="104912"/>
                  </a:lnTo>
                  <a:lnTo>
                    <a:pt x="15782" y="104912"/>
                  </a:lnTo>
                  <a:lnTo>
                    <a:pt x="15782" y="88331"/>
                  </a:lnTo>
                  <a:cubicBezTo>
                    <a:pt x="19988" y="94752"/>
                    <a:pt x="24926" y="99548"/>
                    <a:pt x="30595" y="102718"/>
                  </a:cubicBezTo>
                  <a:cubicBezTo>
                    <a:pt x="36284" y="105888"/>
                    <a:pt x="42848" y="107473"/>
                    <a:pt x="50285" y="107473"/>
                  </a:cubicBezTo>
                  <a:cubicBezTo>
                    <a:pt x="62538" y="107473"/>
                    <a:pt x="71804" y="103683"/>
                    <a:pt x="78083" y="96104"/>
                  </a:cubicBezTo>
                  <a:cubicBezTo>
                    <a:pt x="84382" y="88524"/>
                    <a:pt x="87531" y="77369"/>
                    <a:pt x="87531" y="62637"/>
                  </a:cubicBezTo>
                  <a:close/>
                </a:path>
              </a:pathLst>
            </a:custGeom>
            <a:solidFill>
              <a:srgbClr val="262626"/>
            </a:solidFill>
            <a:ln w="30" cap="flat">
              <a:noFill/>
              <a:prstDash val="solid"/>
              <a:round/>
            </a:ln>
          </p:spPr>
          <p:txBody>
            <a:bodyPr/>
            <a:lstStyle/>
            <a:p>
              <a:endParaRPr lang="en-US"/>
            </a:p>
          </p:txBody>
        </p:sp>
        <p:sp>
          <p:nvSpPr>
            <p:cNvPr id="51" name="Freeform: Shape 50">
              <a:extLst>
                <a:ext uri="{FF2B5EF4-FFF2-40B4-BE49-F238E27FC236}">
                  <a16:creationId xmlns:a16="http://schemas.microsoft.com/office/drawing/2014/main" id="{E3546679-8D5A-3902-8207-8F6D9FFF47AD}"/>
                </a:ext>
              </a:extLst>
            </p:cNvPr>
            <p:cNvSpPr/>
            <p:nvPr/>
          </p:nvSpPr>
          <p:spPr>
            <a:xfrm flipV="1">
              <a:off x="5039012" y="996787"/>
              <a:ext cx="81534" cy="112014"/>
            </a:xfrm>
            <a:custGeom>
              <a:avLst/>
              <a:gdLst>
                <a:gd name="csX0" fmla="*/ 74339 w 81534"/>
                <a:gd name="csY0" fmla="*/ 104592 h 112014"/>
                <a:gd name="csX1" fmla="*/ 74339 w 81534"/>
                <a:gd name="csY1" fmla="*/ 88011 h 112014"/>
                <a:gd name="csX2" fmla="*/ 58916 w 81534"/>
                <a:gd name="csY2" fmla="*/ 93711 h 112014"/>
                <a:gd name="csX3" fmla="*/ 42335 w 81534"/>
                <a:gd name="csY3" fmla="*/ 95631 h 112014"/>
                <a:gd name="csX4" fmla="*/ 22767 w 81534"/>
                <a:gd name="csY4" fmla="*/ 91638 h 112014"/>
                <a:gd name="csX5" fmla="*/ 16244 w 81534"/>
                <a:gd name="csY5" fmla="*/ 79629 h 112014"/>
                <a:gd name="csX6" fmla="*/ 20908 w 81534"/>
                <a:gd name="csY6" fmla="*/ 70058 h 112014"/>
                <a:gd name="csX7" fmla="*/ 39683 w 81534"/>
                <a:gd name="csY7" fmla="*/ 63444 h 112014"/>
                <a:gd name="csX8" fmla="*/ 45688 w 81534"/>
                <a:gd name="csY8" fmla="*/ 62103 h 112014"/>
                <a:gd name="csX9" fmla="*/ 72206 w 81534"/>
                <a:gd name="csY9" fmla="*/ 50825 h 112014"/>
                <a:gd name="csX10" fmla="*/ 80069 w 81534"/>
                <a:gd name="csY10" fmla="*/ 30495 h 112014"/>
                <a:gd name="csX11" fmla="*/ 68304 w 81534"/>
                <a:gd name="csY11" fmla="*/ 6934 h 112014"/>
                <a:gd name="csX12" fmla="*/ 35965 w 81534"/>
                <a:gd name="csY12" fmla="*/ -1722 h 112014"/>
                <a:gd name="csX13" fmla="*/ 18104 w 81534"/>
                <a:gd name="csY13" fmla="*/ -46 h 112014"/>
                <a:gd name="csX14" fmla="*/ -1465 w 81534"/>
                <a:gd name="csY14" fmla="*/ 4953 h 112014"/>
                <a:gd name="csX15" fmla="*/ -1465 w 81534"/>
                <a:gd name="csY15" fmla="*/ 23058 h 112014"/>
                <a:gd name="csX16" fmla="*/ 17677 w 81534"/>
                <a:gd name="csY16" fmla="*/ 15469 h 112014"/>
                <a:gd name="csX17" fmla="*/ 36361 w 81534"/>
                <a:gd name="csY17" fmla="*/ 12969 h 112014"/>
                <a:gd name="csX18" fmla="*/ 55381 w 81534"/>
                <a:gd name="csY18" fmla="*/ 17206 h 112014"/>
                <a:gd name="csX19" fmla="*/ 62056 w 81534"/>
                <a:gd name="csY19" fmla="*/ 29154 h 112014"/>
                <a:gd name="csX20" fmla="*/ 57240 w 81534"/>
                <a:gd name="csY20" fmla="*/ 40096 h 112014"/>
                <a:gd name="csX21" fmla="*/ 36148 w 81534"/>
                <a:gd name="csY21" fmla="*/ 47442 h 112014"/>
                <a:gd name="csX22" fmla="*/ 30052 w 81534"/>
                <a:gd name="csY22" fmla="*/ 48875 h 112014"/>
                <a:gd name="csX23" fmla="*/ 6521 w 81534"/>
                <a:gd name="csY23" fmla="*/ 59390 h 112014"/>
                <a:gd name="csX24" fmla="*/ -703 w 81534"/>
                <a:gd name="csY24" fmla="*/ 78867 h 112014"/>
                <a:gd name="csX25" fmla="*/ 9965 w 81534"/>
                <a:gd name="csY25" fmla="*/ 102093 h 112014"/>
                <a:gd name="csX26" fmla="*/ 40263 w 81534"/>
                <a:gd name="csY26" fmla="*/ 110292 h 112014"/>
                <a:gd name="csX27" fmla="*/ 58520 w 81534"/>
                <a:gd name="csY27" fmla="*/ 108859 h 112014"/>
                <a:gd name="csX28" fmla="*/ 74339 w 81534"/>
                <a:gd name="csY28" fmla="*/ 104592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81534" h="112014">
                  <a:moveTo>
                    <a:pt x="74339" y="104592"/>
                  </a:moveTo>
                  <a:lnTo>
                    <a:pt x="74339" y="88011"/>
                  </a:lnTo>
                  <a:cubicBezTo>
                    <a:pt x="69401" y="90551"/>
                    <a:pt x="64261" y="92451"/>
                    <a:pt x="58916" y="93711"/>
                  </a:cubicBezTo>
                  <a:cubicBezTo>
                    <a:pt x="53593" y="94991"/>
                    <a:pt x="48065" y="95631"/>
                    <a:pt x="42335" y="95631"/>
                  </a:cubicBezTo>
                  <a:cubicBezTo>
                    <a:pt x="33638" y="95631"/>
                    <a:pt x="27116" y="94300"/>
                    <a:pt x="22767" y="91638"/>
                  </a:cubicBezTo>
                  <a:cubicBezTo>
                    <a:pt x="18419" y="88976"/>
                    <a:pt x="16244" y="84973"/>
                    <a:pt x="16244" y="79629"/>
                  </a:cubicBezTo>
                  <a:cubicBezTo>
                    <a:pt x="16244" y="75565"/>
                    <a:pt x="17799" y="72375"/>
                    <a:pt x="20908" y="70058"/>
                  </a:cubicBezTo>
                  <a:cubicBezTo>
                    <a:pt x="24017" y="67742"/>
                    <a:pt x="30275" y="65537"/>
                    <a:pt x="39683" y="63444"/>
                  </a:cubicBezTo>
                  <a:lnTo>
                    <a:pt x="45688" y="62103"/>
                  </a:lnTo>
                  <a:cubicBezTo>
                    <a:pt x="58124" y="59441"/>
                    <a:pt x="66963" y="55682"/>
                    <a:pt x="72206" y="50825"/>
                  </a:cubicBezTo>
                  <a:cubicBezTo>
                    <a:pt x="77448" y="45969"/>
                    <a:pt x="80069" y="39192"/>
                    <a:pt x="80069" y="30495"/>
                  </a:cubicBezTo>
                  <a:cubicBezTo>
                    <a:pt x="80069" y="20579"/>
                    <a:pt x="76148" y="12725"/>
                    <a:pt x="68304" y="6934"/>
                  </a:cubicBezTo>
                  <a:cubicBezTo>
                    <a:pt x="60461" y="1163"/>
                    <a:pt x="49681" y="-1722"/>
                    <a:pt x="35965" y="-1722"/>
                  </a:cubicBezTo>
                  <a:cubicBezTo>
                    <a:pt x="30255" y="-1722"/>
                    <a:pt x="24301" y="-1163"/>
                    <a:pt x="18104" y="-46"/>
                  </a:cubicBezTo>
                  <a:cubicBezTo>
                    <a:pt x="11906" y="1072"/>
                    <a:pt x="5383" y="2738"/>
                    <a:pt x="-1465" y="4953"/>
                  </a:cubicBezTo>
                  <a:lnTo>
                    <a:pt x="-1465" y="23058"/>
                  </a:lnTo>
                  <a:cubicBezTo>
                    <a:pt x="5018" y="19685"/>
                    <a:pt x="11398" y="17155"/>
                    <a:pt x="17677" y="15469"/>
                  </a:cubicBezTo>
                  <a:cubicBezTo>
                    <a:pt x="23956" y="13802"/>
                    <a:pt x="30184" y="12969"/>
                    <a:pt x="36361" y="12969"/>
                  </a:cubicBezTo>
                  <a:cubicBezTo>
                    <a:pt x="44611" y="12969"/>
                    <a:pt x="50951" y="14381"/>
                    <a:pt x="55381" y="17206"/>
                  </a:cubicBezTo>
                  <a:cubicBezTo>
                    <a:pt x="59831" y="20030"/>
                    <a:pt x="62056" y="24013"/>
                    <a:pt x="62056" y="29154"/>
                  </a:cubicBezTo>
                  <a:cubicBezTo>
                    <a:pt x="62056" y="33909"/>
                    <a:pt x="60451" y="37556"/>
                    <a:pt x="57240" y="40096"/>
                  </a:cubicBezTo>
                  <a:cubicBezTo>
                    <a:pt x="54050" y="42636"/>
                    <a:pt x="47019" y="45085"/>
                    <a:pt x="36148" y="47442"/>
                  </a:cubicBezTo>
                  <a:lnTo>
                    <a:pt x="30052" y="48875"/>
                  </a:lnTo>
                  <a:cubicBezTo>
                    <a:pt x="19201" y="51151"/>
                    <a:pt x="11357" y="54656"/>
                    <a:pt x="6521" y="59390"/>
                  </a:cubicBezTo>
                  <a:cubicBezTo>
                    <a:pt x="1705" y="64125"/>
                    <a:pt x="-703" y="70617"/>
                    <a:pt x="-703" y="78867"/>
                  </a:cubicBezTo>
                  <a:cubicBezTo>
                    <a:pt x="-703" y="88905"/>
                    <a:pt x="2853" y="96647"/>
                    <a:pt x="9965" y="102093"/>
                  </a:cubicBezTo>
                  <a:cubicBezTo>
                    <a:pt x="17077" y="107559"/>
                    <a:pt x="27177" y="110292"/>
                    <a:pt x="40263" y="110292"/>
                  </a:cubicBezTo>
                  <a:cubicBezTo>
                    <a:pt x="46724" y="110292"/>
                    <a:pt x="52810" y="109814"/>
                    <a:pt x="58520" y="108859"/>
                  </a:cubicBezTo>
                  <a:cubicBezTo>
                    <a:pt x="64250" y="107925"/>
                    <a:pt x="69523" y="106502"/>
                    <a:pt x="74339" y="104592"/>
                  </a:cubicBezTo>
                  <a:close/>
                </a:path>
              </a:pathLst>
            </a:custGeom>
            <a:solidFill>
              <a:srgbClr val="262626"/>
            </a:solidFill>
            <a:ln w="30" cap="flat">
              <a:noFill/>
              <a:prstDash val="solid"/>
              <a:round/>
            </a:ln>
          </p:spPr>
          <p:txBody>
            <a:bodyPr/>
            <a:lstStyle/>
            <a:p>
              <a:endParaRPr lang="en-US"/>
            </a:p>
          </p:txBody>
        </p:sp>
        <p:sp>
          <p:nvSpPr>
            <p:cNvPr id="52" name="Freeform: Shape 51">
              <a:extLst>
                <a:ext uri="{FF2B5EF4-FFF2-40B4-BE49-F238E27FC236}">
                  <a16:creationId xmlns:a16="http://schemas.microsoft.com/office/drawing/2014/main" id="{60EB0604-09B5-E03E-8985-D2C6396140C6}"/>
                </a:ext>
              </a:extLst>
            </p:cNvPr>
            <p:cNvSpPr/>
            <p:nvPr/>
          </p:nvSpPr>
          <p:spPr>
            <a:xfrm flipV="1">
              <a:off x="5130067" y="1106027"/>
              <a:ext cx="12700" cy="12700"/>
            </a:xfrm>
            <a:custGeom>
              <a:avLst/>
              <a:gdLst/>
              <a:ahLst/>
              <a:cxnLst/>
              <a:rect l="l" t="t" r="r" b="b"/>
              <a:pathLst>
                <a:path w="12700" h="12700"/>
              </a:pathLst>
            </a:custGeom>
            <a:solidFill>
              <a:srgbClr val="262626"/>
            </a:solidFill>
            <a:ln w="30" cap="flat">
              <a:noFill/>
              <a:prstDash val="solid"/>
              <a:round/>
            </a:ln>
          </p:spPr>
          <p:txBody>
            <a:bodyPr/>
            <a:lstStyle/>
            <a:p>
              <a:endParaRPr lang="en-US"/>
            </a:p>
          </p:txBody>
        </p:sp>
        <p:sp>
          <p:nvSpPr>
            <p:cNvPr id="53" name="Freeform: Shape 52">
              <a:extLst>
                <a:ext uri="{FF2B5EF4-FFF2-40B4-BE49-F238E27FC236}">
                  <a16:creationId xmlns:a16="http://schemas.microsoft.com/office/drawing/2014/main" id="{7312E70B-E721-A3A9-A571-1BA64BA2BC18}"/>
                </a:ext>
              </a:extLst>
            </p:cNvPr>
            <p:cNvSpPr/>
            <p:nvPr/>
          </p:nvSpPr>
          <p:spPr>
            <a:xfrm flipV="1">
              <a:off x="5209783" y="996787"/>
              <a:ext cx="155752" cy="109240"/>
            </a:xfrm>
            <a:custGeom>
              <a:avLst/>
              <a:gdLst>
                <a:gd name="csX0" fmla="*/ 80829 w 155752"/>
                <a:gd name="csY0" fmla="*/ 84430 h 109240"/>
                <a:gd name="csX1" fmla="*/ 96557 w 155752"/>
                <a:gd name="csY1" fmla="*/ 101864 h 109240"/>
                <a:gd name="csX2" fmla="*/ 118075 w 155752"/>
                <a:gd name="csY2" fmla="*/ 107473 h 109240"/>
                <a:gd name="csX3" fmla="*/ 143801 w 155752"/>
                <a:gd name="csY3" fmla="*/ 95799 h 109240"/>
                <a:gd name="csX4" fmla="*/ 152853 w 155752"/>
                <a:gd name="csY4" fmla="*/ 62637 h 109240"/>
                <a:gd name="csX5" fmla="*/ 152853 w 155752"/>
                <a:gd name="csY5" fmla="*/ -1768 h 109240"/>
                <a:gd name="csX6" fmla="*/ 135236 w 155752"/>
                <a:gd name="csY6" fmla="*/ -1768 h 109240"/>
                <a:gd name="csX7" fmla="*/ 135236 w 155752"/>
                <a:gd name="csY7" fmla="*/ 62057 h 109240"/>
                <a:gd name="csX8" fmla="*/ 129780 w 155752"/>
                <a:gd name="csY8" fmla="*/ 84795 h 109240"/>
                <a:gd name="csX9" fmla="*/ 113229 w 155752"/>
                <a:gd name="csY9" fmla="*/ 92233 h 109240"/>
                <a:gd name="csX10" fmla="*/ 91680 w 155752"/>
                <a:gd name="csY10" fmla="*/ 83180 h 109240"/>
                <a:gd name="csX11" fmla="*/ 83785 w 155752"/>
                <a:gd name="csY11" fmla="*/ 58522 h 109240"/>
                <a:gd name="csX12" fmla="*/ 83785 w 155752"/>
                <a:gd name="csY12" fmla="*/ -1768 h 109240"/>
                <a:gd name="csX13" fmla="*/ 66168 w 155752"/>
                <a:gd name="csY13" fmla="*/ -1768 h 109240"/>
                <a:gd name="csX14" fmla="*/ 66168 w 155752"/>
                <a:gd name="csY14" fmla="*/ 62057 h 109240"/>
                <a:gd name="csX15" fmla="*/ 60743 w 155752"/>
                <a:gd name="csY15" fmla="*/ 84856 h 109240"/>
                <a:gd name="csX16" fmla="*/ 43979 w 155752"/>
                <a:gd name="csY16" fmla="*/ 92233 h 109240"/>
                <a:gd name="csX17" fmla="*/ 22612 w 155752"/>
                <a:gd name="csY17" fmla="*/ 83150 h 109240"/>
                <a:gd name="csX18" fmla="*/ 14718 w 155752"/>
                <a:gd name="csY18" fmla="*/ 58522 h 109240"/>
                <a:gd name="csX19" fmla="*/ 14718 w 155752"/>
                <a:gd name="csY19" fmla="*/ -1768 h 109240"/>
                <a:gd name="csX20" fmla="*/ -2900 w 155752"/>
                <a:gd name="csY20" fmla="*/ -1768 h 109240"/>
                <a:gd name="csX21" fmla="*/ -2900 w 155752"/>
                <a:gd name="csY21" fmla="*/ 104912 h 109240"/>
                <a:gd name="csX22" fmla="*/ 14718 w 155752"/>
                <a:gd name="csY22" fmla="*/ 104912 h 109240"/>
                <a:gd name="csX23" fmla="*/ 14718 w 155752"/>
                <a:gd name="csY23" fmla="*/ 88331 h 109240"/>
                <a:gd name="csX24" fmla="*/ 29104 w 155752"/>
                <a:gd name="csY24" fmla="*/ 102809 h 109240"/>
                <a:gd name="csX25" fmla="*/ 49008 w 155752"/>
                <a:gd name="csY25" fmla="*/ 107473 h 109240"/>
                <a:gd name="csX26" fmla="*/ 68789 w 155752"/>
                <a:gd name="csY26" fmla="*/ 101559 h 109240"/>
                <a:gd name="csX27" fmla="*/ 80829 w 155752"/>
                <a:gd name="csY27" fmla="*/ 84430 h 1092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55752" h="109240">
                  <a:moveTo>
                    <a:pt x="80829" y="84430"/>
                  </a:moveTo>
                  <a:cubicBezTo>
                    <a:pt x="85218" y="92314"/>
                    <a:pt x="90461" y="98125"/>
                    <a:pt x="96557" y="101864"/>
                  </a:cubicBezTo>
                  <a:cubicBezTo>
                    <a:pt x="102653" y="105603"/>
                    <a:pt x="109826" y="107473"/>
                    <a:pt x="118075" y="107473"/>
                  </a:cubicBezTo>
                  <a:cubicBezTo>
                    <a:pt x="129191" y="107473"/>
                    <a:pt x="137766" y="103581"/>
                    <a:pt x="143801" y="95799"/>
                  </a:cubicBezTo>
                  <a:cubicBezTo>
                    <a:pt x="149836" y="88037"/>
                    <a:pt x="152853" y="76982"/>
                    <a:pt x="152853" y="62637"/>
                  </a:cubicBezTo>
                  <a:lnTo>
                    <a:pt x="152853" y="-1768"/>
                  </a:lnTo>
                  <a:lnTo>
                    <a:pt x="135236" y="-1768"/>
                  </a:lnTo>
                  <a:lnTo>
                    <a:pt x="135236" y="62057"/>
                  </a:lnTo>
                  <a:cubicBezTo>
                    <a:pt x="135236" y="72278"/>
                    <a:pt x="133417" y="79858"/>
                    <a:pt x="129780" y="84795"/>
                  </a:cubicBezTo>
                  <a:cubicBezTo>
                    <a:pt x="126163" y="89754"/>
                    <a:pt x="120646" y="92233"/>
                    <a:pt x="113229" y="92233"/>
                  </a:cubicBezTo>
                  <a:cubicBezTo>
                    <a:pt x="104146" y="92233"/>
                    <a:pt x="96963" y="89215"/>
                    <a:pt x="91680" y="83180"/>
                  </a:cubicBezTo>
                  <a:cubicBezTo>
                    <a:pt x="86417" y="77165"/>
                    <a:pt x="83785" y="68946"/>
                    <a:pt x="83785" y="58522"/>
                  </a:cubicBezTo>
                  <a:lnTo>
                    <a:pt x="83785" y="-1768"/>
                  </a:lnTo>
                  <a:lnTo>
                    <a:pt x="66168" y="-1768"/>
                  </a:lnTo>
                  <a:lnTo>
                    <a:pt x="66168" y="62057"/>
                  </a:lnTo>
                  <a:cubicBezTo>
                    <a:pt x="66168" y="72339"/>
                    <a:pt x="64360" y="79939"/>
                    <a:pt x="60743" y="84856"/>
                  </a:cubicBezTo>
                  <a:cubicBezTo>
                    <a:pt x="57126" y="89774"/>
                    <a:pt x="51538" y="92233"/>
                    <a:pt x="43979" y="92233"/>
                  </a:cubicBezTo>
                  <a:cubicBezTo>
                    <a:pt x="35017" y="92233"/>
                    <a:pt x="27895" y="89205"/>
                    <a:pt x="22612" y="83150"/>
                  </a:cubicBezTo>
                  <a:cubicBezTo>
                    <a:pt x="17349" y="77094"/>
                    <a:pt x="14718" y="68885"/>
                    <a:pt x="14718" y="58522"/>
                  </a:cubicBezTo>
                  <a:lnTo>
                    <a:pt x="14718" y="-1768"/>
                  </a:lnTo>
                  <a:lnTo>
                    <a:pt x="-2900" y="-1768"/>
                  </a:lnTo>
                  <a:lnTo>
                    <a:pt x="-2900" y="104912"/>
                  </a:lnTo>
                  <a:lnTo>
                    <a:pt x="14718" y="104912"/>
                  </a:lnTo>
                  <a:lnTo>
                    <a:pt x="14718" y="88331"/>
                  </a:lnTo>
                  <a:cubicBezTo>
                    <a:pt x="18721" y="94874"/>
                    <a:pt x="23516" y="99700"/>
                    <a:pt x="29104" y="102809"/>
                  </a:cubicBezTo>
                  <a:cubicBezTo>
                    <a:pt x="34692" y="105918"/>
                    <a:pt x="41327" y="107473"/>
                    <a:pt x="49008" y="107473"/>
                  </a:cubicBezTo>
                  <a:cubicBezTo>
                    <a:pt x="56770" y="107473"/>
                    <a:pt x="63364" y="105502"/>
                    <a:pt x="68789" y="101559"/>
                  </a:cubicBezTo>
                  <a:cubicBezTo>
                    <a:pt x="74215" y="97638"/>
                    <a:pt x="78228" y="91928"/>
                    <a:pt x="80829" y="84430"/>
                  </a:cubicBezTo>
                  <a:close/>
                </a:path>
              </a:pathLst>
            </a:custGeom>
            <a:solidFill>
              <a:srgbClr val="262626"/>
            </a:solidFill>
            <a:ln w="30" cap="flat">
              <a:noFill/>
              <a:prstDash val="solid"/>
              <a:round/>
            </a:ln>
          </p:spPr>
          <p:txBody>
            <a:bodyPr/>
            <a:lstStyle/>
            <a:p>
              <a:endParaRPr lang="en-US"/>
            </a:p>
          </p:txBody>
        </p:sp>
        <p:sp>
          <p:nvSpPr>
            <p:cNvPr id="54" name="Freeform: Shape 53">
              <a:extLst>
                <a:ext uri="{FF2B5EF4-FFF2-40B4-BE49-F238E27FC236}">
                  <a16:creationId xmlns:a16="http://schemas.microsoft.com/office/drawing/2014/main" id="{C621B21D-067F-D2A9-239B-316B4F52B529}"/>
                </a:ext>
              </a:extLst>
            </p:cNvPr>
            <p:cNvSpPr/>
            <p:nvPr/>
          </p:nvSpPr>
          <p:spPr>
            <a:xfrm flipV="1">
              <a:off x="5392858" y="996787"/>
              <a:ext cx="97932" cy="112014"/>
            </a:xfrm>
            <a:custGeom>
              <a:avLst/>
              <a:gdLst>
                <a:gd name="csX0" fmla="*/ 47240 w 97932"/>
                <a:gd name="csY0" fmla="*/ 95448 h 112014"/>
                <a:gd name="csX1" fmla="*/ 24959 w 97932"/>
                <a:gd name="csY1" fmla="*/ 84445 h 112014"/>
                <a:gd name="csX2" fmla="*/ 16760 w 97932"/>
                <a:gd name="csY2" fmla="*/ 54300 h 112014"/>
                <a:gd name="csX3" fmla="*/ 24898 w 97932"/>
                <a:gd name="csY3" fmla="*/ 24155 h 112014"/>
                <a:gd name="csX4" fmla="*/ 47240 w 97932"/>
                <a:gd name="csY4" fmla="*/ 13152 h 112014"/>
                <a:gd name="csX5" fmla="*/ 69429 w 97932"/>
                <a:gd name="csY5" fmla="*/ 24186 h 112014"/>
                <a:gd name="csX6" fmla="*/ 77628 w 97932"/>
                <a:gd name="csY6" fmla="*/ 54300 h 112014"/>
                <a:gd name="csX7" fmla="*/ 69429 w 97932"/>
                <a:gd name="csY7" fmla="*/ 84353 h 112014"/>
                <a:gd name="csX8" fmla="*/ 47240 w 97932"/>
                <a:gd name="csY8" fmla="*/ 95448 h 112014"/>
                <a:gd name="csX9" fmla="*/ 47240 w 97932"/>
                <a:gd name="csY9" fmla="*/ 110292 h 112014"/>
                <a:gd name="csX10" fmla="*/ 83145 w 97932"/>
                <a:gd name="csY10" fmla="*/ 95418 h 112014"/>
                <a:gd name="csX11" fmla="*/ 96221 w 97932"/>
                <a:gd name="csY11" fmla="*/ 54300 h 112014"/>
                <a:gd name="csX12" fmla="*/ 83145 w 97932"/>
                <a:gd name="csY12" fmla="*/ 13183 h 112014"/>
                <a:gd name="csX13" fmla="*/ 47240 w 97932"/>
                <a:gd name="csY13" fmla="*/ -1722 h 112014"/>
                <a:gd name="csX14" fmla="*/ 11273 w 97932"/>
                <a:gd name="csY14" fmla="*/ 13183 h 112014"/>
                <a:gd name="csX15" fmla="*/ -1711 w 97932"/>
                <a:gd name="csY15" fmla="*/ 54300 h 112014"/>
                <a:gd name="csX16" fmla="*/ 11273 w 97932"/>
                <a:gd name="csY16" fmla="*/ 95418 h 112014"/>
                <a:gd name="csX17" fmla="*/ 47240 w 97932"/>
                <a:gd name="csY17" fmla="*/ 110292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97932" h="112014">
                  <a:moveTo>
                    <a:pt x="47240" y="95448"/>
                  </a:moveTo>
                  <a:cubicBezTo>
                    <a:pt x="37852" y="95448"/>
                    <a:pt x="30425" y="91780"/>
                    <a:pt x="24959" y="84445"/>
                  </a:cubicBezTo>
                  <a:cubicBezTo>
                    <a:pt x="19493" y="77109"/>
                    <a:pt x="16760" y="67061"/>
                    <a:pt x="16760" y="54300"/>
                  </a:cubicBezTo>
                  <a:cubicBezTo>
                    <a:pt x="16760" y="41539"/>
                    <a:pt x="19473" y="31491"/>
                    <a:pt x="24898" y="24155"/>
                  </a:cubicBezTo>
                  <a:cubicBezTo>
                    <a:pt x="30344" y="16820"/>
                    <a:pt x="37791" y="13152"/>
                    <a:pt x="47240" y="13152"/>
                  </a:cubicBezTo>
                  <a:cubicBezTo>
                    <a:pt x="56587" y="13152"/>
                    <a:pt x="63984" y="16830"/>
                    <a:pt x="69429" y="24186"/>
                  </a:cubicBezTo>
                  <a:cubicBezTo>
                    <a:pt x="74895" y="31562"/>
                    <a:pt x="77628" y="41600"/>
                    <a:pt x="77628" y="54300"/>
                  </a:cubicBezTo>
                  <a:cubicBezTo>
                    <a:pt x="77628" y="66939"/>
                    <a:pt x="74895" y="76957"/>
                    <a:pt x="69429" y="84353"/>
                  </a:cubicBezTo>
                  <a:cubicBezTo>
                    <a:pt x="63984" y="91750"/>
                    <a:pt x="56587" y="95448"/>
                    <a:pt x="47240" y="95448"/>
                  </a:cubicBezTo>
                  <a:close/>
                  <a:moveTo>
                    <a:pt x="47240" y="110292"/>
                  </a:moveTo>
                  <a:cubicBezTo>
                    <a:pt x="62480" y="110292"/>
                    <a:pt x="74448" y="105334"/>
                    <a:pt x="83145" y="95418"/>
                  </a:cubicBezTo>
                  <a:cubicBezTo>
                    <a:pt x="91863" y="85522"/>
                    <a:pt x="96221" y="71816"/>
                    <a:pt x="96221" y="54300"/>
                  </a:cubicBezTo>
                  <a:cubicBezTo>
                    <a:pt x="96221" y="36845"/>
                    <a:pt x="91863" y="23139"/>
                    <a:pt x="83145" y="13183"/>
                  </a:cubicBezTo>
                  <a:cubicBezTo>
                    <a:pt x="74448" y="3246"/>
                    <a:pt x="62480" y="-1722"/>
                    <a:pt x="47240" y="-1722"/>
                  </a:cubicBezTo>
                  <a:cubicBezTo>
                    <a:pt x="31939" y="-1722"/>
                    <a:pt x="19950" y="3246"/>
                    <a:pt x="11273" y="13183"/>
                  </a:cubicBezTo>
                  <a:cubicBezTo>
                    <a:pt x="2617" y="23139"/>
                    <a:pt x="-1711" y="36845"/>
                    <a:pt x="-1711" y="54300"/>
                  </a:cubicBezTo>
                  <a:cubicBezTo>
                    <a:pt x="-1711" y="71816"/>
                    <a:pt x="2617" y="85522"/>
                    <a:pt x="11273" y="95418"/>
                  </a:cubicBezTo>
                  <a:cubicBezTo>
                    <a:pt x="19950" y="105334"/>
                    <a:pt x="31939" y="110292"/>
                    <a:pt x="47240" y="110292"/>
                  </a:cubicBezTo>
                  <a:close/>
                </a:path>
              </a:pathLst>
            </a:custGeom>
            <a:solidFill>
              <a:srgbClr val="262626"/>
            </a:solidFill>
            <a:ln w="30" cap="flat">
              <a:noFill/>
              <a:prstDash val="solid"/>
              <a:round/>
            </a:ln>
          </p:spPr>
          <p:txBody>
            <a:bodyPr/>
            <a:lstStyle/>
            <a:p>
              <a:endParaRPr lang="en-US"/>
            </a:p>
          </p:txBody>
        </p:sp>
        <p:sp>
          <p:nvSpPr>
            <p:cNvPr id="55" name="Freeform: Shape 54">
              <a:extLst>
                <a:ext uri="{FF2B5EF4-FFF2-40B4-BE49-F238E27FC236}">
                  <a16:creationId xmlns:a16="http://schemas.microsoft.com/office/drawing/2014/main" id="{C4F223CC-7F90-B922-2E84-E4BCF769072F}"/>
                </a:ext>
              </a:extLst>
            </p:cNvPr>
            <p:cNvSpPr/>
            <p:nvPr/>
          </p:nvSpPr>
          <p:spPr>
            <a:xfrm flipV="1">
              <a:off x="5518028" y="996787"/>
              <a:ext cx="89336" cy="112014"/>
            </a:xfrm>
            <a:custGeom>
              <a:avLst/>
              <a:gdLst>
                <a:gd name="csX0" fmla="*/ -1751 w 89336"/>
                <a:gd name="csY0" fmla="*/ 43144 h 112014"/>
                <a:gd name="csX1" fmla="*/ -1751 w 89336"/>
                <a:gd name="csY1" fmla="*/ 107732 h 112014"/>
                <a:gd name="csX2" fmla="*/ 15775 w 89336"/>
                <a:gd name="csY2" fmla="*/ 107732 h 112014"/>
                <a:gd name="csX3" fmla="*/ 15775 w 89336"/>
                <a:gd name="csY3" fmla="*/ 43815 h 112014"/>
                <a:gd name="csX4" fmla="*/ 21657 w 89336"/>
                <a:gd name="csY4" fmla="*/ 21077 h 112014"/>
                <a:gd name="csX5" fmla="*/ 39397 w 89336"/>
                <a:gd name="csY5" fmla="*/ 13518 h 112014"/>
                <a:gd name="csX6" fmla="*/ 61799 w 89336"/>
                <a:gd name="csY6" fmla="*/ 22570 h 112014"/>
                <a:gd name="csX7" fmla="*/ 70059 w 89336"/>
                <a:gd name="csY7" fmla="*/ 47259 h 112014"/>
                <a:gd name="csX8" fmla="*/ 70059 w 89336"/>
                <a:gd name="csY8" fmla="*/ 107732 h 112014"/>
                <a:gd name="csX9" fmla="*/ 87585 w 89336"/>
                <a:gd name="csY9" fmla="*/ 107732 h 112014"/>
                <a:gd name="csX10" fmla="*/ 87585 w 89336"/>
                <a:gd name="csY10" fmla="*/ 1052 h 112014"/>
                <a:gd name="csX11" fmla="*/ 70059 w 89336"/>
                <a:gd name="csY11" fmla="*/ 1052 h 112014"/>
                <a:gd name="csX12" fmla="*/ 70059 w 89336"/>
                <a:gd name="csY12" fmla="*/ 17450 h 112014"/>
                <a:gd name="csX13" fmla="*/ 55246 w 89336"/>
                <a:gd name="csY13" fmla="*/ 3002 h 112014"/>
                <a:gd name="csX14" fmla="*/ 35678 w 89336"/>
                <a:gd name="csY14" fmla="*/ -1722 h 112014"/>
                <a:gd name="csX15" fmla="*/ 7758 w 89336"/>
                <a:gd name="csY15" fmla="*/ 9708 h 112014"/>
                <a:gd name="csX16" fmla="*/ -1751 w 89336"/>
                <a:gd name="csY16" fmla="*/ 43144 h 112014"/>
                <a:gd name="csX17" fmla="*/ 42353 w 89336"/>
                <a:gd name="csY17" fmla="*/ 110292 h 112014"/>
                <a:gd name="csX18" fmla="*/ 42353 w 89336"/>
                <a:gd name="csY18" fmla="*/ 110292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89336" h="112014">
                  <a:moveTo>
                    <a:pt x="-1751" y="43144"/>
                  </a:moveTo>
                  <a:lnTo>
                    <a:pt x="-1751" y="107732"/>
                  </a:lnTo>
                  <a:lnTo>
                    <a:pt x="15775" y="107732"/>
                  </a:lnTo>
                  <a:lnTo>
                    <a:pt x="15775" y="43815"/>
                  </a:lnTo>
                  <a:cubicBezTo>
                    <a:pt x="15775" y="33716"/>
                    <a:pt x="17735" y="26137"/>
                    <a:pt x="21657" y="21077"/>
                  </a:cubicBezTo>
                  <a:cubicBezTo>
                    <a:pt x="25599" y="16038"/>
                    <a:pt x="31512" y="13518"/>
                    <a:pt x="39397" y="13518"/>
                  </a:cubicBezTo>
                  <a:cubicBezTo>
                    <a:pt x="48845" y="13518"/>
                    <a:pt x="56313" y="16535"/>
                    <a:pt x="61799" y="22570"/>
                  </a:cubicBezTo>
                  <a:cubicBezTo>
                    <a:pt x="67306" y="28605"/>
                    <a:pt x="70059" y="36835"/>
                    <a:pt x="70059" y="47259"/>
                  </a:cubicBezTo>
                  <a:lnTo>
                    <a:pt x="70059" y="107732"/>
                  </a:lnTo>
                  <a:lnTo>
                    <a:pt x="87585" y="107732"/>
                  </a:lnTo>
                  <a:lnTo>
                    <a:pt x="87585" y="1052"/>
                  </a:lnTo>
                  <a:lnTo>
                    <a:pt x="70059" y="1052"/>
                  </a:lnTo>
                  <a:lnTo>
                    <a:pt x="70059" y="17450"/>
                  </a:lnTo>
                  <a:cubicBezTo>
                    <a:pt x="65813" y="10968"/>
                    <a:pt x="60875" y="6152"/>
                    <a:pt x="55246" y="3002"/>
                  </a:cubicBezTo>
                  <a:cubicBezTo>
                    <a:pt x="49638" y="-147"/>
                    <a:pt x="43115" y="-1722"/>
                    <a:pt x="35678" y="-1722"/>
                  </a:cubicBezTo>
                  <a:cubicBezTo>
                    <a:pt x="23425" y="-1722"/>
                    <a:pt x="14118" y="2088"/>
                    <a:pt x="7758" y="9708"/>
                  </a:cubicBezTo>
                  <a:cubicBezTo>
                    <a:pt x="1418" y="17328"/>
                    <a:pt x="-1751" y="28473"/>
                    <a:pt x="-1751" y="43144"/>
                  </a:cubicBezTo>
                  <a:close/>
                  <a:moveTo>
                    <a:pt x="42353" y="110292"/>
                  </a:moveTo>
                  <a:lnTo>
                    <a:pt x="42353" y="110292"/>
                  </a:lnTo>
                  <a:close/>
                </a:path>
              </a:pathLst>
            </a:custGeom>
            <a:solidFill>
              <a:srgbClr val="262626"/>
            </a:solidFill>
            <a:ln w="30" cap="flat">
              <a:noFill/>
              <a:prstDash val="solid"/>
              <a:round/>
            </a:ln>
          </p:spPr>
          <p:txBody>
            <a:bodyPr/>
            <a:lstStyle/>
            <a:p>
              <a:endParaRPr lang="en-US"/>
            </a:p>
          </p:txBody>
        </p:sp>
        <p:sp>
          <p:nvSpPr>
            <p:cNvPr id="56" name="Freeform: Shape 55">
              <a:extLst>
                <a:ext uri="{FF2B5EF4-FFF2-40B4-BE49-F238E27FC236}">
                  <a16:creationId xmlns:a16="http://schemas.microsoft.com/office/drawing/2014/main" id="{981D1027-75AD-924F-B6D0-F895F928FB5F}"/>
                </a:ext>
              </a:extLst>
            </p:cNvPr>
            <p:cNvSpPr/>
            <p:nvPr/>
          </p:nvSpPr>
          <p:spPr>
            <a:xfrm flipV="1">
              <a:off x="5635658" y="996787"/>
              <a:ext cx="81534" cy="112014"/>
            </a:xfrm>
            <a:custGeom>
              <a:avLst/>
              <a:gdLst>
                <a:gd name="csX0" fmla="*/ 74386 w 81534"/>
                <a:gd name="csY0" fmla="*/ 104592 h 112014"/>
                <a:gd name="csX1" fmla="*/ 74386 w 81534"/>
                <a:gd name="csY1" fmla="*/ 88011 h 112014"/>
                <a:gd name="csX2" fmla="*/ 58963 w 81534"/>
                <a:gd name="csY2" fmla="*/ 93711 h 112014"/>
                <a:gd name="csX3" fmla="*/ 42382 w 81534"/>
                <a:gd name="csY3" fmla="*/ 95631 h 112014"/>
                <a:gd name="csX4" fmla="*/ 22814 w 81534"/>
                <a:gd name="csY4" fmla="*/ 91638 h 112014"/>
                <a:gd name="csX5" fmla="*/ 16291 w 81534"/>
                <a:gd name="csY5" fmla="*/ 79629 h 112014"/>
                <a:gd name="csX6" fmla="*/ 20955 w 81534"/>
                <a:gd name="csY6" fmla="*/ 70058 h 112014"/>
                <a:gd name="csX7" fmla="*/ 39730 w 81534"/>
                <a:gd name="csY7" fmla="*/ 63444 h 112014"/>
                <a:gd name="csX8" fmla="*/ 45735 w 81534"/>
                <a:gd name="csY8" fmla="*/ 62103 h 112014"/>
                <a:gd name="csX9" fmla="*/ 72253 w 81534"/>
                <a:gd name="csY9" fmla="*/ 50825 h 112014"/>
                <a:gd name="csX10" fmla="*/ 80116 w 81534"/>
                <a:gd name="csY10" fmla="*/ 30495 h 112014"/>
                <a:gd name="csX11" fmla="*/ 68351 w 81534"/>
                <a:gd name="csY11" fmla="*/ 6934 h 112014"/>
                <a:gd name="csX12" fmla="*/ 36012 w 81534"/>
                <a:gd name="csY12" fmla="*/ -1722 h 112014"/>
                <a:gd name="csX13" fmla="*/ 18151 w 81534"/>
                <a:gd name="csY13" fmla="*/ -46 h 112014"/>
                <a:gd name="csX14" fmla="*/ -1418 w 81534"/>
                <a:gd name="csY14" fmla="*/ 4953 h 112014"/>
                <a:gd name="csX15" fmla="*/ -1418 w 81534"/>
                <a:gd name="csY15" fmla="*/ 23058 h 112014"/>
                <a:gd name="csX16" fmla="*/ 17724 w 81534"/>
                <a:gd name="csY16" fmla="*/ 15469 h 112014"/>
                <a:gd name="csX17" fmla="*/ 36408 w 81534"/>
                <a:gd name="csY17" fmla="*/ 12969 h 112014"/>
                <a:gd name="csX18" fmla="*/ 55428 w 81534"/>
                <a:gd name="csY18" fmla="*/ 17206 h 112014"/>
                <a:gd name="csX19" fmla="*/ 62103 w 81534"/>
                <a:gd name="csY19" fmla="*/ 29154 h 112014"/>
                <a:gd name="csX20" fmla="*/ 57287 w 81534"/>
                <a:gd name="csY20" fmla="*/ 40096 h 112014"/>
                <a:gd name="csX21" fmla="*/ 36195 w 81534"/>
                <a:gd name="csY21" fmla="*/ 47442 h 112014"/>
                <a:gd name="csX22" fmla="*/ 30099 w 81534"/>
                <a:gd name="csY22" fmla="*/ 48875 h 112014"/>
                <a:gd name="csX23" fmla="*/ 6568 w 81534"/>
                <a:gd name="csY23" fmla="*/ 59390 h 112014"/>
                <a:gd name="csX24" fmla="*/ -656 w 81534"/>
                <a:gd name="csY24" fmla="*/ 78867 h 112014"/>
                <a:gd name="csX25" fmla="*/ 10012 w 81534"/>
                <a:gd name="csY25" fmla="*/ 102093 h 112014"/>
                <a:gd name="csX26" fmla="*/ 40310 w 81534"/>
                <a:gd name="csY26" fmla="*/ 110292 h 112014"/>
                <a:gd name="csX27" fmla="*/ 58567 w 81534"/>
                <a:gd name="csY27" fmla="*/ 108859 h 112014"/>
                <a:gd name="csX28" fmla="*/ 74386 w 81534"/>
                <a:gd name="csY28" fmla="*/ 104592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81534" h="112014">
                  <a:moveTo>
                    <a:pt x="74386" y="104592"/>
                  </a:moveTo>
                  <a:lnTo>
                    <a:pt x="74386" y="88011"/>
                  </a:lnTo>
                  <a:cubicBezTo>
                    <a:pt x="69448" y="90551"/>
                    <a:pt x="64308" y="92451"/>
                    <a:pt x="58963" y="93711"/>
                  </a:cubicBezTo>
                  <a:cubicBezTo>
                    <a:pt x="53640" y="94991"/>
                    <a:pt x="48112" y="95631"/>
                    <a:pt x="42382" y="95631"/>
                  </a:cubicBezTo>
                  <a:cubicBezTo>
                    <a:pt x="33685" y="95631"/>
                    <a:pt x="27163" y="94300"/>
                    <a:pt x="22814" y="91638"/>
                  </a:cubicBezTo>
                  <a:cubicBezTo>
                    <a:pt x="18466" y="88976"/>
                    <a:pt x="16291" y="84973"/>
                    <a:pt x="16291" y="79629"/>
                  </a:cubicBezTo>
                  <a:cubicBezTo>
                    <a:pt x="16291" y="75565"/>
                    <a:pt x="17846" y="72375"/>
                    <a:pt x="20955" y="70058"/>
                  </a:cubicBezTo>
                  <a:cubicBezTo>
                    <a:pt x="24064" y="67742"/>
                    <a:pt x="30322" y="65537"/>
                    <a:pt x="39730" y="63444"/>
                  </a:cubicBezTo>
                  <a:lnTo>
                    <a:pt x="45735" y="62103"/>
                  </a:lnTo>
                  <a:cubicBezTo>
                    <a:pt x="58171" y="59441"/>
                    <a:pt x="67010" y="55682"/>
                    <a:pt x="72253" y="50825"/>
                  </a:cubicBezTo>
                  <a:cubicBezTo>
                    <a:pt x="77495" y="45969"/>
                    <a:pt x="80116" y="39192"/>
                    <a:pt x="80116" y="30495"/>
                  </a:cubicBezTo>
                  <a:cubicBezTo>
                    <a:pt x="80116" y="20579"/>
                    <a:pt x="76195" y="12725"/>
                    <a:pt x="68351" y="6934"/>
                  </a:cubicBezTo>
                  <a:cubicBezTo>
                    <a:pt x="60508" y="1163"/>
                    <a:pt x="49728" y="-1722"/>
                    <a:pt x="36012" y="-1722"/>
                  </a:cubicBezTo>
                  <a:cubicBezTo>
                    <a:pt x="30302" y="-1722"/>
                    <a:pt x="24348" y="-1163"/>
                    <a:pt x="18151" y="-46"/>
                  </a:cubicBezTo>
                  <a:cubicBezTo>
                    <a:pt x="11953" y="1072"/>
                    <a:pt x="5430" y="2738"/>
                    <a:pt x="-1418" y="4953"/>
                  </a:cubicBezTo>
                  <a:lnTo>
                    <a:pt x="-1418" y="23058"/>
                  </a:lnTo>
                  <a:cubicBezTo>
                    <a:pt x="5065" y="19685"/>
                    <a:pt x="11445" y="17155"/>
                    <a:pt x="17724" y="15469"/>
                  </a:cubicBezTo>
                  <a:cubicBezTo>
                    <a:pt x="24003" y="13802"/>
                    <a:pt x="30231" y="12969"/>
                    <a:pt x="36408" y="12969"/>
                  </a:cubicBezTo>
                  <a:cubicBezTo>
                    <a:pt x="44658" y="12969"/>
                    <a:pt x="50998" y="14381"/>
                    <a:pt x="55428" y="17206"/>
                  </a:cubicBezTo>
                  <a:cubicBezTo>
                    <a:pt x="59878" y="20030"/>
                    <a:pt x="62103" y="24013"/>
                    <a:pt x="62103" y="29154"/>
                  </a:cubicBezTo>
                  <a:cubicBezTo>
                    <a:pt x="62103" y="33909"/>
                    <a:pt x="60498" y="37556"/>
                    <a:pt x="57287" y="40096"/>
                  </a:cubicBezTo>
                  <a:cubicBezTo>
                    <a:pt x="54097" y="42636"/>
                    <a:pt x="47066" y="45085"/>
                    <a:pt x="36195" y="47442"/>
                  </a:cubicBezTo>
                  <a:lnTo>
                    <a:pt x="30099" y="48875"/>
                  </a:lnTo>
                  <a:cubicBezTo>
                    <a:pt x="19248" y="51151"/>
                    <a:pt x="11404" y="54656"/>
                    <a:pt x="6568" y="59390"/>
                  </a:cubicBezTo>
                  <a:cubicBezTo>
                    <a:pt x="1752" y="64125"/>
                    <a:pt x="-656" y="70617"/>
                    <a:pt x="-656" y="78867"/>
                  </a:cubicBezTo>
                  <a:cubicBezTo>
                    <a:pt x="-656" y="88905"/>
                    <a:pt x="2900" y="96647"/>
                    <a:pt x="10012" y="102093"/>
                  </a:cubicBezTo>
                  <a:cubicBezTo>
                    <a:pt x="17124" y="107559"/>
                    <a:pt x="27224" y="110292"/>
                    <a:pt x="40310" y="110292"/>
                  </a:cubicBezTo>
                  <a:cubicBezTo>
                    <a:pt x="46771" y="110292"/>
                    <a:pt x="52857" y="109814"/>
                    <a:pt x="58567" y="108859"/>
                  </a:cubicBezTo>
                  <a:cubicBezTo>
                    <a:pt x="64297" y="107925"/>
                    <a:pt x="69570" y="106502"/>
                    <a:pt x="74386" y="104592"/>
                  </a:cubicBezTo>
                  <a:close/>
                </a:path>
              </a:pathLst>
            </a:custGeom>
            <a:solidFill>
              <a:srgbClr val="262626"/>
            </a:solidFill>
            <a:ln w="30" cap="flat">
              <a:noFill/>
              <a:prstDash val="solid"/>
              <a:round/>
            </a:ln>
          </p:spPr>
          <p:txBody>
            <a:bodyPr/>
            <a:lstStyle/>
            <a:p>
              <a:endParaRPr lang="en-US"/>
            </a:p>
          </p:txBody>
        </p:sp>
        <p:sp>
          <p:nvSpPr>
            <p:cNvPr id="57" name="Freeform: Shape 56">
              <a:extLst>
                <a:ext uri="{FF2B5EF4-FFF2-40B4-BE49-F238E27FC236}">
                  <a16:creationId xmlns:a16="http://schemas.microsoft.com/office/drawing/2014/main" id="{06F11E70-32D2-F3DE-9003-FAB786C2CDDC}"/>
                </a:ext>
              </a:extLst>
            </p:cNvPr>
            <p:cNvSpPr/>
            <p:nvPr/>
          </p:nvSpPr>
          <p:spPr>
            <a:xfrm flipV="1">
              <a:off x="5737472" y="996787"/>
              <a:ext cx="98877" cy="112014"/>
            </a:xfrm>
            <a:custGeom>
              <a:avLst/>
              <a:gdLst>
                <a:gd name="csX0" fmla="*/ 97178 w 98877"/>
                <a:gd name="csY0" fmla="*/ 58781 h 112014"/>
                <a:gd name="csX1" fmla="*/ 97178 w 98877"/>
                <a:gd name="csY1" fmla="*/ 50216 h 112014"/>
                <a:gd name="csX2" fmla="*/ 16589 w 98877"/>
                <a:gd name="csY2" fmla="*/ 50216 h 112014"/>
                <a:gd name="csX3" fmla="*/ 27501 w 98877"/>
                <a:gd name="csY3" fmla="*/ 22631 h 112014"/>
                <a:gd name="csX4" fmla="*/ 54689 w 98877"/>
                <a:gd name="csY4" fmla="*/ 13152 h 112014"/>
                <a:gd name="csX5" fmla="*/ 74257 w 98877"/>
                <a:gd name="csY5" fmla="*/ 15621 h 112014"/>
                <a:gd name="csX6" fmla="*/ 93093 w 98877"/>
                <a:gd name="csY6" fmla="*/ 23058 h 112014"/>
                <a:gd name="csX7" fmla="*/ 93093 w 98877"/>
                <a:gd name="csY7" fmla="*/ 6477 h 112014"/>
                <a:gd name="csX8" fmla="*/ 73739 w 98877"/>
                <a:gd name="csY8" fmla="*/ 381 h 112014"/>
                <a:gd name="csX9" fmla="*/ 53652 w 98877"/>
                <a:gd name="csY9" fmla="*/ -1722 h 112014"/>
                <a:gd name="csX10" fmla="*/ 13205 w 98877"/>
                <a:gd name="csY10" fmla="*/ 13122 h 112014"/>
                <a:gd name="csX11" fmla="*/ -1699 w 98877"/>
                <a:gd name="csY11" fmla="*/ 53355 h 112014"/>
                <a:gd name="csX12" fmla="*/ 12443 w 98877"/>
                <a:gd name="csY12" fmla="*/ 94900 h 112014"/>
                <a:gd name="csX13" fmla="*/ 50604 w 98877"/>
                <a:gd name="csY13" fmla="*/ 110292 h 112014"/>
                <a:gd name="csX14" fmla="*/ 84651 w 98877"/>
                <a:gd name="csY14" fmla="*/ 96424 h 112014"/>
                <a:gd name="csX15" fmla="*/ 97178 w 98877"/>
                <a:gd name="csY15" fmla="*/ 58781 h 112014"/>
                <a:gd name="csX16" fmla="*/ 79652 w 98877"/>
                <a:gd name="csY16" fmla="*/ 63932 h 112014"/>
                <a:gd name="csX17" fmla="*/ 71605 w 98877"/>
                <a:gd name="csY17" fmla="*/ 86853 h 112014"/>
                <a:gd name="csX18" fmla="*/ 50787 w 98877"/>
                <a:gd name="csY18" fmla="*/ 95448 h 112014"/>
                <a:gd name="csX19" fmla="*/ 27318 w 98877"/>
                <a:gd name="csY19" fmla="*/ 87158 h 112014"/>
                <a:gd name="csX20" fmla="*/ 17168 w 98877"/>
                <a:gd name="csY20" fmla="*/ 63810 h 112014"/>
                <a:gd name="csX21" fmla="*/ 79652 w 98877"/>
                <a:gd name="csY21" fmla="*/ 63932 h 1120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98877" h="112014">
                  <a:moveTo>
                    <a:pt x="97178" y="58781"/>
                  </a:moveTo>
                  <a:lnTo>
                    <a:pt x="97178" y="50216"/>
                  </a:lnTo>
                  <a:lnTo>
                    <a:pt x="16589" y="50216"/>
                  </a:lnTo>
                  <a:cubicBezTo>
                    <a:pt x="17361" y="38146"/>
                    <a:pt x="20998" y="28951"/>
                    <a:pt x="27501" y="22631"/>
                  </a:cubicBezTo>
                  <a:cubicBezTo>
                    <a:pt x="34003" y="16312"/>
                    <a:pt x="43066" y="13152"/>
                    <a:pt x="54689" y="13152"/>
                  </a:cubicBezTo>
                  <a:cubicBezTo>
                    <a:pt x="61415" y="13152"/>
                    <a:pt x="67937" y="13975"/>
                    <a:pt x="74257" y="15621"/>
                  </a:cubicBezTo>
                  <a:cubicBezTo>
                    <a:pt x="80576" y="17267"/>
                    <a:pt x="86855" y="19746"/>
                    <a:pt x="93093" y="23058"/>
                  </a:cubicBezTo>
                  <a:lnTo>
                    <a:pt x="93093" y="6477"/>
                  </a:lnTo>
                  <a:cubicBezTo>
                    <a:pt x="86794" y="3815"/>
                    <a:pt x="80343" y="1783"/>
                    <a:pt x="73739" y="381"/>
                  </a:cubicBezTo>
                  <a:cubicBezTo>
                    <a:pt x="67135" y="-1021"/>
                    <a:pt x="60439" y="-1722"/>
                    <a:pt x="53652" y="-1722"/>
                  </a:cubicBezTo>
                  <a:cubicBezTo>
                    <a:pt x="36624" y="-1722"/>
                    <a:pt x="23142" y="3226"/>
                    <a:pt x="13205" y="13122"/>
                  </a:cubicBezTo>
                  <a:cubicBezTo>
                    <a:pt x="3269" y="23038"/>
                    <a:pt x="-1699" y="36449"/>
                    <a:pt x="-1699" y="53355"/>
                  </a:cubicBezTo>
                  <a:cubicBezTo>
                    <a:pt x="-1699" y="70810"/>
                    <a:pt x="3015" y="84658"/>
                    <a:pt x="12443" y="94900"/>
                  </a:cubicBezTo>
                  <a:cubicBezTo>
                    <a:pt x="21872" y="105161"/>
                    <a:pt x="34592" y="110292"/>
                    <a:pt x="50604" y="110292"/>
                  </a:cubicBezTo>
                  <a:cubicBezTo>
                    <a:pt x="64950" y="110292"/>
                    <a:pt x="76299" y="105669"/>
                    <a:pt x="84651" y="96424"/>
                  </a:cubicBezTo>
                  <a:cubicBezTo>
                    <a:pt x="93002" y="87198"/>
                    <a:pt x="97178" y="74651"/>
                    <a:pt x="97178" y="58781"/>
                  </a:cubicBezTo>
                  <a:close/>
                  <a:moveTo>
                    <a:pt x="79652" y="63932"/>
                  </a:moveTo>
                  <a:cubicBezTo>
                    <a:pt x="79530" y="73503"/>
                    <a:pt x="76848" y="81143"/>
                    <a:pt x="71605" y="86853"/>
                  </a:cubicBezTo>
                  <a:cubicBezTo>
                    <a:pt x="66363" y="92583"/>
                    <a:pt x="59423" y="95448"/>
                    <a:pt x="50787" y="95448"/>
                  </a:cubicBezTo>
                  <a:cubicBezTo>
                    <a:pt x="41013" y="95448"/>
                    <a:pt x="33190" y="92685"/>
                    <a:pt x="27318" y="87158"/>
                  </a:cubicBezTo>
                  <a:cubicBezTo>
                    <a:pt x="21445" y="81631"/>
                    <a:pt x="18062" y="73848"/>
                    <a:pt x="17168" y="63810"/>
                  </a:cubicBezTo>
                  <a:lnTo>
                    <a:pt x="79652" y="63932"/>
                  </a:lnTo>
                  <a:close/>
                </a:path>
              </a:pathLst>
            </a:custGeom>
            <a:solidFill>
              <a:srgbClr val="262626"/>
            </a:solidFill>
            <a:ln w="30" cap="flat">
              <a:noFill/>
              <a:prstDash val="solid"/>
              <a:round/>
            </a:ln>
          </p:spPr>
          <p:txBody>
            <a:bodyPr/>
            <a:lstStyle/>
            <a:p>
              <a:endParaRPr lang="en-US"/>
            </a:p>
          </p:txBody>
        </p:sp>
        <p:sp>
          <p:nvSpPr>
            <p:cNvPr id="58" name="Freeform: Shape 57">
              <a:extLst>
                <a:ext uri="{FF2B5EF4-FFF2-40B4-BE49-F238E27FC236}">
                  <a16:creationId xmlns:a16="http://schemas.microsoft.com/office/drawing/2014/main" id="{9B192B5B-16D4-B1AD-3025-9C90D721F906}"/>
                </a:ext>
              </a:extLst>
            </p:cNvPr>
            <p:cNvSpPr/>
            <p:nvPr/>
          </p:nvSpPr>
          <p:spPr>
            <a:xfrm flipV="1">
              <a:off x="5846728" y="1106027"/>
              <a:ext cx="12700" cy="12700"/>
            </a:xfrm>
            <a:custGeom>
              <a:avLst/>
              <a:gdLst/>
              <a:ahLst/>
              <a:cxnLst/>
              <a:rect l="l" t="t" r="r" b="b"/>
              <a:pathLst>
                <a:path w="12700" h="12700"/>
              </a:pathLst>
            </a:custGeom>
            <a:solidFill>
              <a:srgbClr val="262626"/>
            </a:solidFill>
            <a:ln w="30" cap="flat">
              <a:noFill/>
              <a:prstDash val="solid"/>
              <a:round/>
            </a:ln>
          </p:spPr>
          <p:txBody>
            <a:bodyPr/>
            <a:lstStyle/>
            <a:p>
              <a:endParaRPr lang="en-US"/>
            </a:p>
          </p:txBody>
        </p:sp>
        <p:sp>
          <p:nvSpPr>
            <p:cNvPr id="59" name="Freeform: Shape 58">
              <a:extLst>
                <a:ext uri="{FF2B5EF4-FFF2-40B4-BE49-F238E27FC236}">
                  <a16:creationId xmlns:a16="http://schemas.microsoft.com/office/drawing/2014/main" id="{DA60A264-1594-E359-A069-CEA8E6AB7017}"/>
                </a:ext>
              </a:extLst>
            </p:cNvPr>
            <p:cNvSpPr/>
            <p:nvPr/>
          </p:nvSpPr>
          <p:spPr>
            <a:xfrm flipV="1">
              <a:off x="5923610" y="961247"/>
              <a:ext cx="93604" cy="147553"/>
            </a:xfrm>
            <a:custGeom>
              <a:avLst/>
              <a:gdLst>
                <a:gd name="csX0" fmla="*/ 62549 w 93604"/>
                <a:gd name="csY0" fmla="*/ 77155 h 147553"/>
                <a:gd name="csX1" fmla="*/ 84098 w 93604"/>
                <a:gd name="csY1" fmla="*/ 64841 h 147553"/>
                <a:gd name="csX2" fmla="*/ 91871 w 93604"/>
                <a:gd name="csY2" fmla="*/ 41798 h 147553"/>
                <a:gd name="csX3" fmla="*/ 77393 w 93604"/>
                <a:gd name="csY3" fmla="*/ 9215 h 147553"/>
                <a:gd name="csX4" fmla="*/ 36245 w 93604"/>
                <a:gd name="csY4" fmla="*/ -2307 h 147553"/>
                <a:gd name="csX5" fmla="*/ 17835 w 93604"/>
                <a:gd name="csY5" fmla="*/ -539 h 147553"/>
                <a:gd name="csX6" fmla="*/ -1733 w 93604"/>
                <a:gd name="csY6" fmla="*/ 4765 h 147553"/>
                <a:gd name="csX7" fmla="*/ -1733 w 93604"/>
                <a:gd name="csY7" fmla="*/ 23327 h 147553"/>
                <a:gd name="csX8" fmla="*/ 15762 w 93604"/>
                <a:gd name="csY8" fmla="*/ 16286 h 147553"/>
                <a:gd name="csX9" fmla="*/ 35696 w 93604"/>
                <a:gd name="csY9" fmla="*/ 13909 h 147553"/>
                <a:gd name="csX10" fmla="*/ 63250 w 93604"/>
                <a:gd name="csY10" fmla="*/ 21041 h 147553"/>
                <a:gd name="csX11" fmla="*/ 72729 w 93604"/>
                <a:gd name="csY11" fmla="*/ 41798 h 147553"/>
                <a:gd name="csX12" fmla="*/ 63921 w 93604"/>
                <a:gd name="csY12" fmla="*/ 61458 h 147553"/>
                <a:gd name="csX13" fmla="*/ 39415 w 93604"/>
                <a:gd name="csY13" fmla="*/ 68560 h 147553"/>
                <a:gd name="csX14" fmla="*/ 22833 w 93604"/>
                <a:gd name="csY14" fmla="*/ 68560 h 147553"/>
                <a:gd name="csX15" fmla="*/ 22833 w 93604"/>
                <a:gd name="csY15" fmla="*/ 84379 h 147553"/>
                <a:gd name="csX16" fmla="*/ 40177 w 93604"/>
                <a:gd name="csY16" fmla="*/ 84379 h 147553"/>
                <a:gd name="csX17" fmla="*/ 61878 w 93604"/>
                <a:gd name="csY17" fmla="*/ 90048 h 147553"/>
                <a:gd name="csX18" fmla="*/ 69407 w 93604"/>
                <a:gd name="csY18" fmla="*/ 106385 h 147553"/>
                <a:gd name="csX19" fmla="*/ 61635 w 93604"/>
                <a:gd name="csY19" fmla="*/ 123180 h 147553"/>
                <a:gd name="csX20" fmla="*/ 39415 w 93604"/>
                <a:gd name="csY20" fmla="*/ 129062 h 147553"/>
                <a:gd name="csX21" fmla="*/ 22437 w 93604"/>
                <a:gd name="csY21" fmla="*/ 127325 h 147553"/>
                <a:gd name="csX22" fmla="*/ 2534 w 93604"/>
                <a:gd name="csY22" fmla="*/ 122021 h 147553"/>
                <a:gd name="csX23" fmla="*/ 2534 w 93604"/>
                <a:gd name="csY23" fmla="*/ 139151 h 147553"/>
                <a:gd name="csX24" fmla="*/ 23077 w 93604"/>
                <a:gd name="csY24" fmla="*/ 143723 h 147553"/>
                <a:gd name="csX25" fmla="*/ 41121 w 93604"/>
                <a:gd name="csY25" fmla="*/ 145247 h 147553"/>
                <a:gd name="csX26" fmla="*/ 75777 w 93604"/>
                <a:gd name="csY26" fmla="*/ 135280 h 147553"/>
                <a:gd name="csX27" fmla="*/ 88548 w 93604"/>
                <a:gd name="csY27" fmla="*/ 108397 h 147553"/>
                <a:gd name="csX28" fmla="*/ 81782 w 93604"/>
                <a:gd name="csY28" fmla="*/ 88432 h 147553"/>
                <a:gd name="csX29" fmla="*/ 62549 w 93604"/>
                <a:gd name="csY29" fmla="*/ 77155 h 1475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3604" h="147553">
                  <a:moveTo>
                    <a:pt x="62549" y="77155"/>
                  </a:moveTo>
                  <a:cubicBezTo>
                    <a:pt x="71754" y="75184"/>
                    <a:pt x="78937" y="71079"/>
                    <a:pt x="84098" y="64841"/>
                  </a:cubicBezTo>
                  <a:cubicBezTo>
                    <a:pt x="89280" y="58623"/>
                    <a:pt x="91871" y="50942"/>
                    <a:pt x="91871" y="41798"/>
                  </a:cubicBezTo>
                  <a:cubicBezTo>
                    <a:pt x="91871" y="27777"/>
                    <a:pt x="87045" y="16916"/>
                    <a:pt x="77393" y="9215"/>
                  </a:cubicBezTo>
                  <a:cubicBezTo>
                    <a:pt x="67741" y="1534"/>
                    <a:pt x="54025" y="-2307"/>
                    <a:pt x="36245" y="-2307"/>
                  </a:cubicBezTo>
                  <a:cubicBezTo>
                    <a:pt x="30291" y="-2307"/>
                    <a:pt x="24154" y="-1717"/>
                    <a:pt x="17835" y="-539"/>
                  </a:cubicBezTo>
                  <a:cubicBezTo>
                    <a:pt x="11515" y="640"/>
                    <a:pt x="4993" y="2408"/>
                    <a:pt x="-1733" y="4765"/>
                  </a:cubicBezTo>
                  <a:lnTo>
                    <a:pt x="-1733" y="23327"/>
                  </a:lnTo>
                  <a:cubicBezTo>
                    <a:pt x="3590" y="20218"/>
                    <a:pt x="9422" y="17871"/>
                    <a:pt x="15762" y="16286"/>
                  </a:cubicBezTo>
                  <a:cubicBezTo>
                    <a:pt x="22122" y="14701"/>
                    <a:pt x="28767" y="13909"/>
                    <a:pt x="35696" y="13909"/>
                  </a:cubicBezTo>
                  <a:cubicBezTo>
                    <a:pt x="47746" y="13909"/>
                    <a:pt x="56930" y="16286"/>
                    <a:pt x="63250" y="21041"/>
                  </a:cubicBezTo>
                  <a:cubicBezTo>
                    <a:pt x="69569" y="25796"/>
                    <a:pt x="72729" y="32715"/>
                    <a:pt x="72729" y="41798"/>
                  </a:cubicBezTo>
                  <a:cubicBezTo>
                    <a:pt x="72729" y="50190"/>
                    <a:pt x="69793" y="56743"/>
                    <a:pt x="63921" y="61458"/>
                  </a:cubicBezTo>
                  <a:cubicBezTo>
                    <a:pt x="58048" y="66192"/>
                    <a:pt x="49879" y="68560"/>
                    <a:pt x="39415" y="68560"/>
                  </a:cubicBezTo>
                  <a:lnTo>
                    <a:pt x="22833" y="68560"/>
                  </a:lnTo>
                  <a:lnTo>
                    <a:pt x="22833" y="84379"/>
                  </a:lnTo>
                  <a:lnTo>
                    <a:pt x="40177" y="84379"/>
                  </a:lnTo>
                  <a:cubicBezTo>
                    <a:pt x="49625" y="84379"/>
                    <a:pt x="56859" y="86268"/>
                    <a:pt x="61878" y="90048"/>
                  </a:cubicBezTo>
                  <a:cubicBezTo>
                    <a:pt x="66897" y="93827"/>
                    <a:pt x="69407" y="99273"/>
                    <a:pt x="69407" y="106385"/>
                  </a:cubicBezTo>
                  <a:cubicBezTo>
                    <a:pt x="69407" y="113680"/>
                    <a:pt x="66816" y="119278"/>
                    <a:pt x="61635" y="123180"/>
                  </a:cubicBezTo>
                  <a:cubicBezTo>
                    <a:pt x="56473" y="127101"/>
                    <a:pt x="49067" y="129062"/>
                    <a:pt x="39415" y="129062"/>
                  </a:cubicBezTo>
                  <a:cubicBezTo>
                    <a:pt x="34131" y="129062"/>
                    <a:pt x="28472" y="128483"/>
                    <a:pt x="22437" y="127325"/>
                  </a:cubicBezTo>
                  <a:cubicBezTo>
                    <a:pt x="16402" y="126187"/>
                    <a:pt x="9768" y="124419"/>
                    <a:pt x="2534" y="122021"/>
                  </a:cubicBezTo>
                  <a:lnTo>
                    <a:pt x="2534" y="139151"/>
                  </a:lnTo>
                  <a:cubicBezTo>
                    <a:pt x="9849" y="141183"/>
                    <a:pt x="16697" y="142707"/>
                    <a:pt x="23077" y="143723"/>
                  </a:cubicBezTo>
                  <a:cubicBezTo>
                    <a:pt x="29458" y="144739"/>
                    <a:pt x="35473" y="145247"/>
                    <a:pt x="41121" y="145247"/>
                  </a:cubicBezTo>
                  <a:cubicBezTo>
                    <a:pt x="55732" y="145247"/>
                    <a:pt x="67283" y="141925"/>
                    <a:pt x="75777" y="135280"/>
                  </a:cubicBezTo>
                  <a:cubicBezTo>
                    <a:pt x="84291" y="128656"/>
                    <a:pt x="88548" y="119695"/>
                    <a:pt x="88548" y="108397"/>
                  </a:cubicBezTo>
                  <a:cubicBezTo>
                    <a:pt x="88548" y="100513"/>
                    <a:pt x="86293" y="93858"/>
                    <a:pt x="81782" y="88432"/>
                  </a:cubicBezTo>
                  <a:cubicBezTo>
                    <a:pt x="77271" y="83007"/>
                    <a:pt x="70860" y="79248"/>
                    <a:pt x="62549" y="77155"/>
                  </a:cubicBezTo>
                  <a:close/>
                </a:path>
              </a:pathLst>
            </a:custGeom>
            <a:solidFill>
              <a:srgbClr val="262626"/>
            </a:solidFill>
            <a:ln w="30" cap="flat">
              <a:noFill/>
              <a:prstDash val="solid"/>
              <a:round/>
            </a:ln>
          </p:spPr>
          <p:txBody>
            <a:bodyPr/>
            <a:lstStyle/>
            <a:p>
              <a:endParaRPr lang="en-US"/>
            </a:p>
          </p:txBody>
        </p:sp>
        <p:sp>
          <p:nvSpPr>
            <p:cNvPr id="60" name="Freeform: Shape 59">
              <a:extLst>
                <a:ext uri="{FF2B5EF4-FFF2-40B4-BE49-F238E27FC236}">
                  <a16:creationId xmlns:a16="http://schemas.microsoft.com/office/drawing/2014/main" id="{1C0A2819-033B-A848-8424-058AB7F6F8F3}"/>
                </a:ext>
              </a:extLst>
            </p:cNvPr>
            <p:cNvSpPr/>
            <p:nvPr/>
          </p:nvSpPr>
          <p:spPr>
            <a:xfrm flipV="1">
              <a:off x="6034370" y="963808"/>
              <a:ext cx="130302" cy="142219"/>
            </a:xfrm>
            <a:custGeom>
              <a:avLst/>
              <a:gdLst>
                <a:gd name="csX0" fmla="*/ 63279 w 130302"/>
                <a:gd name="csY0" fmla="*/ 120951 h 142219"/>
                <a:gd name="csX1" fmla="*/ 37158 w 130302"/>
                <a:gd name="csY1" fmla="*/ 50177 h 142219"/>
                <a:gd name="csX2" fmla="*/ 89461 w 130302"/>
                <a:gd name="csY2" fmla="*/ 50177 h 142219"/>
                <a:gd name="csX3" fmla="*/ 63279 w 130302"/>
                <a:gd name="csY3" fmla="*/ 120951 h 142219"/>
                <a:gd name="csX4" fmla="*/ 52398 w 130302"/>
                <a:gd name="csY4" fmla="*/ 139910 h 142219"/>
                <a:gd name="csX5" fmla="*/ 74221 w 130302"/>
                <a:gd name="csY5" fmla="*/ 139910 h 142219"/>
                <a:gd name="csX6" fmla="*/ 128415 w 130302"/>
                <a:gd name="csY6" fmla="*/ -2310 h 142219"/>
                <a:gd name="csX7" fmla="*/ 108420 w 130302"/>
                <a:gd name="csY7" fmla="*/ -2310 h 142219"/>
                <a:gd name="csX8" fmla="*/ 95466 w 130302"/>
                <a:gd name="csY8" fmla="*/ 34175 h 142219"/>
                <a:gd name="csX9" fmla="*/ 31366 w 130302"/>
                <a:gd name="csY9" fmla="*/ 34175 h 142219"/>
                <a:gd name="csX10" fmla="*/ 18412 w 130302"/>
                <a:gd name="csY10" fmla="*/ -2310 h 142219"/>
                <a:gd name="csX11" fmla="*/ -1887 w 130302"/>
                <a:gd name="csY11" fmla="*/ -2310 h 142219"/>
                <a:gd name="csX12" fmla="*/ 52398 w 130302"/>
                <a:gd name="csY12" fmla="*/ 139910 h 1422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0302" h="142219">
                  <a:moveTo>
                    <a:pt x="63279" y="120951"/>
                  </a:moveTo>
                  <a:lnTo>
                    <a:pt x="37158" y="50177"/>
                  </a:lnTo>
                  <a:lnTo>
                    <a:pt x="89461" y="50177"/>
                  </a:lnTo>
                  <a:lnTo>
                    <a:pt x="63279" y="120951"/>
                  </a:lnTo>
                  <a:close/>
                  <a:moveTo>
                    <a:pt x="52398" y="139910"/>
                  </a:moveTo>
                  <a:lnTo>
                    <a:pt x="74221" y="139910"/>
                  </a:lnTo>
                  <a:lnTo>
                    <a:pt x="128415" y="-2310"/>
                  </a:lnTo>
                  <a:lnTo>
                    <a:pt x="108420" y="-2310"/>
                  </a:lnTo>
                  <a:lnTo>
                    <a:pt x="95466" y="34175"/>
                  </a:lnTo>
                  <a:lnTo>
                    <a:pt x="31366" y="34175"/>
                  </a:lnTo>
                  <a:lnTo>
                    <a:pt x="18412" y="-2310"/>
                  </a:lnTo>
                  <a:lnTo>
                    <a:pt x="-1887" y="-2310"/>
                  </a:lnTo>
                  <a:lnTo>
                    <a:pt x="52398" y="139910"/>
                  </a:lnTo>
                  <a:close/>
                </a:path>
              </a:pathLst>
            </a:custGeom>
            <a:solidFill>
              <a:srgbClr val="262626"/>
            </a:solidFill>
            <a:ln w="30" cap="flat">
              <a:noFill/>
              <a:prstDash val="solid"/>
              <a:round/>
            </a:ln>
          </p:spPr>
          <p:txBody>
            <a:bodyPr/>
            <a:lstStyle/>
            <a:p>
              <a:endParaRPr lang="en-US"/>
            </a:p>
          </p:txBody>
        </p:sp>
        <p:sp>
          <p:nvSpPr>
            <p:cNvPr id="61" name="Freeform: Shape 60">
              <a:extLst>
                <a:ext uri="{FF2B5EF4-FFF2-40B4-BE49-F238E27FC236}">
                  <a16:creationId xmlns:a16="http://schemas.microsoft.com/office/drawing/2014/main" id="{C597AFC0-0700-09BB-C6DF-69C8F9A051C1}"/>
                </a:ext>
              </a:extLst>
            </p:cNvPr>
            <p:cNvSpPr/>
            <p:nvPr/>
          </p:nvSpPr>
          <p:spPr>
            <a:xfrm flipV="1">
              <a:off x="6185433" y="963808"/>
              <a:ext cx="81716" cy="142219"/>
            </a:xfrm>
            <a:custGeom>
              <a:avLst/>
              <a:gdLst>
                <a:gd name="csX0" fmla="*/ -1658 w 81716"/>
                <a:gd name="csY0" fmla="*/ 139910 h 142219"/>
                <a:gd name="csX1" fmla="*/ 80059 w 81716"/>
                <a:gd name="csY1" fmla="*/ 139910 h 142219"/>
                <a:gd name="csX2" fmla="*/ 80059 w 81716"/>
                <a:gd name="csY2" fmla="*/ 123694 h 142219"/>
                <a:gd name="csX3" fmla="*/ 17575 w 81716"/>
                <a:gd name="csY3" fmla="*/ 123694 h 142219"/>
                <a:gd name="csX4" fmla="*/ 17575 w 81716"/>
                <a:gd name="csY4" fmla="*/ 81784 h 142219"/>
                <a:gd name="csX5" fmla="*/ 73963 w 81716"/>
                <a:gd name="csY5" fmla="*/ 81784 h 142219"/>
                <a:gd name="csX6" fmla="*/ 73963 w 81716"/>
                <a:gd name="csY6" fmla="*/ 65599 h 142219"/>
                <a:gd name="csX7" fmla="*/ 17575 w 81716"/>
                <a:gd name="csY7" fmla="*/ 65599 h 142219"/>
                <a:gd name="csX8" fmla="*/ 17575 w 81716"/>
                <a:gd name="csY8" fmla="*/ -2310 h 142219"/>
                <a:gd name="csX9" fmla="*/ -1658 w 81716"/>
                <a:gd name="csY9" fmla="*/ -2310 h 142219"/>
                <a:gd name="csX10" fmla="*/ -1658 w 81716"/>
                <a:gd name="csY10" fmla="*/ 139910 h 1422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1716" h="142219">
                  <a:moveTo>
                    <a:pt x="-1658" y="139910"/>
                  </a:moveTo>
                  <a:lnTo>
                    <a:pt x="80059" y="139910"/>
                  </a:lnTo>
                  <a:lnTo>
                    <a:pt x="80059" y="123694"/>
                  </a:lnTo>
                  <a:lnTo>
                    <a:pt x="17575" y="123694"/>
                  </a:lnTo>
                  <a:lnTo>
                    <a:pt x="17575" y="81784"/>
                  </a:lnTo>
                  <a:lnTo>
                    <a:pt x="73963" y="81784"/>
                  </a:lnTo>
                  <a:lnTo>
                    <a:pt x="73963" y="65599"/>
                  </a:lnTo>
                  <a:lnTo>
                    <a:pt x="17575" y="65599"/>
                  </a:lnTo>
                  <a:lnTo>
                    <a:pt x="17575" y="-2310"/>
                  </a:lnTo>
                  <a:lnTo>
                    <a:pt x="-1658" y="-2310"/>
                  </a:lnTo>
                  <a:lnTo>
                    <a:pt x="-1658" y="139910"/>
                  </a:lnTo>
                  <a:close/>
                </a:path>
              </a:pathLst>
            </a:custGeom>
            <a:solidFill>
              <a:srgbClr val="262626"/>
            </a:solidFill>
            <a:ln w="30" cap="flat">
              <a:noFill/>
              <a:prstDash val="solid"/>
              <a:round/>
            </a:ln>
          </p:spPr>
          <p:txBody>
            <a:bodyPr/>
            <a:lstStyle/>
            <a:p>
              <a:endParaRPr lang="en-US"/>
            </a:p>
          </p:txBody>
        </p:sp>
        <p:sp>
          <p:nvSpPr>
            <p:cNvPr id="62" name="Freeform: Shape 61">
              <a:extLst>
                <a:ext uri="{FF2B5EF4-FFF2-40B4-BE49-F238E27FC236}">
                  <a16:creationId xmlns:a16="http://schemas.microsoft.com/office/drawing/2014/main" id="{2D89D00F-2AF0-8F08-B427-4B5E753AF728}"/>
                </a:ext>
              </a:extLst>
            </p:cNvPr>
            <p:cNvSpPr/>
            <p:nvPr/>
          </p:nvSpPr>
          <p:spPr>
            <a:xfrm flipV="1">
              <a:off x="6289438" y="961247"/>
              <a:ext cx="114696" cy="147553"/>
            </a:xfrm>
            <a:custGeom>
              <a:avLst/>
              <a:gdLst>
                <a:gd name="csX0" fmla="*/ 112775 w 114696"/>
                <a:gd name="csY0" fmla="*/ 131714 h 147553"/>
                <a:gd name="csX1" fmla="*/ 112775 w 114696"/>
                <a:gd name="csY1" fmla="*/ 111445 h 147553"/>
                <a:gd name="csX2" fmla="*/ 92049 w 114696"/>
                <a:gd name="csY2" fmla="*/ 124948 h 147553"/>
                <a:gd name="csX3" fmla="*/ 68671 w 114696"/>
                <a:gd name="csY3" fmla="*/ 129428 h 147553"/>
                <a:gd name="csX4" fmla="*/ 31333 w 114696"/>
                <a:gd name="csY4" fmla="*/ 114523 h 147553"/>
                <a:gd name="csX5" fmla="*/ 18379 w 114696"/>
                <a:gd name="csY5" fmla="*/ 71425 h 147553"/>
                <a:gd name="csX6" fmla="*/ 31333 w 114696"/>
                <a:gd name="csY6" fmla="*/ 28417 h 147553"/>
                <a:gd name="csX7" fmla="*/ 68671 w 114696"/>
                <a:gd name="csY7" fmla="*/ 13513 h 147553"/>
                <a:gd name="csX8" fmla="*/ 92049 w 114696"/>
                <a:gd name="csY8" fmla="*/ 17993 h 147553"/>
                <a:gd name="csX9" fmla="*/ 112775 w 114696"/>
                <a:gd name="csY9" fmla="*/ 31526 h 147553"/>
                <a:gd name="csX10" fmla="*/ 112775 w 114696"/>
                <a:gd name="csY10" fmla="*/ 11409 h 147553"/>
                <a:gd name="csX11" fmla="*/ 91379 w 114696"/>
                <a:gd name="csY11" fmla="*/ 1107 h 147553"/>
                <a:gd name="csX12" fmla="*/ 67543 w 114696"/>
                <a:gd name="csY12" fmla="*/ -2307 h 147553"/>
                <a:gd name="csX13" fmla="*/ 16642 w 114696"/>
                <a:gd name="csY13" fmla="*/ 17445 h 147553"/>
                <a:gd name="csX14" fmla="*/ -1921 w 114696"/>
                <a:gd name="csY14" fmla="*/ 71425 h 147553"/>
                <a:gd name="csX15" fmla="*/ 16642 w 114696"/>
                <a:gd name="csY15" fmla="*/ 125466 h 147553"/>
                <a:gd name="csX16" fmla="*/ 67543 w 114696"/>
                <a:gd name="csY16" fmla="*/ 145247 h 147553"/>
                <a:gd name="csX17" fmla="*/ 91561 w 114696"/>
                <a:gd name="csY17" fmla="*/ 141864 h 147553"/>
                <a:gd name="csX18" fmla="*/ 112775 w 114696"/>
                <a:gd name="csY18" fmla="*/ 131714 h 1475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14696" h="147553">
                  <a:moveTo>
                    <a:pt x="112775" y="131714"/>
                  </a:moveTo>
                  <a:lnTo>
                    <a:pt x="112775" y="111445"/>
                  </a:lnTo>
                  <a:cubicBezTo>
                    <a:pt x="106293" y="117480"/>
                    <a:pt x="99385" y="121981"/>
                    <a:pt x="92049" y="124948"/>
                  </a:cubicBezTo>
                  <a:cubicBezTo>
                    <a:pt x="84714" y="127935"/>
                    <a:pt x="76921" y="129428"/>
                    <a:pt x="68671" y="129428"/>
                  </a:cubicBezTo>
                  <a:cubicBezTo>
                    <a:pt x="52415" y="129428"/>
                    <a:pt x="39969" y="124460"/>
                    <a:pt x="31333" y="114523"/>
                  </a:cubicBezTo>
                  <a:cubicBezTo>
                    <a:pt x="22697" y="104587"/>
                    <a:pt x="18379" y="90221"/>
                    <a:pt x="18379" y="71425"/>
                  </a:cubicBezTo>
                  <a:cubicBezTo>
                    <a:pt x="18379" y="52690"/>
                    <a:pt x="22697" y="38354"/>
                    <a:pt x="31333" y="28417"/>
                  </a:cubicBezTo>
                  <a:cubicBezTo>
                    <a:pt x="39969" y="18481"/>
                    <a:pt x="52415" y="13513"/>
                    <a:pt x="68671" y="13513"/>
                  </a:cubicBezTo>
                  <a:cubicBezTo>
                    <a:pt x="76921" y="13513"/>
                    <a:pt x="84714" y="15006"/>
                    <a:pt x="92049" y="17993"/>
                  </a:cubicBezTo>
                  <a:cubicBezTo>
                    <a:pt x="99385" y="20980"/>
                    <a:pt x="106293" y="25491"/>
                    <a:pt x="112775" y="31526"/>
                  </a:cubicBezTo>
                  <a:lnTo>
                    <a:pt x="112775" y="11409"/>
                  </a:lnTo>
                  <a:cubicBezTo>
                    <a:pt x="106050" y="6837"/>
                    <a:pt x="98917" y="3403"/>
                    <a:pt x="91379" y="1107"/>
                  </a:cubicBezTo>
                  <a:cubicBezTo>
                    <a:pt x="83860" y="-1169"/>
                    <a:pt x="75915" y="-2307"/>
                    <a:pt x="67543" y="-2307"/>
                  </a:cubicBezTo>
                  <a:cubicBezTo>
                    <a:pt x="46004" y="-2307"/>
                    <a:pt x="29037" y="4277"/>
                    <a:pt x="16642" y="17445"/>
                  </a:cubicBezTo>
                  <a:cubicBezTo>
                    <a:pt x="4267" y="30632"/>
                    <a:pt x="-1921" y="48626"/>
                    <a:pt x="-1921" y="71425"/>
                  </a:cubicBezTo>
                  <a:cubicBezTo>
                    <a:pt x="-1921" y="94285"/>
                    <a:pt x="4267" y="112298"/>
                    <a:pt x="16642" y="125466"/>
                  </a:cubicBezTo>
                  <a:cubicBezTo>
                    <a:pt x="29037" y="138653"/>
                    <a:pt x="46004" y="145247"/>
                    <a:pt x="67543" y="145247"/>
                  </a:cubicBezTo>
                  <a:cubicBezTo>
                    <a:pt x="76037" y="145247"/>
                    <a:pt x="84043" y="144119"/>
                    <a:pt x="91561" y="141864"/>
                  </a:cubicBezTo>
                  <a:cubicBezTo>
                    <a:pt x="99100" y="139608"/>
                    <a:pt x="106171" y="136225"/>
                    <a:pt x="112775" y="131714"/>
                  </a:cubicBezTo>
                  <a:close/>
                </a:path>
              </a:pathLst>
            </a:custGeom>
            <a:solidFill>
              <a:srgbClr val="262626"/>
            </a:solidFill>
            <a:ln w="30" cap="flat">
              <a:noFill/>
              <a:prstDash val="solid"/>
              <a:round/>
            </a:ln>
          </p:spPr>
          <p:txBody>
            <a:bodyPr/>
            <a:lstStyle/>
            <a:p>
              <a:endParaRPr lang="en-US"/>
            </a:p>
          </p:txBody>
        </p:sp>
      </p:grpSp>
      <p:sp>
        <p:nvSpPr>
          <p:cNvPr id="4134" name="TextBox 4133">
            <a:extLst>
              <a:ext uri="{FF2B5EF4-FFF2-40B4-BE49-F238E27FC236}">
                <a16:creationId xmlns:a16="http://schemas.microsoft.com/office/drawing/2014/main" id="{7E0DFFFD-DB0E-C4BB-2C22-EC2E1360CF64}"/>
              </a:ext>
            </a:extLst>
          </p:cNvPr>
          <p:cNvSpPr txBox="1"/>
          <p:nvPr/>
        </p:nvSpPr>
        <p:spPr>
          <a:xfrm>
            <a:off x="693420" y="1789100"/>
            <a:ext cx="1000595" cy="276999"/>
          </a:xfrm>
          <a:prstGeom prst="rect">
            <a:avLst/>
          </a:prstGeom>
          <a:noFill/>
        </p:spPr>
        <p:txBody>
          <a:bodyPr wrap="square" rtlCol="0">
            <a:spAutoFit/>
          </a:bodyPr>
          <a:lstStyle/>
          <a:p>
            <a:pPr algn="l"/>
            <a:r>
              <a:rPr lang="en-US" sz="1200" b="1" spc="0" baseline="0" dirty="0">
                <a:ln/>
                <a:solidFill>
                  <a:srgbClr val="9A8FC8"/>
                </a:solidFill>
                <a:latin typeface="Roboto" panose="02000000000000000000" pitchFamily="2" charset="0"/>
                <a:ea typeface="Roboto" panose="02000000000000000000" pitchFamily="2" charset="0"/>
                <a:cs typeface="Roboto" panose="02000000000000000000" pitchFamily="2" charset="0"/>
                <a:sym typeface="Arial"/>
                <a:rtl val="0"/>
              </a:rPr>
              <a:t>Disengaged</a:t>
            </a:r>
          </a:p>
        </p:txBody>
      </p:sp>
      <p:sp>
        <p:nvSpPr>
          <p:cNvPr id="4135" name="TextBox 4134">
            <a:extLst>
              <a:ext uri="{FF2B5EF4-FFF2-40B4-BE49-F238E27FC236}">
                <a16:creationId xmlns:a16="http://schemas.microsoft.com/office/drawing/2014/main" id="{87870549-0A1B-14AF-A615-BE62214DA775}"/>
              </a:ext>
            </a:extLst>
          </p:cNvPr>
          <p:cNvSpPr txBox="1"/>
          <p:nvPr/>
        </p:nvSpPr>
        <p:spPr>
          <a:xfrm>
            <a:off x="693420" y="1976970"/>
            <a:ext cx="785793" cy="276999"/>
          </a:xfrm>
          <a:prstGeom prst="rect">
            <a:avLst/>
          </a:prstGeom>
          <a:noFill/>
        </p:spPr>
        <p:txBody>
          <a:bodyPr wrap="square" rtlCol="0">
            <a:spAutoFit/>
          </a:bodyPr>
          <a:lstStyle/>
          <a:p>
            <a:pPr algn="l"/>
            <a:r>
              <a:rPr lang="en-US" sz="1200" b="1" spc="0" baseline="0" dirty="0">
                <a:ln/>
                <a:solidFill>
                  <a:srgbClr val="8AB49D"/>
                </a:solidFill>
                <a:latin typeface="Roboto" panose="02000000000000000000" pitchFamily="2" charset="0"/>
                <a:ea typeface="Roboto" panose="02000000000000000000" pitchFamily="2" charset="0"/>
                <a:cs typeface="Roboto" panose="02000000000000000000" pitchFamily="2" charset="0"/>
                <a:sym typeface="Arial"/>
                <a:rtl val="0"/>
              </a:rPr>
              <a:t>Engaged</a:t>
            </a:r>
          </a:p>
        </p:txBody>
      </p:sp>
      <p:pic>
        <p:nvPicPr>
          <p:cNvPr id="342" name="Graphic 341">
            <a:extLst>
              <a:ext uri="{FF2B5EF4-FFF2-40B4-BE49-F238E27FC236}">
                <a16:creationId xmlns:a16="http://schemas.microsoft.com/office/drawing/2014/main" id="{4FDEA19B-417C-772E-FF13-DF0C1545B839}"/>
              </a:ext>
            </a:extLst>
          </p:cNvPr>
          <p:cNvPicPr>
            <a:picLocks noChangeAspect="1"/>
          </p:cNvPicPr>
          <p:nvPr/>
        </p:nvPicPr>
        <p:blipFill>
          <a:blip>
            <a:extLst>
              <a:ext uri="{96DAC541-7B7A-43D3-8B79-37D633B846F1}">
                <asvg:svgBlip xmlns:asvg="http://schemas.microsoft.com/office/drawing/2016/SVG/main" r:embed="rId4"/>
              </a:ext>
            </a:extLst>
          </a:blip>
          <a:srcRect t="10363" r="71007"/>
          <a:stretch>
            <a:fillRect/>
          </a:stretch>
        </p:blipFill>
        <p:spPr>
          <a:xfrm>
            <a:off x="6637853" y="1684540"/>
            <a:ext cx="2215690" cy="195717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36"/>
                                        </p:tgtEl>
                                        <p:attrNameLst>
                                          <p:attrName>style.visibility</p:attrName>
                                        </p:attrNameLst>
                                      </p:cBhvr>
                                      <p:to>
                                        <p:strVal val="visible"/>
                                      </p:to>
                                    </p:set>
                                    <p:animEffect transition="in" filter="fade">
                                      <p:cBhvr>
                                        <p:cTn id="7" dur="500"/>
                                        <p:tgtEl>
                                          <p:spTgt spid="41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38"/>
                                        </p:tgtEl>
                                        <p:attrNameLst>
                                          <p:attrName>style.visibility</p:attrName>
                                        </p:attrNameLst>
                                      </p:cBhvr>
                                      <p:to>
                                        <p:strVal val="visible"/>
                                      </p:to>
                                    </p:set>
                                    <p:animEffect transition="in" filter="fade">
                                      <p:cBhvr>
                                        <p:cTn id="12" dur="500"/>
                                        <p:tgtEl>
                                          <p:spTgt spid="413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30" title="FIG4-1-5.png"/>
          <p:cNvPicPr preferRelativeResize="0"/>
          <p:nvPr/>
        </p:nvPicPr>
        <p:blipFill>
          <a:blip r:embed="rId3">
            <a:alphaModFix/>
          </a:blip>
          <a:stretch>
            <a:fillRect/>
          </a:stretch>
        </p:blipFill>
        <p:spPr>
          <a:xfrm>
            <a:off x="1615440" y="1237326"/>
            <a:ext cx="5879908" cy="2668848"/>
          </a:xfrm>
          <a:prstGeom prst="rect">
            <a:avLst/>
          </a:prstGeom>
          <a:noFill/>
          <a:ln>
            <a:noFill/>
          </a:ln>
        </p:spPr>
      </p:pic>
      <p:sp>
        <p:nvSpPr>
          <p:cNvPr id="220" name="Google Shape;220;p30"/>
          <p:cNvSpPr/>
          <p:nvPr/>
        </p:nvSpPr>
        <p:spPr>
          <a:xfrm>
            <a:off x="399975" y="1010225"/>
            <a:ext cx="457800" cy="544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 name="Google Shape;221;p30"/>
          <p:cNvSpPr/>
          <p:nvPr/>
        </p:nvSpPr>
        <p:spPr>
          <a:xfrm>
            <a:off x="3385150" y="939975"/>
            <a:ext cx="457800" cy="544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 name="Google Shape;222;p30"/>
          <p:cNvSpPr/>
          <p:nvPr/>
        </p:nvSpPr>
        <p:spPr>
          <a:xfrm>
            <a:off x="5364480" y="1086476"/>
            <a:ext cx="394372" cy="42295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 name="Google Shape;223;p30"/>
          <p:cNvSpPr/>
          <p:nvPr/>
        </p:nvSpPr>
        <p:spPr>
          <a:xfrm>
            <a:off x="5612660" y="684246"/>
            <a:ext cx="2845200" cy="3612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24" name="Google Shape;224;p30"/>
          <p:cNvSpPr txBox="1">
            <a:spLocks noGrp="1"/>
          </p:cNvSpPr>
          <p:nvPr>
            <p:ph type="title" idx="4294967295"/>
          </p:nvPr>
        </p:nvSpPr>
        <p:spPr>
          <a:xfrm>
            <a:off x="311700" y="2164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ca" b="1" dirty="0">
                <a:latin typeface="Roboto" panose="02000000000000000000" pitchFamily="2" charset="0"/>
                <a:ea typeface="Roboto" panose="02000000000000000000" pitchFamily="2" charset="0"/>
                <a:cs typeface="Roboto" panose="02000000000000000000" pitchFamily="2" charset="0"/>
              </a:rPr>
              <a:t>Comparable performance to manual training</a:t>
            </a:r>
            <a:endParaRPr b="1" dirty="0"/>
          </a:p>
          <a:p>
            <a:pPr marL="0" lvl="0" indent="0" algn="l" rtl="0">
              <a:spcBef>
                <a:spcPts val="0"/>
              </a:spcBef>
              <a:spcAft>
                <a:spcPts val="0"/>
              </a:spcAft>
              <a:buNone/>
            </a:pPr>
            <a:endParaRPr dirty="0"/>
          </a:p>
        </p:txBody>
      </p:sp>
      <p:sp>
        <p:nvSpPr>
          <p:cNvPr id="2" name="Google Shape;222;p30">
            <a:extLst>
              <a:ext uri="{FF2B5EF4-FFF2-40B4-BE49-F238E27FC236}">
                <a16:creationId xmlns:a16="http://schemas.microsoft.com/office/drawing/2014/main" id="{4D769D62-0C19-DC8A-5C03-D1D43EF42CD9}"/>
              </a:ext>
            </a:extLst>
          </p:cNvPr>
          <p:cNvSpPr/>
          <p:nvPr/>
        </p:nvSpPr>
        <p:spPr>
          <a:xfrm>
            <a:off x="3645764" y="1025851"/>
            <a:ext cx="394372" cy="42295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Google Shape;222;p30">
            <a:extLst>
              <a:ext uri="{FF2B5EF4-FFF2-40B4-BE49-F238E27FC236}">
                <a16:creationId xmlns:a16="http://schemas.microsoft.com/office/drawing/2014/main" id="{EBAE9915-EA33-4BBD-D8BB-C00D9CD6E2F4}"/>
              </a:ext>
            </a:extLst>
          </p:cNvPr>
          <p:cNvSpPr/>
          <p:nvPr/>
        </p:nvSpPr>
        <p:spPr>
          <a:xfrm>
            <a:off x="1434726" y="1026852"/>
            <a:ext cx="394372" cy="42295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 name="Google Shape;222;p30">
            <a:extLst>
              <a:ext uri="{FF2B5EF4-FFF2-40B4-BE49-F238E27FC236}">
                <a16:creationId xmlns:a16="http://schemas.microsoft.com/office/drawing/2014/main" id="{C940444A-AE07-9AE9-4254-628C60B1B21D}"/>
              </a:ext>
            </a:extLst>
          </p:cNvPr>
          <p:cNvSpPr/>
          <p:nvPr/>
        </p:nvSpPr>
        <p:spPr>
          <a:xfrm>
            <a:off x="2369820" y="1646251"/>
            <a:ext cx="434638" cy="42295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5" name="Google Shape;127;p19">
            <a:extLst>
              <a:ext uri="{FF2B5EF4-FFF2-40B4-BE49-F238E27FC236}">
                <a16:creationId xmlns:a16="http://schemas.microsoft.com/office/drawing/2014/main" id="{0088AEF0-0F21-480E-CB70-5DC21FFEB85A}"/>
              </a:ext>
            </a:extLst>
          </p:cNvPr>
          <p:cNvSpPr/>
          <p:nvPr/>
        </p:nvSpPr>
        <p:spPr>
          <a:xfrm>
            <a:off x="3175"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31" name="Google Shape;231;p31"/>
          <p:cNvSpPr txBox="1">
            <a:spLocks noGrp="1"/>
          </p:cNvSpPr>
          <p:nvPr>
            <p:ph type="title" idx="4294967295"/>
          </p:nvPr>
        </p:nvSpPr>
        <p:spPr>
          <a:xfrm>
            <a:off x="311700" y="2164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ca" b="1" dirty="0">
                <a:latin typeface="Roboto" panose="02000000000000000000" pitchFamily="2" charset="0"/>
                <a:ea typeface="Roboto" panose="02000000000000000000" pitchFamily="2" charset="0"/>
                <a:cs typeface="Roboto" panose="02000000000000000000" pitchFamily="2" charset="0"/>
              </a:rPr>
              <a:t>Suitable for longitudinal behavioral assesment</a:t>
            </a:r>
            <a:endParaRPr b="1" dirty="0"/>
          </a:p>
        </p:txBody>
      </p:sp>
      <p:pic>
        <p:nvPicPr>
          <p:cNvPr id="3" name="Picture 2">
            <a:extLst>
              <a:ext uri="{FF2B5EF4-FFF2-40B4-BE49-F238E27FC236}">
                <a16:creationId xmlns:a16="http://schemas.microsoft.com/office/drawing/2014/main" id="{52A1E7D0-9B51-D9A5-333E-FC9EFBF9A4D5}"/>
              </a:ext>
            </a:extLst>
          </p:cNvPr>
          <p:cNvPicPr>
            <a:picLocks noChangeAspect="1"/>
          </p:cNvPicPr>
          <p:nvPr/>
        </p:nvPicPr>
        <p:blipFill>
          <a:blip r:embed="rId3"/>
          <a:srcRect l="71794" t="62769" r="5074" b="24525"/>
          <a:stretch>
            <a:fillRect/>
          </a:stretch>
        </p:blipFill>
        <p:spPr>
          <a:xfrm>
            <a:off x="1516252" y="1613902"/>
            <a:ext cx="2931067" cy="2277110"/>
          </a:xfrm>
          <a:prstGeom prst="rect">
            <a:avLst/>
          </a:prstGeom>
        </p:spPr>
      </p:pic>
      <p:pic>
        <p:nvPicPr>
          <p:cNvPr id="4" name="Picture 3">
            <a:extLst>
              <a:ext uri="{FF2B5EF4-FFF2-40B4-BE49-F238E27FC236}">
                <a16:creationId xmlns:a16="http://schemas.microsoft.com/office/drawing/2014/main" id="{33AD7ACC-098D-3FD7-40EA-A8EBF37FFC24}"/>
              </a:ext>
            </a:extLst>
          </p:cNvPr>
          <p:cNvPicPr>
            <a:picLocks noChangeAspect="1"/>
          </p:cNvPicPr>
          <p:nvPr/>
        </p:nvPicPr>
        <p:blipFill>
          <a:blip r:embed="rId4"/>
          <a:srcRect l="16247" t="47069" r="47921" b="37779"/>
          <a:stretch>
            <a:fillRect/>
          </a:stretch>
        </p:blipFill>
        <p:spPr>
          <a:xfrm>
            <a:off x="4584367" y="1621929"/>
            <a:ext cx="3586248" cy="2145047"/>
          </a:xfrm>
          <a:prstGeom prst="rect">
            <a:avLst/>
          </a:prstGeom>
        </p:spPr>
      </p:pic>
      <p:sp>
        <p:nvSpPr>
          <p:cNvPr id="7" name="TextBox 6">
            <a:extLst>
              <a:ext uri="{FF2B5EF4-FFF2-40B4-BE49-F238E27FC236}">
                <a16:creationId xmlns:a16="http://schemas.microsoft.com/office/drawing/2014/main" id="{8F65DA53-EE2F-E179-28A7-9C59621DF856}"/>
              </a:ext>
            </a:extLst>
          </p:cNvPr>
          <p:cNvSpPr txBox="1"/>
          <p:nvPr/>
        </p:nvSpPr>
        <p:spPr>
          <a:xfrm>
            <a:off x="5142264" y="1606440"/>
            <a:ext cx="503664" cy="261610"/>
          </a:xfrm>
          <a:prstGeom prst="rect">
            <a:avLst/>
          </a:prstGeom>
          <a:noFill/>
        </p:spPr>
        <p:txBody>
          <a:bodyPr wrap="none" rtlCol="0">
            <a:spAutoFit/>
          </a:bodyPr>
          <a:lstStyle/>
          <a:p>
            <a:r>
              <a:rPr lang="es-ES" sz="1100" b="1" dirty="0">
                <a:latin typeface="Roboto" panose="02000000000000000000" pitchFamily="2" charset="0"/>
                <a:ea typeface="Roboto" panose="02000000000000000000" pitchFamily="2" charset="0"/>
                <a:cs typeface="Roboto" panose="02000000000000000000" pitchFamily="2" charset="0"/>
              </a:rPr>
              <a:t>n=12</a:t>
            </a:r>
            <a:endParaRPr lang="en-US" sz="1100" b="1" dirty="0">
              <a:latin typeface="Roboto" panose="02000000000000000000" pitchFamily="2" charset="0"/>
              <a:ea typeface="Roboto" panose="02000000000000000000" pitchFamily="2" charset="0"/>
              <a:cs typeface="Roboto" panose="02000000000000000000" pitchFamily="2" charset="0"/>
            </a:endParaRPr>
          </a:p>
        </p:txBody>
      </p:sp>
      <p:sp>
        <p:nvSpPr>
          <p:cNvPr id="2" name="Google Shape;127;p19">
            <a:extLst>
              <a:ext uri="{FF2B5EF4-FFF2-40B4-BE49-F238E27FC236}">
                <a16:creationId xmlns:a16="http://schemas.microsoft.com/office/drawing/2014/main" id="{1F52E3DE-F1DB-3B10-D548-C4FD8C809609}"/>
              </a:ext>
            </a:extLst>
          </p:cNvPr>
          <p:cNvSpPr/>
          <p:nvPr/>
        </p:nvSpPr>
        <p:spPr>
          <a:xfrm>
            <a:off x="3175"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grpSp>
        <p:nvGrpSpPr>
          <p:cNvPr id="25" name="Group 24">
            <a:extLst>
              <a:ext uri="{FF2B5EF4-FFF2-40B4-BE49-F238E27FC236}">
                <a16:creationId xmlns:a16="http://schemas.microsoft.com/office/drawing/2014/main" id="{625F3803-BFA9-4D3F-408D-4F3BC513677E}"/>
              </a:ext>
            </a:extLst>
          </p:cNvPr>
          <p:cNvGrpSpPr/>
          <p:nvPr/>
        </p:nvGrpSpPr>
        <p:grpSpPr>
          <a:xfrm>
            <a:off x="2724032" y="1156354"/>
            <a:ext cx="3876363" cy="2206120"/>
            <a:chOff x="2724032" y="1156354"/>
            <a:chExt cx="3876363" cy="2206120"/>
          </a:xfrm>
        </p:grpSpPr>
        <p:pic>
          <p:nvPicPr>
            <p:cNvPr id="9" name="Picture 8">
              <a:extLst>
                <a:ext uri="{FF2B5EF4-FFF2-40B4-BE49-F238E27FC236}">
                  <a16:creationId xmlns:a16="http://schemas.microsoft.com/office/drawing/2014/main" id="{18106B2C-A56C-6890-01D7-6CEAAEF70D97}"/>
                </a:ext>
              </a:extLst>
            </p:cNvPr>
            <p:cNvPicPr>
              <a:picLocks noChangeAspect="1"/>
            </p:cNvPicPr>
            <p:nvPr/>
          </p:nvPicPr>
          <p:blipFill>
            <a:blip r:embed="rId3"/>
            <a:srcRect l="39902" r="1922" b="76593"/>
            <a:stretch>
              <a:fillRect/>
            </a:stretch>
          </p:blipFill>
          <p:spPr>
            <a:xfrm>
              <a:off x="2724032" y="1156354"/>
              <a:ext cx="3876363" cy="2206120"/>
            </a:xfrm>
            <a:prstGeom prst="rect">
              <a:avLst/>
            </a:prstGeom>
          </p:spPr>
        </p:pic>
        <p:sp>
          <p:nvSpPr>
            <p:cNvPr id="21" name="Rectangle 20">
              <a:extLst>
                <a:ext uri="{FF2B5EF4-FFF2-40B4-BE49-F238E27FC236}">
                  <a16:creationId xmlns:a16="http://schemas.microsoft.com/office/drawing/2014/main" id="{C660798A-890A-E840-77E0-589ECCD52BDF}"/>
                </a:ext>
              </a:extLst>
            </p:cNvPr>
            <p:cNvSpPr/>
            <p:nvPr/>
          </p:nvSpPr>
          <p:spPr>
            <a:xfrm>
              <a:off x="2756763" y="1192436"/>
              <a:ext cx="236693" cy="1883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7" name="Google Shape;237;p32"/>
          <p:cNvSpPr txBox="1">
            <a:spLocks noGrp="1"/>
          </p:cNvSpPr>
          <p:nvPr>
            <p:ph type="title" idx="4294967295"/>
          </p:nvPr>
        </p:nvSpPr>
        <p:spPr>
          <a:xfrm>
            <a:off x="311700" y="2164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ca" b="1" dirty="0">
                <a:latin typeface="Roboto" panose="02000000000000000000" pitchFamily="2" charset="0"/>
                <a:ea typeface="Roboto" panose="02000000000000000000" pitchFamily="2" charset="0"/>
                <a:cs typeface="Roboto" panose="02000000000000000000" pitchFamily="2" charset="0"/>
              </a:rPr>
              <a:t>Homecage behaviors are modulated by the task</a:t>
            </a:r>
            <a:endParaRPr b="1" dirty="0"/>
          </a:p>
          <a:p>
            <a:pPr marL="0" lvl="0" indent="0" algn="l" rtl="0">
              <a:spcBef>
                <a:spcPts val="0"/>
              </a:spcBef>
              <a:spcAft>
                <a:spcPts val="0"/>
              </a:spcAft>
              <a:buNone/>
            </a:pPr>
            <a:endParaRPr dirty="0"/>
          </a:p>
        </p:txBody>
      </p:sp>
      <p:sp>
        <p:nvSpPr>
          <p:cNvPr id="12" name="TextBox 11">
            <a:extLst>
              <a:ext uri="{FF2B5EF4-FFF2-40B4-BE49-F238E27FC236}">
                <a16:creationId xmlns:a16="http://schemas.microsoft.com/office/drawing/2014/main" id="{48B8A0C2-B5BC-BEF0-EB71-9D58F9460912}"/>
              </a:ext>
            </a:extLst>
          </p:cNvPr>
          <p:cNvSpPr txBox="1"/>
          <p:nvPr/>
        </p:nvSpPr>
        <p:spPr>
          <a:xfrm>
            <a:off x="1069497" y="3300762"/>
            <a:ext cx="923651" cy="307777"/>
          </a:xfrm>
          <a:prstGeom prst="rect">
            <a:avLst/>
          </a:prstGeom>
          <a:noFill/>
        </p:spPr>
        <p:txBody>
          <a:bodyPr wrap="none" rtlCol="0">
            <a:spAutoFit/>
          </a:bodyPr>
          <a:lstStyle/>
          <a:p>
            <a:r>
              <a:rPr lang="es-ES" dirty="0"/>
              <a:t>Eco-HAB</a:t>
            </a:r>
            <a:endParaRPr lang="en-US" dirty="0"/>
          </a:p>
        </p:txBody>
      </p:sp>
      <p:cxnSp>
        <p:nvCxnSpPr>
          <p:cNvPr id="20" name="Straight Connector 19">
            <a:extLst>
              <a:ext uri="{FF2B5EF4-FFF2-40B4-BE49-F238E27FC236}">
                <a16:creationId xmlns:a16="http://schemas.microsoft.com/office/drawing/2014/main" id="{BE7B9D05-1CB8-EADA-E1E4-DB15B66B6CE6}"/>
              </a:ext>
            </a:extLst>
          </p:cNvPr>
          <p:cNvCxnSpPr>
            <a:cxnSpLocks/>
          </p:cNvCxnSpPr>
          <p:nvPr/>
        </p:nvCxnSpPr>
        <p:spPr>
          <a:xfrm flipH="1">
            <a:off x="3672840" y="1737154"/>
            <a:ext cx="571500" cy="1840554"/>
          </a:xfrm>
          <a:prstGeom prst="line">
            <a:avLst/>
          </a:prstGeom>
          <a:ln w="1270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20B1858A-07FB-216C-DB48-11403EE6B630}"/>
              </a:ext>
            </a:extLst>
          </p:cNvPr>
          <p:cNvCxnSpPr>
            <a:cxnSpLocks/>
          </p:cNvCxnSpPr>
          <p:nvPr/>
        </p:nvCxnSpPr>
        <p:spPr>
          <a:xfrm>
            <a:off x="4513290" y="1737154"/>
            <a:ext cx="571500" cy="1840554"/>
          </a:xfrm>
          <a:prstGeom prst="line">
            <a:avLst/>
          </a:prstGeom>
          <a:ln w="12700"/>
        </p:spPr>
        <p:style>
          <a:lnRef idx="1">
            <a:schemeClr val="dk1"/>
          </a:lnRef>
          <a:fillRef idx="0">
            <a:schemeClr val="dk1"/>
          </a:fillRef>
          <a:effectRef idx="0">
            <a:schemeClr val="dk1"/>
          </a:effectRef>
          <a:fontRef idx="minor">
            <a:schemeClr val="tx1"/>
          </a:fontRef>
        </p:style>
      </p:cxnSp>
      <p:sp>
        <p:nvSpPr>
          <p:cNvPr id="24" name="Rectangle: Rounded Corners 23">
            <a:extLst>
              <a:ext uri="{FF2B5EF4-FFF2-40B4-BE49-F238E27FC236}">
                <a16:creationId xmlns:a16="http://schemas.microsoft.com/office/drawing/2014/main" id="{292E4B94-22F6-84EE-AC35-BC66375A2F42}"/>
              </a:ext>
            </a:extLst>
          </p:cNvPr>
          <p:cNvSpPr/>
          <p:nvPr/>
        </p:nvSpPr>
        <p:spPr>
          <a:xfrm>
            <a:off x="4244340" y="1594327"/>
            <a:ext cx="268950" cy="12278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ACF4FBA9-2F2C-98AD-263E-1EC9E0186543}"/>
              </a:ext>
            </a:extLst>
          </p:cNvPr>
          <p:cNvSpPr txBox="1"/>
          <p:nvPr/>
        </p:nvSpPr>
        <p:spPr>
          <a:xfrm>
            <a:off x="909476" y="3580433"/>
            <a:ext cx="1500349" cy="261610"/>
          </a:xfrm>
          <a:prstGeom prst="rect">
            <a:avLst/>
          </a:prstGeom>
          <a:noFill/>
        </p:spPr>
        <p:txBody>
          <a:bodyPr wrap="square" rtlCol="0">
            <a:spAutoFit/>
          </a:bodyPr>
          <a:lstStyle/>
          <a:p>
            <a:r>
              <a:rPr lang="en-US" sz="1100" i="1" dirty="0" err="1">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Puścian</a:t>
            </a:r>
            <a:r>
              <a:rPr lang="en-US" sz="1100" i="1" dirty="0">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 </a:t>
            </a:r>
            <a:r>
              <a:rPr lang="es-ES" sz="1100" i="1" dirty="0">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et al., 2016</a:t>
            </a:r>
          </a:p>
        </p:txBody>
      </p:sp>
      <p:sp>
        <p:nvSpPr>
          <p:cNvPr id="2" name="Google Shape;127;p19">
            <a:extLst>
              <a:ext uri="{FF2B5EF4-FFF2-40B4-BE49-F238E27FC236}">
                <a16:creationId xmlns:a16="http://schemas.microsoft.com/office/drawing/2014/main" id="{624639F5-48F4-7B2E-B69D-9027D556B06F}"/>
              </a:ext>
            </a:extLst>
          </p:cNvPr>
          <p:cNvSpPr/>
          <p:nvPr/>
        </p:nvSpPr>
        <p:spPr>
          <a:xfrm>
            <a:off x="3175"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roup 16">
            <a:extLst>
              <a:ext uri="{FF2B5EF4-FFF2-40B4-BE49-F238E27FC236}">
                <a16:creationId xmlns:a16="http://schemas.microsoft.com/office/drawing/2014/main" id="{92EB680B-AD63-ED80-BAFC-DDC62A9EBF04}"/>
              </a:ext>
            </a:extLst>
          </p:cNvPr>
          <p:cNvGrpSpPr/>
          <p:nvPr/>
        </p:nvGrpSpPr>
        <p:grpSpPr>
          <a:xfrm>
            <a:off x="704357" y="1105491"/>
            <a:ext cx="2201086" cy="2215574"/>
            <a:chOff x="704357" y="1105491"/>
            <a:chExt cx="2201086" cy="2215574"/>
          </a:xfrm>
        </p:grpSpPr>
        <p:pic>
          <p:nvPicPr>
            <p:cNvPr id="4" name="Picture 3">
              <a:extLst>
                <a:ext uri="{FF2B5EF4-FFF2-40B4-BE49-F238E27FC236}">
                  <a16:creationId xmlns:a16="http://schemas.microsoft.com/office/drawing/2014/main" id="{1D70B6AF-E374-EE88-23B2-4826BEFCCA5C}"/>
                </a:ext>
              </a:extLst>
            </p:cNvPr>
            <p:cNvPicPr>
              <a:picLocks noChangeAspect="1"/>
            </p:cNvPicPr>
            <p:nvPr/>
          </p:nvPicPr>
          <p:blipFill>
            <a:blip r:embed="rId3"/>
            <a:srcRect l="3282" r="68967" b="79704"/>
            <a:stretch>
              <a:fillRect/>
            </a:stretch>
          </p:blipFill>
          <p:spPr>
            <a:xfrm>
              <a:off x="704357" y="1105491"/>
              <a:ext cx="2138847" cy="2212574"/>
            </a:xfrm>
            <a:prstGeom prst="rect">
              <a:avLst/>
            </a:prstGeom>
          </p:spPr>
        </p:pic>
        <p:sp>
          <p:nvSpPr>
            <p:cNvPr id="15" name="Rectangle 14">
              <a:extLst>
                <a:ext uri="{FF2B5EF4-FFF2-40B4-BE49-F238E27FC236}">
                  <a16:creationId xmlns:a16="http://schemas.microsoft.com/office/drawing/2014/main" id="{6C864BD3-94DB-595D-0612-A0445A37EF6E}"/>
                </a:ext>
              </a:extLst>
            </p:cNvPr>
            <p:cNvSpPr/>
            <p:nvPr/>
          </p:nvSpPr>
          <p:spPr>
            <a:xfrm>
              <a:off x="2143487" y="2545026"/>
              <a:ext cx="761956" cy="7760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5" name="Group 34">
            <a:extLst>
              <a:ext uri="{FF2B5EF4-FFF2-40B4-BE49-F238E27FC236}">
                <a16:creationId xmlns:a16="http://schemas.microsoft.com/office/drawing/2014/main" id="{6ABCB8F5-5147-95D2-F924-9D4E0AA245E4}"/>
              </a:ext>
            </a:extLst>
          </p:cNvPr>
          <p:cNvGrpSpPr/>
          <p:nvPr/>
        </p:nvGrpSpPr>
        <p:grpSpPr>
          <a:xfrm>
            <a:off x="3517755" y="3600919"/>
            <a:ext cx="1722120" cy="556260"/>
            <a:chOff x="3517755" y="3600919"/>
            <a:chExt cx="1722120" cy="556260"/>
          </a:xfrm>
        </p:grpSpPr>
        <p:sp>
          <p:nvSpPr>
            <p:cNvPr id="18" name="Rectangle: Rounded Corners 17">
              <a:extLst>
                <a:ext uri="{FF2B5EF4-FFF2-40B4-BE49-F238E27FC236}">
                  <a16:creationId xmlns:a16="http://schemas.microsoft.com/office/drawing/2014/main" id="{F849ED1F-6A1C-1E4D-CE04-CFF7BA807C7C}"/>
                </a:ext>
              </a:extLst>
            </p:cNvPr>
            <p:cNvSpPr/>
            <p:nvPr/>
          </p:nvSpPr>
          <p:spPr>
            <a:xfrm>
              <a:off x="3517755" y="3600919"/>
              <a:ext cx="1722120" cy="55626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02825998-6E9B-2224-036F-294EBA8DBBCD}"/>
                </a:ext>
              </a:extLst>
            </p:cNvPr>
            <p:cNvPicPr>
              <a:picLocks noChangeAspect="1"/>
            </p:cNvPicPr>
            <p:nvPr/>
          </p:nvPicPr>
          <p:blipFill>
            <a:blip r:embed="rId3"/>
            <a:srcRect l="62175" t="4874" r="33424" b="94271"/>
            <a:stretch>
              <a:fillRect/>
            </a:stretch>
          </p:blipFill>
          <p:spPr>
            <a:xfrm>
              <a:off x="3694596" y="3674349"/>
              <a:ext cx="1390194" cy="382044"/>
            </a:xfrm>
            <a:prstGeom prst="rect">
              <a:avLst/>
            </a:prstGeom>
          </p:spPr>
        </p:pic>
      </p:grpSp>
      <p:grpSp>
        <p:nvGrpSpPr>
          <p:cNvPr id="34" name="Group 33">
            <a:extLst>
              <a:ext uri="{FF2B5EF4-FFF2-40B4-BE49-F238E27FC236}">
                <a16:creationId xmlns:a16="http://schemas.microsoft.com/office/drawing/2014/main" id="{74C55EE0-55BF-8403-E274-2CE2E5AD6BA9}"/>
              </a:ext>
            </a:extLst>
          </p:cNvPr>
          <p:cNvGrpSpPr/>
          <p:nvPr/>
        </p:nvGrpSpPr>
        <p:grpSpPr>
          <a:xfrm>
            <a:off x="6634266" y="1779367"/>
            <a:ext cx="1750988" cy="1364705"/>
            <a:chOff x="6799965" y="1779367"/>
            <a:chExt cx="1750988" cy="1364705"/>
          </a:xfrm>
        </p:grpSpPr>
        <p:grpSp>
          <p:nvGrpSpPr>
            <p:cNvPr id="32" name="Group 31">
              <a:extLst>
                <a:ext uri="{FF2B5EF4-FFF2-40B4-BE49-F238E27FC236}">
                  <a16:creationId xmlns:a16="http://schemas.microsoft.com/office/drawing/2014/main" id="{26BB1FFA-2E00-C6FE-8F22-E855657B6A3C}"/>
                </a:ext>
              </a:extLst>
            </p:cNvPr>
            <p:cNvGrpSpPr/>
            <p:nvPr/>
          </p:nvGrpSpPr>
          <p:grpSpPr>
            <a:xfrm>
              <a:off x="7182709" y="2596578"/>
              <a:ext cx="1219751" cy="547494"/>
              <a:chOff x="7346319" y="2748355"/>
              <a:chExt cx="1219751" cy="547494"/>
            </a:xfrm>
          </p:grpSpPr>
          <p:sp>
            <p:nvSpPr>
              <p:cNvPr id="27" name="TextBox 26">
                <a:extLst>
                  <a:ext uri="{FF2B5EF4-FFF2-40B4-BE49-F238E27FC236}">
                    <a16:creationId xmlns:a16="http://schemas.microsoft.com/office/drawing/2014/main" id="{8B511D54-7B55-0408-80F5-FE1CD18AE08F}"/>
                  </a:ext>
                </a:extLst>
              </p:cNvPr>
              <p:cNvSpPr txBox="1"/>
              <p:nvPr/>
            </p:nvSpPr>
            <p:spPr>
              <a:xfrm rot="18811088">
                <a:off x="8253645" y="2873596"/>
                <a:ext cx="378630" cy="246221"/>
              </a:xfrm>
              <a:prstGeom prst="rect">
                <a:avLst/>
              </a:prstGeom>
              <a:noFill/>
            </p:spPr>
            <p:txBody>
              <a:bodyPr wrap="none" rtlCol="0">
                <a:spAutoFit/>
              </a:bodyPr>
              <a:lstStyle/>
              <a:p>
                <a:r>
                  <a:rPr lang="es-ES" sz="1000" dirty="0">
                    <a:latin typeface="Calibri" panose="020F0502020204030204" pitchFamily="34" charset="0"/>
                    <a:ea typeface="Calibri" panose="020F0502020204030204" pitchFamily="34" charset="0"/>
                    <a:cs typeface="Calibri" panose="020F0502020204030204" pitchFamily="34" charset="0"/>
                  </a:rPr>
                  <a:t>Box</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88907F8E-8F95-7093-6376-EF2B8CF66A4E}"/>
                  </a:ext>
                </a:extLst>
              </p:cNvPr>
              <p:cNvSpPr txBox="1"/>
              <p:nvPr/>
            </p:nvSpPr>
            <p:spPr>
              <a:xfrm rot="18811088">
                <a:off x="7256872" y="2904075"/>
                <a:ext cx="425116" cy="246221"/>
              </a:xfrm>
              <a:prstGeom prst="rect">
                <a:avLst/>
              </a:prstGeom>
              <a:noFill/>
            </p:spPr>
            <p:txBody>
              <a:bodyPr wrap="none" rtlCol="0">
                <a:spAutoFit/>
              </a:bodyPr>
              <a:lstStyle/>
              <a:p>
                <a:r>
                  <a:rPr lang="es-ES" sz="1000" dirty="0" err="1">
                    <a:latin typeface="Calibri" panose="020F0502020204030204" pitchFamily="34" charset="0"/>
                    <a:ea typeface="Calibri" panose="020F0502020204030204" pitchFamily="34" charset="0"/>
                    <a:cs typeface="Calibri" panose="020F0502020204030204" pitchFamily="34" charset="0"/>
                  </a:rPr>
                  <a:t>Nest</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5469925F-52BD-B0CE-542C-37BA7966C107}"/>
                  </a:ext>
                </a:extLst>
              </p:cNvPr>
              <p:cNvSpPr txBox="1"/>
              <p:nvPr/>
            </p:nvSpPr>
            <p:spPr>
              <a:xfrm rot="18811088">
                <a:off x="7435640" y="2904075"/>
                <a:ext cx="537327" cy="246221"/>
              </a:xfrm>
              <a:prstGeom prst="rect">
                <a:avLst/>
              </a:prstGeom>
              <a:noFill/>
            </p:spPr>
            <p:txBody>
              <a:bodyPr wrap="none" rtlCol="0">
                <a:spAutoFit/>
              </a:bodyPr>
              <a:lstStyle/>
              <a:p>
                <a:r>
                  <a:rPr lang="es-ES" sz="1000" dirty="0" err="1">
                    <a:latin typeface="Calibri" panose="020F0502020204030204" pitchFamily="34" charset="0"/>
                    <a:ea typeface="Calibri" panose="020F0502020204030204" pitchFamily="34" charset="0"/>
                    <a:cs typeface="Calibri" panose="020F0502020204030204" pitchFamily="34" charset="0"/>
                  </a:rPr>
                  <a:t>Task</a:t>
                </a:r>
                <a:r>
                  <a:rPr lang="es-ES" sz="1000" dirty="0">
                    <a:latin typeface="Calibri" panose="020F0502020204030204" pitchFamily="34" charset="0"/>
                    <a:ea typeface="Calibri" panose="020F0502020204030204" pitchFamily="34" charset="0"/>
                    <a:cs typeface="Calibri" panose="020F0502020204030204" pitchFamily="34" charset="0"/>
                  </a:rPr>
                  <a:t> a.</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36C47198-2088-DBCA-C925-01E54E60B950}"/>
                  </a:ext>
                </a:extLst>
              </p:cNvPr>
              <p:cNvSpPr txBox="1"/>
              <p:nvPr/>
            </p:nvSpPr>
            <p:spPr>
              <a:xfrm rot="18811088">
                <a:off x="7695295" y="2918954"/>
                <a:ext cx="445956" cy="246221"/>
              </a:xfrm>
              <a:prstGeom prst="rect">
                <a:avLst/>
              </a:prstGeom>
              <a:noFill/>
            </p:spPr>
            <p:txBody>
              <a:bodyPr wrap="none" rtlCol="0">
                <a:spAutoFit/>
              </a:bodyPr>
              <a:lstStyle/>
              <a:p>
                <a:r>
                  <a:rPr lang="es-ES" sz="1000" dirty="0" err="1">
                    <a:latin typeface="Calibri" panose="020F0502020204030204" pitchFamily="34" charset="0"/>
                    <a:ea typeface="Calibri" panose="020F0502020204030204" pitchFamily="34" charset="0"/>
                    <a:cs typeface="Calibri" panose="020F0502020204030204" pitchFamily="34" charset="0"/>
                  </a:rPr>
                  <a:t>Food</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B3DA6B8B-E2A0-6985-1B05-011CCF6B8B72}"/>
                  </a:ext>
                </a:extLst>
              </p:cNvPr>
              <p:cNvSpPr txBox="1"/>
              <p:nvPr/>
            </p:nvSpPr>
            <p:spPr>
              <a:xfrm rot="18811088">
                <a:off x="7915337" y="2896312"/>
                <a:ext cx="542136" cy="246221"/>
              </a:xfrm>
              <a:prstGeom prst="rect">
                <a:avLst/>
              </a:prstGeom>
              <a:noFill/>
            </p:spPr>
            <p:txBody>
              <a:bodyPr wrap="none" rtlCol="0">
                <a:spAutoFit/>
              </a:bodyPr>
              <a:lstStyle/>
              <a:p>
                <a:r>
                  <a:rPr lang="es-ES" sz="1000" dirty="0" err="1">
                    <a:latin typeface="Calibri" panose="020F0502020204030204" pitchFamily="34" charset="0"/>
                    <a:ea typeface="Calibri" panose="020F0502020204030204" pitchFamily="34" charset="0"/>
                    <a:cs typeface="Calibri" panose="020F0502020204030204" pitchFamily="34" charset="0"/>
                  </a:rPr>
                  <a:t>Enrich</a:t>
                </a:r>
                <a:r>
                  <a:rPr lang="es-ES" sz="1000" dirty="0">
                    <a:latin typeface="Calibri" panose="020F0502020204030204" pitchFamily="34" charset="0"/>
                    <a:ea typeface="Calibri" panose="020F0502020204030204" pitchFamily="34" charset="0"/>
                    <a:cs typeface="Calibri" panose="020F0502020204030204" pitchFamily="34" charset="0"/>
                  </a:rPr>
                  <a:t>.</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grpSp>
        <p:pic>
          <p:nvPicPr>
            <p:cNvPr id="26" name="Picture 25">
              <a:extLst>
                <a:ext uri="{FF2B5EF4-FFF2-40B4-BE49-F238E27FC236}">
                  <a16:creationId xmlns:a16="http://schemas.microsoft.com/office/drawing/2014/main" id="{B5CF5E07-F054-78B0-5A0C-EEB439083932}"/>
                </a:ext>
              </a:extLst>
            </p:cNvPr>
            <p:cNvPicPr>
              <a:picLocks noChangeAspect="1"/>
            </p:cNvPicPr>
            <p:nvPr/>
          </p:nvPicPr>
          <p:blipFill>
            <a:blip r:embed="rId3"/>
            <a:srcRect l="22938" t="14036" r="59672" b="79376"/>
            <a:stretch>
              <a:fillRect/>
            </a:stretch>
          </p:blipFill>
          <p:spPr>
            <a:xfrm>
              <a:off x="6799965" y="1779367"/>
              <a:ext cx="1750988" cy="938374"/>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2DCD035D-91BE-3382-8B3E-387A856D5978}"/>
            </a:ext>
          </a:extLst>
        </p:cNvPr>
        <p:cNvGrpSpPr/>
        <p:nvPr/>
      </p:nvGrpSpPr>
      <p:grpSpPr>
        <a:xfrm>
          <a:off x="0" y="0"/>
          <a:ext cx="0" cy="0"/>
          <a:chOff x="0" y="0"/>
          <a:chExt cx="0" cy="0"/>
        </a:xfrm>
      </p:grpSpPr>
      <p:sp>
        <p:nvSpPr>
          <p:cNvPr id="237" name="Google Shape;237;p32">
            <a:extLst>
              <a:ext uri="{FF2B5EF4-FFF2-40B4-BE49-F238E27FC236}">
                <a16:creationId xmlns:a16="http://schemas.microsoft.com/office/drawing/2014/main" id="{8CC9F057-EA1F-332B-C6EB-01523E1CFB16}"/>
              </a:ext>
            </a:extLst>
          </p:cNvPr>
          <p:cNvSpPr txBox="1">
            <a:spLocks noGrp="1"/>
          </p:cNvSpPr>
          <p:nvPr>
            <p:ph type="title" idx="4294967295"/>
          </p:nvPr>
        </p:nvSpPr>
        <p:spPr>
          <a:xfrm>
            <a:off x="311700" y="2164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ca" b="1" dirty="0">
                <a:latin typeface="Roboto" panose="02000000000000000000" pitchFamily="2" charset="0"/>
                <a:ea typeface="Roboto" panose="02000000000000000000" pitchFamily="2" charset="0"/>
                <a:cs typeface="Roboto" panose="02000000000000000000" pitchFamily="2" charset="0"/>
              </a:rPr>
              <a:t>Homecage behaviors are modulated by the task</a:t>
            </a:r>
            <a:endParaRPr b="1" dirty="0">
              <a:latin typeface="Roboto" panose="02000000000000000000" pitchFamily="2" charset="0"/>
              <a:ea typeface="Roboto" panose="02000000000000000000" pitchFamily="2" charset="0"/>
              <a:cs typeface="Roboto" panose="02000000000000000000" pitchFamily="2" charset="0"/>
            </a:endParaRPr>
          </a:p>
          <a:p>
            <a:pPr marL="0" lvl="0" indent="0" algn="ctr" rtl="0">
              <a:spcBef>
                <a:spcPts val="0"/>
              </a:spcBef>
              <a:spcAft>
                <a:spcPts val="0"/>
              </a:spcAft>
              <a:buNone/>
            </a:pP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dirty="0"/>
          </a:p>
        </p:txBody>
      </p:sp>
      <p:grpSp>
        <p:nvGrpSpPr>
          <p:cNvPr id="9" name="Group 8">
            <a:extLst>
              <a:ext uri="{FF2B5EF4-FFF2-40B4-BE49-F238E27FC236}">
                <a16:creationId xmlns:a16="http://schemas.microsoft.com/office/drawing/2014/main" id="{4D0A24E3-C9B6-0D18-82A1-8A7C45109445}"/>
              </a:ext>
            </a:extLst>
          </p:cNvPr>
          <p:cNvGrpSpPr/>
          <p:nvPr/>
        </p:nvGrpSpPr>
        <p:grpSpPr>
          <a:xfrm>
            <a:off x="2735214" y="1276458"/>
            <a:ext cx="5459091" cy="2050974"/>
            <a:chOff x="2167526" y="3264430"/>
            <a:chExt cx="4271374" cy="1604750"/>
          </a:xfrm>
        </p:grpSpPr>
        <p:pic>
          <p:nvPicPr>
            <p:cNvPr id="4" name="Picture 3">
              <a:extLst>
                <a:ext uri="{FF2B5EF4-FFF2-40B4-BE49-F238E27FC236}">
                  <a16:creationId xmlns:a16="http://schemas.microsoft.com/office/drawing/2014/main" id="{C57CC171-3B37-EB69-D780-E4927ADC6955}"/>
                </a:ext>
              </a:extLst>
            </p:cNvPr>
            <p:cNvPicPr>
              <a:picLocks noChangeAspect="1"/>
            </p:cNvPicPr>
            <p:nvPr/>
          </p:nvPicPr>
          <p:blipFill>
            <a:blip r:embed="rId3"/>
            <a:srcRect l="48952" t="25333" b="62074"/>
            <a:stretch>
              <a:fillRect/>
            </a:stretch>
          </p:blipFill>
          <p:spPr>
            <a:xfrm>
              <a:off x="2167526" y="3378730"/>
              <a:ext cx="4271374" cy="1490450"/>
            </a:xfrm>
            <a:prstGeom prst="rect">
              <a:avLst/>
            </a:prstGeom>
          </p:spPr>
        </p:pic>
        <p:sp>
          <p:nvSpPr>
            <p:cNvPr id="8" name="Rectangle 7">
              <a:extLst>
                <a:ext uri="{FF2B5EF4-FFF2-40B4-BE49-F238E27FC236}">
                  <a16:creationId xmlns:a16="http://schemas.microsoft.com/office/drawing/2014/main" id="{B0D465E5-1EE1-1B3B-88CF-B79638FE7A1D}"/>
                </a:ext>
              </a:extLst>
            </p:cNvPr>
            <p:cNvSpPr/>
            <p:nvPr/>
          </p:nvSpPr>
          <p:spPr>
            <a:xfrm>
              <a:off x="2369820" y="3264430"/>
              <a:ext cx="198120" cy="228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FD3B9680-0BD0-21B9-7AB4-A7A07D500BCB}"/>
              </a:ext>
            </a:extLst>
          </p:cNvPr>
          <p:cNvSpPr txBox="1"/>
          <p:nvPr/>
        </p:nvSpPr>
        <p:spPr>
          <a:xfrm>
            <a:off x="1069497" y="3300762"/>
            <a:ext cx="923651" cy="307777"/>
          </a:xfrm>
          <a:prstGeom prst="rect">
            <a:avLst/>
          </a:prstGeom>
          <a:noFill/>
        </p:spPr>
        <p:txBody>
          <a:bodyPr wrap="none" rtlCol="0">
            <a:spAutoFit/>
          </a:bodyPr>
          <a:lstStyle/>
          <a:p>
            <a:r>
              <a:rPr lang="es-ES" dirty="0"/>
              <a:t>Eco-HAB</a:t>
            </a:r>
            <a:endParaRPr lang="en-US" dirty="0"/>
          </a:p>
        </p:txBody>
      </p:sp>
      <p:sp>
        <p:nvSpPr>
          <p:cNvPr id="15" name="TextBox 14">
            <a:extLst>
              <a:ext uri="{FF2B5EF4-FFF2-40B4-BE49-F238E27FC236}">
                <a16:creationId xmlns:a16="http://schemas.microsoft.com/office/drawing/2014/main" id="{4FE32B4E-B263-27D6-927D-EE7EBBC0F526}"/>
              </a:ext>
            </a:extLst>
          </p:cNvPr>
          <p:cNvSpPr txBox="1"/>
          <p:nvPr/>
        </p:nvSpPr>
        <p:spPr>
          <a:xfrm>
            <a:off x="909476" y="3580433"/>
            <a:ext cx="1500349" cy="261610"/>
          </a:xfrm>
          <a:prstGeom prst="rect">
            <a:avLst/>
          </a:prstGeom>
          <a:noFill/>
        </p:spPr>
        <p:txBody>
          <a:bodyPr wrap="square" rtlCol="0">
            <a:spAutoFit/>
          </a:bodyPr>
          <a:lstStyle/>
          <a:p>
            <a:r>
              <a:rPr lang="en-US" sz="1100" i="1" dirty="0" err="1">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Puścian</a:t>
            </a:r>
            <a:r>
              <a:rPr lang="en-US" sz="1100" i="1" dirty="0">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 </a:t>
            </a:r>
            <a:r>
              <a:rPr lang="es-ES" sz="1100" i="1" dirty="0">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et al., 2016</a:t>
            </a:r>
          </a:p>
        </p:txBody>
      </p:sp>
      <p:sp>
        <p:nvSpPr>
          <p:cNvPr id="5" name="Google Shape;127;p19">
            <a:extLst>
              <a:ext uri="{FF2B5EF4-FFF2-40B4-BE49-F238E27FC236}">
                <a16:creationId xmlns:a16="http://schemas.microsoft.com/office/drawing/2014/main" id="{D39CD27B-2957-0D98-1CBA-DFAF979EB837}"/>
              </a:ext>
            </a:extLst>
          </p:cNvPr>
          <p:cNvSpPr/>
          <p:nvPr/>
        </p:nvSpPr>
        <p:spPr>
          <a:xfrm>
            <a:off x="3175"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roup 17">
            <a:extLst>
              <a:ext uri="{FF2B5EF4-FFF2-40B4-BE49-F238E27FC236}">
                <a16:creationId xmlns:a16="http://schemas.microsoft.com/office/drawing/2014/main" id="{BE8404B2-10B9-1E3C-00C2-2AA2768C337E}"/>
              </a:ext>
            </a:extLst>
          </p:cNvPr>
          <p:cNvGrpSpPr/>
          <p:nvPr/>
        </p:nvGrpSpPr>
        <p:grpSpPr>
          <a:xfrm>
            <a:off x="704357" y="1105491"/>
            <a:ext cx="2289099" cy="2215574"/>
            <a:chOff x="704357" y="1105491"/>
            <a:chExt cx="2289099" cy="2215574"/>
          </a:xfrm>
        </p:grpSpPr>
        <p:pic>
          <p:nvPicPr>
            <p:cNvPr id="19" name="Picture 18">
              <a:extLst>
                <a:ext uri="{FF2B5EF4-FFF2-40B4-BE49-F238E27FC236}">
                  <a16:creationId xmlns:a16="http://schemas.microsoft.com/office/drawing/2014/main" id="{45627BA0-4F4C-74B3-2472-42ECC1C69733}"/>
                </a:ext>
              </a:extLst>
            </p:cNvPr>
            <p:cNvPicPr>
              <a:picLocks noChangeAspect="1"/>
            </p:cNvPicPr>
            <p:nvPr/>
          </p:nvPicPr>
          <p:blipFill>
            <a:blip r:embed="rId3"/>
            <a:srcRect l="3282" r="68967" b="79704"/>
            <a:stretch>
              <a:fillRect/>
            </a:stretch>
          </p:blipFill>
          <p:spPr>
            <a:xfrm>
              <a:off x="704357" y="1105491"/>
              <a:ext cx="2138847" cy="2212574"/>
            </a:xfrm>
            <a:prstGeom prst="rect">
              <a:avLst/>
            </a:prstGeom>
          </p:spPr>
        </p:pic>
        <p:sp>
          <p:nvSpPr>
            <p:cNvPr id="20" name="Rectangle 19">
              <a:extLst>
                <a:ext uri="{FF2B5EF4-FFF2-40B4-BE49-F238E27FC236}">
                  <a16:creationId xmlns:a16="http://schemas.microsoft.com/office/drawing/2014/main" id="{E09E8859-0489-E656-E698-CC944DC093BD}"/>
                </a:ext>
              </a:extLst>
            </p:cNvPr>
            <p:cNvSpPr/>
            <p:nvPr/>
          </p:nvSpPr>
          <p:spPr>
            <a:xfrm>
              <a:off x="2181950" y="2545026"/>
              <a:ext cx="811506" cy="7760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412813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E14E5B4F-98F8-D397-E14E-2736AB45393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123A4C7-D659-924F-055A-2875728B0F52}"/>
              </a:ext>
            </a:extLst>
          </p:cNvPr>
          <p:cNvPicPr>
            <a:picLocks noChangeAspect="1"/>
          </p:cNvPicPr>
          <p:nvPr/>
        </p:nvPicPr>
        <p:blipFill>
          <a:blip r:embed="rId3"/>
          <a:srcRect b="39581"/>
          <a:stretch>
            <a:fillRect/>
          </a:stretch>
        </p:blipFill>
        <p:spPr>
          <a:xfrm>
            <a:off x="688374" y="784861"/>
            <a:ext cx="7935954" cy="3349534"/>
          </a:xfrm>
          <a:prstGeom prst="rect">
            <a:avLst/>
          </a:prstGeom>
        </p:spPr>
      </p:pic>
      <p:sp>
        <p:nvSpPr>
          <p:cNvPr id="4" name="Rectangle 3">
            <a:extLst>
              <a:ext uri="{FF2B5EF4-FFF2-40B4-BE49-F238E27FC236}">
                <a16:creationId xmlns:a16="http://schemas.microsoft.com/office/drawing/2014/main" id="{0DFA16B8-5242-3F83-31BD-50A4EDFE7B47}"/>
              </a:ext>
            </a:extLst>
          </p:cNvPr>
          <p:cNvSpPr/>
          <p:nvPr/>
        </p:nvSpPr>
        <p:spPr>
          <a:xfrm>
            <a:off x="1021286" y="942589"/>
            <a:ext cx="323851" cy="2095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ED6C209-05ED-F14A-146F-FFD4B2659A09}"/>
              </a:ext>
            </a:extLst>
          </p:cNvPr>
          <p:cNvSpPr/>
          <p:nvPr/>
        </p:nvSpPr>
        <p:spPr>
          <a:xfrm>
            <a:off x="609600" y="693420"/>
            <a:ext cx="323851" cy="24916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50524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3"/>
          <p:cNvSpPr txBox="1"/>
          <p:nvPr/>
        </p:nvSpPr>
        <p:spPr>
          <a:xfrm>
            <a:off x="972550" y="2924225"/>
            <a:ext cx="6723600" cy="484718"/>
          </a:xfrm>
          <a:prstGeom prst="rect">
            <a:avLst/>
          </a:prstGeom>
          <a:noFill/>
          <a:ln w="9525" cap="flat" cmpd="sng">
            <a:solidFill>
              <a:srgbClr val="FFFFFF"/>
            </a:solidFill>
            <a:prstDash val="solid"/>
            <a:round/>
            <a:headEnd type="none" w="sm" len="sm"/>
            <a:tailEnd type="none" w="sm" len="sm"/>
          </a:ln>
        </p:spPr>
        <p:txBody>
          <a:bodyPr spcFirstLastPara="1" wrap="square" lIns="68575" tIns="34275" rIns="68575" bIns="34275" anchor="t" anchorCtr="0">
            <a:spAutoFit/>
          </a:bodyPr>
          <a:lstStyle/>
          <a:p>
            <a:pPr marL="342900" lvl="0" indent="-279400" algn="just" rtl="0">
              <a:lnSpc>
                <a:spcPct val="150000"/>
              </a:lnSpc>
              <a:spcBef>
                <a:spcPts val="0"/>
              </a:spcBef>
              <a:spcAft>
                <a:spcPts val="0"/>
              </a:spcAft>
              <a:buClr>
                <a:schemeClr val="dk1"/>
              </a:buClr>
              <a:buSzPts val="1800"/>
              <a:buFont typeface="Noto Sans Symbols"/>
              <a:buChar char="✔"/>
            </a:pPr>
            <a:r>
              <a:rPr lang="ca" sz="1800" dirty="0">
                <a:solidFill>
                  <a:schemeClr val="dk1"/>
                </a:solidFill>
                <a:highlight>
                  <a:srgbClr val="FFFFFF"/>
                </a:highlight>
              </a:rPr>
              <a:t>Wireless optogenetics/fiber photometry</a:t>
            </a:r>
            <a:endParaRPr sz="1800" dirty="0">
              <a:solidFill>
                <a:schemeClr val="dk1"/>
              </a:solidFill>
              <a:highlight>
                <a:srgbClr val="FFFFFF"/>
              </a:highlight>
            </a:endParaRPr>
          </a:p>
        </p:txBody>
      </p:sp>
      <p:sp>
        <p:nvSpPr>
          <p:cNvPr id="244" name="Google Shape;244;p33"/>
          <p:cNvSpPr txBox="1"/>
          <p:nvPr/>
        </p:nvSpPr>
        <p:spPr>
          <a:xfrm>
            <a:off x="849000" y="315461"/>
            <a:ext cx="7446000" cy="821733"/>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ca" sz="1800" b="1" dirty="0">
                <a:solidFill>
                  <a:schemeClr val="dk1"/>
                </a:solidFill>
                <a:latin typeface="Roboto" panose="02000000000000000000" pitchFamily="2" charset="0"/>
                <a:ea typeface="Roboto" panose="02000000000000000000" pitchFamily="2" charset="0"/>
                <a:cs typeface="Roboto" panose="02000000000000000000" pitchFamily="2" charset="0"/>
              </a:rPr>
              <a:t>Training Village allows continuous and high-quality data collection in complex cognitive tasks</a:t>
            </a:r>
            <a:endParaRPr sz="1800" b="1" dirty="0">
              <a:latin typeface="Roboto" panose="02000000000000000000" pitchFamily="2" charset="0"/>
              <a:ea typeface="Roboto" panose="02000000000000000000" pitchFamily="2" charset="0"/>
              <a:cs typeface="Roboto" panose="02000000000000000000" pitchFamily="2" charset="0"/>
            </a:endParaRPr>
          </a:p>
        </p:txBody>
      </p:sp>
      <p:grpSp>
        <p:nvGrpSpPr>
          <p:cNvPr id="246" name="Google Shape;246;p33"/>
          <p:cNvGrpSpPr/>
          <p:nvPr/>
        </p:nvGrpSpPr>
        <p:grpSpPr>
          <a:xfrm>
            <a:off x="7348750" y="1046113"/>
            <a:ext cx="1684620" cy="1674591"/>
            <a:chOff x="7076991" y="1049443"/>
            <a:chExt cx="1885960" cy="1874732"/>
          </a:xfrm>
        </p:grpSpPr>
        <p:grpSp>
          <p:nvGrpSpPr>
            <p:cNvPr id="247" name="Google Shape;247;p33"/>
            <p:cNvGrpSpPr/>
            <p:nvPr/>
          </p:nvGrpSpPr>
          <p:grpSpPr>
            <a:xfrm>
              <a:off x="7076991" y="1049443"/>
              <a:ext cx="1353952" cy="1646112"/>
              <a:chOff x="7277100" y="1076325"/>
              <a:chExt cx="1566893" cy="1905001"/>
            </a:xfrm>
          </p:grpSpPr>
          <p:pic>
            <p:nvPicPr>
              <p:cNvPr id="248" name="Google Shape;248;p33"/>
              <p:cNvPicPr preferRelativeResize="0"/>
              <p:nvPr/>
            </p:nvPicPr>
            <p:blipFill>
              <a:blip r:embed="rId3">
                <a:alphaModFix/>
              </a:blip>
              <a:stretch>
                <a:fillRect/>
              </a:stretch>
            </p:blipFill>
            <p:spPr>
              <a:xfrm>
                <a:off x="7320496" y="1156725"/>
                <a:ext cx="1523497" cy="1824601"/>
              </a:xfrm>
              <a:prstGeom prst="rect">
                <a:avLst/>
              </a:prstGeom>
              <a:noFill/>
              <a:ln>
                <a:noFill/>
              </a:ln>
            </p:spPr>
          </p:pic>
          <p:sp>
            <p:nvSpPr>
              <p:cNvPr id="249" name="Google Shape;249;p33"/>
              <p:cNvSpPr/>
              <p:nvPr/>
            </p:nvSpPr>
            <p:spPr>
              <a:xfrm>
                <a:off x="7277100" y="1076325"/>
                <a:ext cx="257100" cy="258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50" name="Google Shape;250;p33"/>
            <p:cNvSpPr txBox="1"/>
            <p:nvPr/>
          </p:nvSpPr>
          <p:spPr>
            <a:xfrm>
              <a:off x="7114490" y="2744475"/>
              <a:ext cx="1848461" cy="179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ca" sz="1300" i="1" dirty="0">
                  <a:solidFill>
                    <a:schemeClr val="dk2"/>
                  </a:solidFill>
                </a:rPr>
                <a:t>Erlich et al 2025</a:t>
              </a:r>
              <a:endParaRPr sz="1300" i="1" dirty="0">
                <a:solidFill>
                  <a:schemeClr val="dk2"/>
                </a:solidFill>
              </a:endParaRPr>
            </a:p>
          </p:txBody>
        </p:sp>
      </p:grpSp>
      <p:pic>
        <p:nvPicPr>
          <p:cNvPr id="251" name="Google Shape;251;p33"/>
          <p:cNvPicPr preferRelativeResize="0"/>
          <p:nvPr/>
        </p:nvPicPr>
        <p:blipFill rotWithShape="1">
          <a:blip r:embed="rId4">
            <a:alphaModFix/>
          </a:blip>
          <a:srcRect t="21985" r="40642"/>
          <a:stretch/>
        </p:blipFill>
        <p:spPr>
          <a:xfrm>
            <a:off x="6905781" y="2966622"/>
            <a:ext cx="1458979" cy="1226572"/>
          </a:xfrm>
          <a:prstGeom prst="rect">
            <a:avLst/>
          </a:prstGeom>
          <a:noFill/>
          <a:ln>
            <a:noFill/>
          </a:ln>
        </p:spPr>
      </p:pic>
      <p:sp>
        <p:nvSpPr>
          <p:cNvPr id="252" name="Google Shape;252;p33"/>
          <p:cNvSpPr txBox="1"/>
          <p:nvPr/>
        </p:nvSpPr>
        <p:spPr>
          <a:xfrm>
            <a:off x="972550" y="1446100"/>
            <a:ext cx="6376200" cy="461700"/>
          </a:xfrm>
          <a:prstGeom prst="rect">
            <a:avLst/>
          </a:prstGeom>
          <a:noFill/>
          <a:ln>
            <a:noFill/>
          </a:ln>
        </p:spPr>
        <p:txBody>
          <a:bodyPr spcFirstLastPara="1" wrap="square" lIns="91425" tIns="91425" rIns="91425" bIns="91425" anchor="t" anchorCtr="0">
            <a:spAutoFit/>
          </a:bodyPr>
          <a:lstStyle/>
          <a:p>
            <a:pPr marL="342900" lvl="0" indent="-279400" algn="just" rtl="0">
              <a:lnSpc>
                <a:spcPct val="150000"/>
              </a:lnSpc>
              <a:spcBef>
                <a:spcPts val="0"/>
              </a:spcBef>
              <a:spcAft>
                <a:spcPts val="0"/>
              </a:spcAft>
              <a:buClr>
                <a:schemeClr val="dk1"/>
              </a:buClr>
              <a:buSzPts val="1800"/>
              <a:buFont typeface="Noto Sans Symbols"/>
              <a:buChar char="✔"/>
            </a:pPr>
            <a:r>
              <a:rPr lang="ca" sz="1800" dirty="0">
                <a:solidFill>
                  <a:schemeClr val="dk1"/>
                </a:solidFill>
                <a:highlight>
                  <a:schemeClr val="lt1"/>
                </a:highlight>
              </a:rPr>
              <a:t>Multi-animal tasks (competition, cooperation, …) </a:t>
            </a:r>
            <a:endParaRPr sz="1800" dirty="0">
              <a:solidFill>
                <a:schemeClr val="dk1"/>
              </a:solidFill>
              <a:highlight>
                <a:schemeClr val="lt1"/>
              </a:highlight>
            </a:endParaRPr>
          </a:p>
        </p:txBody>
      </p:sp>
      <p:sp>
        <p:nvSpPr>
          <p:cNvPr id="3" name="Google Shape;127;p19">
            <a:extLst>
              <a:ext uri="{FF2B5EF4-FFF2-40B4-BE49-F238E27FC236}">
                <a16:creationId xmlns:a16="http://schemas.microsoft.com/office/drawing/2014/main" id="{3258EDEE-EC98-DD74-008B-C6457A3D513E}"/>
              </a:ext>
            </a:extLst>
          </p:cNvPr>
          <p:cNvSpPr/>
          <p:nvPr/>
        </p:nvSpPr>
        <p:spPr>
          <a:xfrm>
            <a:off x="3175"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53;p33">
            <a:extLst>
              <a:ext uri="{FF2B5EF4-FFF2-40B4-BE49-F238E27FC236}">
                <a16:creationId xmlns:a16="http://schemas.microsoft.com/office/drawing/2014/main" id="{E8251440-1ACA-9657-6CA5-F4EF917D7F68}"/>
              </a:ext>
            </a:extLst>
          </p:cNvPr>
          <p:cNvSpPr txBox="1"/>
          <p:nvPr/>
        </p:nvSpPr>
        <p:spPr>
          <a:xfrm>
            <a:off x="972550" y="2420637"/>
            <a:ext cx="6723600" cy="600134"/>
          </a:xfrm>
          <a:prstGeom prst="rect">
            <a:avLst/>
          </a:prstGeom>
          <a:noFill/>
          <a:ln>
            <a:noFill/>
          </a:ln>
        </p:spPr>
        <p:txBody>
          <a:bodyPr spcFirstLastPara="1" wrap="square" lIns="91425" tIns="91425" rIns="91425" bIns="91425" anchor="t" anchorCtr="0">
            <a:spAutoFit/>
          </a:bodyPr>
          <a:lstStyle/>
          <a:p>
            <a:pPr marL="342900" lvl="0" indent="-279400" algn="just" rtl="0">
              <a:lnSpc>
                <a:spcPct val="150000"/>
              </a:lnSpc>
              <a:spcBef>
                <a:spcPts val="0"/>
              </a:spcBef>
              <a:spcAft>
                <a:spcPts val="0"/>
              </a:spcAft>
              <a:buClr>
                <a:schemeClr val="dk1"/>
              </a:buClr>
              <a:buSzPts val="1800"/>
              <a:buChar char="✔"/>
            </a:pPr>
            <a:r>
              <a:rPr lang="ca" sz="1800" dirty="0">
                <a:solidFill>
                  <a:schemeClr val="dk1"/>
                </a:solidFill>
                <a:highlight>
                  <a:schemeClr val="lt1"/>
                </a:highlight>
              </a:rPr>
              <a:t>Longitudinal pharmacological and agining experiments</a:t>
            </a:r>
            <a:endParaRPr sz="1800" dirty="0">
              <a:solidFill>
                <a:schemeClr val="dk1"/>
              </a:solidFill>
              <a:highlight>
                <a:schemeClr val="lt1"/>
              </a:highlight>
            </a:endParaRPr>
          </a:p>
        </p:txBody>
      </p:sp>
      <p:sp>
        <p:nvSpPr>
          <p:cNvPr id="5" name="Google Shape;253;p33">
            <a:extLst>
              <a:ext uri="{FF2B5EF4-FFF2-40B4-BE49-F238E27FC236}">
                <a16:creationId xmlns:a16="http://schemas.microsoft.com/office/drawing/2014/main" id="{AA831A3B-1EA2-881D-59D8-DC7D12A03A89}"/>
              </a:ext>
            </a:extLst>
          </p:cNvPr>
          <p:cNvSpPr txBox="1"/>
          <p:nvPr/>
        </p:nvSpPr>
        <p:spPr>
          <a:xfrm>
            <a:off x="972550" y="1944479"/>
            <a:ext cx="6723600" cy="600134"/>
          </a:xfrm>
          <a:prstGeom prst="rect">
            <a:avLst/>
          </a:prstGeom>
          <a:noFill/>
          <a:ln>
            <a:noFill/>
          </a:ln>
        </p:spPr>
        <p:txBody>
          <a:bodyPr spcFirstLastPara="1" wrap="square" lIns="91425" tIns="91425" rIns="91425" bIns="91425" anchor="t" anchorCtr="0">
            <a:spAutoFit/>
          </a:bodyPr>
          <a:lstStyle/>
          <a:p>
            <a:pPr marL="342900" lvl="0" indent="-279400" algn="just" rtl="0">
              <a:lnSpc>
                <a:spcPct val="150000"/>
              </a:lnSpc>
              <a:spcBef>
                <a:spcPts val="0"/>
              </a:spcBef>
              <a:spcAft>
                <a:spcPts val="0"/>
              </a:spcAft>
              <a:buClr>
                <a:schemeClr val="dk1"/>
              </a:buClr>
              <a:buSzPts val="1800"/>
              <a:buChar char="✔"/>
            </a:pPr>
            <a:r>
              <a:rPr lang="ca" sz="1800" dirty="0">
                <a:solidFill>
                  <a:schemeClr val="dk1"/>
                </a:solidFill>
                <a:highlight>
                  <a:schemeClr val="lt1"/>
                </a:highlight>
              </a:rPr>
              <a:t>Relationship of cognitive abilities with social interactions</a:t>
            </a:r>
            <a:endParaRPr sz="1800" dirty="0">
              <a:solidFill>
                <a:schemeClr val="dk1"/>
              </a:solidFill>
              <a:highlight>
                <a:schemeClr val="lt1"/>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26415-C057-9A48-F73B-15EE5B8BDCA3}"/>
              </a:ext>
            </a:extLst>
          </p:cNvPr>
          <p:cNvSpPr>
            <a:spLocks noGrp="1"/>
          </p:cNvSpPr>
          <p:nvPr>
            <p:ph type="title"/>
          </p:nvPr>
        </p:nvSpPr>
        <p:spPr/>
        <p:txBody>
          <a:bodyPr>
            <a:normAutofit fontScale="90000"/>
          </a:bodyPr>
          <a:lstStyle/>
          <a:p>
            <a:endParaRPr lang="en-ES"/>
          </a:p>
        </p:txBody>
      </p:sp>
      <p:sp>
        <p:nvSpPr>
          <p:cNvPr id="3" name="Text Placeholder 2">
            <a:extLst>
              <a:ext uri="{FF2B5EF4-FFF2-40B4-BE49-F238E27FC236}">
                <a16:creationId xmlns:a16="http://schemas.microsoft.com/office/drawing/2014/main" id="{4ADCBB43-AEA4-7C77-B5E0-99D4B03F0487}"/>
              </a:ext>
            </a:extLst>
          </p:cNvPr>
          <p:cNvSpPr>
            <a:spLocks noGrp="1"/>
          </p:cNvSpPr>
          <p:nvPr>
            <p:ph type="body" idx="1"/>
          </p:nvPr>
        </p:nvSpPr>
        <p:spPr/>
        <p:txBody>
          <a:bodyPr/>
          <a:lstStyle/>
          <a:p>
            <a:endParaRPr lang="en-ES"/>
          </a:p>
        </p:txBody>
      </p:sp>
      <p:pic>
        <p:nvPicPr>
          <p:cNvPr id="4" name="Picture 3">
            <a:extLst>
              <a:ext uri="{FF2B5EF4-FFF2-40B4-BE49-F238E27FC236}">
                <a16:creationId xmlns:a16="http://schemas.microsoft.com/office/drawing/2014/main" id="{5E3C427F-E5EB-EC3E-58DC-9FD43AF0C73D}"/>
              </a:ext>
            </a:extLst>
          </p:cNvPr>
          <p:cNvPicPr>
            <a:picLocks noChangeAspect="1"/>
          </p:cNvPicPr>
          <p:nvPr/>
        </p:nvPicPr>
        <p:blipFill>
          <a:blip r:embed="rId2"/>
          <a:stretch>
            <a:fillRect/>
          </a:stretch>
        </p:blipFill>
        <p:spPr>
          <a:xfrm>
            <a:off x="4669109" y="843259"/>
            <a:ext cx="3698823" cy="1457566"/>
          </a:xfrm>
          <a:prstGeom prst="rect">
            <a:avLst/>
          </a:prstGeom>
        </p:spPr>
      </p:pic>
      <p:pic>
        <p:nvPicPr>
          <p:cNvPr id="5" name="Picture 4">
            <a:extLst>
              <a:ext uri="{FF2B5EF4-FFF2-40B4-BE49-F238E27FC236}">
                <a16:creationId xmlns:a16="http://schemas.microsoft.com/office/drawing/2014/main" id="{F3DD350D-331D-2AD4-9C47-4FD54FC3F147}"/>
              </a:ext>
            </a:extLst>
          </p:cNvPr>
          <p:cNvPicPr>
            <a:picLocks noChangeAspect="1"/>
          </p:cNvPicPr>
          <p:nvPr/>
        </p:nvPicPr>
        <p:blipFill>
          <a:blip r:embed="rId3"/>
          <a:stretch>
            <a:fillRect/>
          </a:stretch>
        </p:blipFill>
        <p:spPr>
          <a:xfrm>
            <a:off x="685800" y="744970"/>
            <a:ext cx="3518941" cy="1654144"/>
          </a:xfrm>
          <a:prstGeom prst="rect">
            <a:avLst/>
          </a:prstGeom>
        </p:spPr>
      </p:pic>
      <p:pic>
        <p:nvPicPr>
          <p:cNvPr id="6" name="Picture 5">
            <a:extLst>
              <a:ext uri="{FF2B5EF4-FFF2-40B4-BE49-F238E27FC236}">
                <a16:creationId xmlns:a16="http://schemas.microsoft.com/office/drawing/2014/main" id="{6830E170-6736-F934-CA31-D07CD60578AA}"/>
              </a:ext>
            </a:extLst>
          </p:cNvPr>
          <p:cNvPicPr>
            <a:picLocks noChangeAspect="1"/>
          </p:cNvPicPr>
          <p:nvPr/>
        </p:nvPicPr>
        <p:blipFill>
          <a:blip r:embed="rId4"/>
          <a:stretch>
            <a:fillRect/>
          </a:stretch>
        </p:blipFill>
        <p:spPr>
          <a:xfrm>
            <a:off x="490928" y="2532540"/>
            <a:ext cx="7772400" cy="1955094"/>
          </a:xfrm>
          <a:prstGeom prst="rect">
            <a:avLst/>
          </a:prstGeom>
        </p:spPr>
      </p:pic>
    </p:spTree>
    <p:extLst>
      <p:ext uri="{BB962C8B-B14F-4D97-AF65-F5344CB8AC3E}">
        <p14:creationId xmlns:p14="http://schemas.microsoft.com/office/powerpoint/2010/main" val="350691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1297996" y="1105293"/>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55" name="Google Shape;55;p13"/>
          <p:cNvSpPr/>
          <p:nvPr/>
        </p:nvSpPr>
        <p:spPr>
          <a:xfrm>
            <a:off x="1651393" y="1105293"/>
            <a:ext cx="271200" cy="271200"/>
          </a:xfrm>
          <a:prstGeom prst="ellipse">
            <a:avLst/>
          </a:prstGeom>
          <a:solidFill>
            <a:srgbClr val="FFD966"/>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56" name="Google Shape;56;p13"/>
          <p:cNvSpPr/>
          <p:nvPr/>
        </p:nvSpPr>
        <p:spPr>
          <a:xfrm>
            <a:off x="2004790" y="1105293"/>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pic>
        <p:nvPicPr>
          <p:cNvPr id="57" name="Google Shape;57;p13"/>
          <p:cNvPicPr preferRelativeResize="0"/>
          <p:nvPr/>
        </p:nvPicPr>
        <p:blipFill>
          <a:blip r:embed="rId3">
            <a:alphaModFix/>
          </a:blip>
          <a:stretch>
            <a:fillRect/>
          </a:stretch>
        </p:blipFill>
        <p:spPr>
          <a:xfrm rot="10800000">
            <a:off x="1610597" y="1257636"/>
            <a:ext cx="502707" cy="495957"/>
          </a:xfrm>
          <a:prstGeom prst="rect">
            <a:avLst/>
          </a:prstGeom>
          <a:noFill/>
          <a:ln>
            <a:noFill/>
          </a:ln>
        </p:spPr>
      </p:pic>
      <p:sp>
        <p:nvSpPr>
          <p:cNvPr id="58" name="Google Shape;58;p13"/>
          <p:cNvSpPr/>
          <p:nvPr/>
        </p:nvSpPr>
        <p:spPr>
          <a:xfrm>
            <a:off x="2750746" y="1105293"/>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59" name="Google Shape;59;p13"/>
          <p:cNvSpPr/>
          <p:nvPr/>
        </p:nvSpPr>
        <p:spPr>
          <a:xfrm>
            <a:off x="3104143" y="1105293"/>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60" name="Google Shape;60;p13"/>
          <p:cNvSpPr/>
          <p:nvPr/>
        </p:nvSpPr>
        <p:spPr>
          <a:xfrm>
            <a:off x="3457540" y="1105293"/>
            <a:ext cx="271200" cy="271200"/>
          </a:xfrm>
          <a:prstGeom prst="ellipse">
            <a:avLst/>
          </a:prstGeom>
          <a:solidFill>
            <a:srgbClr val="FFD966"/>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pic>
        <p:nvPicPr>
          <p:cNvPr id="61" name="Google Shape;61;p13"/>
          <p:cNvPicPr preferRelativeResize="0"/>
          <p:nvPr/>
        </p:nvPicPr>
        <p:blipFill>
          <a:blip r:embed="rId3">
            <a:alphaModFix/>
          </a:blip>
          <a:stretch>
            <a:fillRect/>
          </a:stretch>
        </p:blipFill>
        <p:spPr>
          <a:xfrm rot="10800000">
            <a:off x="3063347" y="1448136"/>
            <a:ext cx="502707" cy="495957"/>
          </a:xfrm>
          <a:prstGeom prst="rect">
            <a:avLst/>
          </a:prstGeom>
          <a:noFill/>
          <a:ln>
            <a:noFill/>
          </a:ln>
        </p:spPr>
      </p:pic>
      <p:sp>
        <p:nvSpPr>
          <p:cNvPr id="62" name="Google Shape;62;p13"/>
          <p:cNvSpPr/>
          <p:nvPr/>
        </p:nvSpPr>
        <p:spPr>
          <a:xfrm>
            <a:off x="4104146" y="1105293"/>
            <a:ext cx="271200" cy="271200"/>
          </a:xfrm>
          <a:prstGeom prst="ellipse">
            <a:avLst/>
          </a:prstGeom>
          <a:solidFill>
            <a:srgbClr val="FFD966"/>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63" name="Google Shape;63;p13"/>
          <p:cNvSpPr/>
          <p:nvPr/>
        </p:nvSpPr>
        <p:spPr>
          <a:xfrm>
            <a:off x="4457543" y="1105293"/>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64" name="Google Shape;64;p13"/>
          <p:cNvSpPr/>
          <p:nvPr/>
        </p:nvSpPr>
        <p:spPr>
          <a:xfrm>
            <a:off x="4810940" y="1105293"/>
            <a:ext cx="271200" cy="271200"/>
          </a:xfrm>
          <a:prstGeom prst="ellipse">
            <a:avLst/>
          </a:prstGeom>
          <a:solidFill>
            <a:srgbClr val="FFD966"/>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65" name="Google Shape;65;p13"/>
          <p:cNvSpPr/>
          <p:nvPr/>
        </p:nvSpPr>
        <p:spPr>
          <a:xfrm>
            <a:off x="6890420" y="1105293"/>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66" name="Google Shape;66;p13"/>
          <p:cNvSpPr/>
          <p:nvPr/>
        </p:nvSpPr>
        <p:spPr>
          <a:xfrm>
            <a:off x="7243818" y="1105293"/>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67" name="Google Shape;67;p13"/>
          <p:cNvSpPr/>
          <p:nvPr/>
        </p:nvSpPr>
        <p:spPr>
          <a:xfrm>
            <a:off x="7597215" y="1105293"/>
            <a:ext cx="271200" cy="271200"/>
          </a:xfrm>
          <a:prstGeom prst="ellipse">
            <a:avLst/>
          </a:prstGeom>
          <a:solidFill>
            <a:srgbClr val="6D9EEB"/>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pic>
        <p:nvPicPr>
          <p:cNvPr id="68" name="Google Shape;68;p13"/>
          <p:cNvPicPr preferRelativeResize="0"/>
          <p:nvPr/>
        </p:nvPicPr>
        <p:blipFill>
          <a:blip r:embed="rId3">
            <a:alphaModFix/>
          </a:blip>
          <a:stretch>
            <a:fillRect/>
          </a:stretch>
        </p:blipFill>
        <p:spPr>
          <a:xfrm rot="10800000">
            <a:off x="7550891" y="1257636"/>
            <a:ext cx="502707" cy="495957"/>
          </a:xfrm>
          <a:prstGeom prst="rect">
            <a:avLst/>
          </a:prstGeom>
          <a:noFill/>
          <a:ln>
            <a:noFill/>
          </a:ln>
        </p:spPr>
      </p:pic>
      <p:sp>
        <p:nvSpPr>
          <p:cNvPr id="69" name="Google Shape;69;p13"/>
          <p:cNvSpPr txBox="1"/>
          <p:nvPr/>
        </p:nvSpPr>
        <p:spPr>
          <a:xfrm>
            <a:off x="1439057" y="2015719"/>
            <a:ext cx="723300" cy="415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ca" sz="1500" b="1">
                <a:solidFill>
                  <a:schemeClr val="dk2"/>
                </a:solidFill>
              </a:rPr>
              <a:t>Start</a:t>
            </a:r>
            <a:endParaRPr sz="1500" b="1">
              <a:solidFill>
                <a:schemeClr val="dk2"/>
              </a:solidFill>
            </a:endParaRPr>
          </a:p>
        </p:txBody>
      </p:sp>
      <p:sp>
        <p:nvSpPr>
          <p:cNvPr id="70" name="Google Shape;70;p13"/>
          <p:cNvSpPr txBox="1"/>
          <p:nvPr/>
        </p:nvSpPr>
        <p:spPr>
          <a:xfrm>
            <a:off x="1610597" y="226893"/>
            <a:ext cx="6170388"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sz="1800" dirty="0">
                <a:solidFill>
                  <a:schemeClr val="dk1"/>
                </a:solidFill>
              </a:rPr>
              <a:t>A Task example: Delayed Side-Cue Discrimination Task</a:t>
            </a:r>
            <a:endParaRPr sz="1800" dirty="0">
              <a:solidFill>
                <a:schemeClr val="dk1"/>
              </a:solidFill>
            </a:endParaRPr>
          </a:p>
        </p:txBody>
      </p:sp>
      <p:pic>
        <p:nvPicPr>
          <p:cNvPr id="71" name="Google Shape;71;p13"/>
          <p:cNvPicPr preferRelativeResize="0"/>
          <p:nvPr/>
        </p:nvPicPr>
        <p:blipFill>
          <a:blip r:embed="rId3">
            <a:alphaModFix/>
          </a:blip>
          <a:stretch>
            <a:fillRect/>
          </a:stretch>
        </p:blipFill>
        <p:spPr>
          <a:xfrm rot="10800000">
            <a:off x="4406379" y="1448136"/>
            <a:ext cx="502707" cy="495957"/>
          </a:xfrm>
          <a:prstGeom prst="rect">
            <a:avLst/>
          </a:prstGeom>
          <a:noFill/>
          <a:ln>
            <a:noFill/>
          </a:ln>
        </p:spPr>
      </p:pic>
      <p:sp>
        <p:nvSpPr>
          <p:cNvPr id="72" name="Google Shape;72;p13"/>
          <p:cNvSpPr/>
          <p:nvPr/>
        </p:nvSpPr>
        <p:spPr>
          <a:xfrm>
            <a:off x="5454249" y="1106035"/>
            <a:ext cx="271200" cy="271200"/>
          </a:xfrm>
          <a:prstGeom prst="ellipse">
            <a:avLst/>
          </a:prstGeom>
          <a:solidFill>
            <a:srgbClr val="FFD966"/>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73" name="Google Shape;73;p13"/>
          <p:cNvSpPr/>
          <p:nvPr/>
        </p:nvSpPr>
        <p:spPr>
          <a:xfrm>
            <a:off x="5807647" y="1106035"/>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74" name="Google Shape;74;p13"/>
          <p:cNvSpPr/>
          <p:nvPr/>
        </p:nvSpPr>
        <p:spPr>
          <a:xfrm>
            <a:off x="6161044" y="1106035"/>
            <a:ext cx="271200" cy="271200"/>
          </a:xfrm>
          <a:prstGeom prst="ellipse">
            <a:avLst/>
          </a:prstGeom>
          <a:solidFill>
            <a:srgbClr val="FFD966"/>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pic>
        <p:nvPicPr>
          <p:cNvPr id="75" name="Google Shape;75;p13"/>
          <p:cNvPicPr preferRelativeResize="0"/>
          <p:nvPr/>
        </p:nvPicPr>
        <p:blipFill>
          <a:blip r:embed="rId3">
            <a:alphaModFix/>
          </a:blip>
          <a:stretch>
            <a:fillRect/>
          </a:stretch>
        </p:blipFill>
        <p:spPr>
          <a:xfrm rot="10800000">
            <a:off x="6124084" y="1257640"/>
            <a:ext cx="502707" cy="495957"/>
          </a:xfrm>
          <a:prstGeom prst="rect">
            <a:avLst/>
          </a:prstGeom>
          <a:noFill/>
          <a:ln>
            <a:noFill/>
          </a:ln>
        </p:spPr>
      </p:pic>
      <p:sp>
        <p:nvSpPr>
          <p:cNvPr id="76" name="Google Shape;76;p13"/>
          <p:cNvSpPr txBox="1"/>
          <p:nvPr/>
        </p:nvSpPr>
        <p:spPr>
          <a:xfrm>
            <a:off x="2654450" y="2015719"/>
            <a:ext cx="1170600" cy="415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ca" sz="1500" b="1">
                <a:solidFill>
                  <a:schemeClr val="dk2"/>
                </a:solidFill>
              </a:rPr>
              <a:t>First Cue</a:t>
            </a:r>
            <a:endParaRPr sz="1500" b="1">
              <a:solidFill>
                <a:schemeClr val="dk2"/>
              </a:solidFill>
            </a:endParaRPr>
          </a:p>
        </p:txBody>
      </p:sp>
      <p:sp>
        <p:nvSpPr>
          <p:cNvPr id="77" name="Google Shape;77;p13"/>
          <p:cNvSpPr txBox="1"/>
          <p:nvPr/>
        </p:nvSpPr>
        <p:spPr>
          <a:xfrm>
            <a:off x="4007850" y="2015719"/>
            <a:ext cx="11706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ca" sz="1500" b="1">
                <a:solidFill>
                  <a:schemeClr val="dk2"/>
                </a:solidFill>
              </a:rPr>
              <a:t>Delayed Cue</a:t>
            </a:r>
            <a:endParaRPr sz="1500" b="1">
              <a:solidFill>
                <a:schemeClr val="dk2"/>
              </a:solidFill>
            </a:endParaRPr>
          </a:p>
        </p:txBody>
      </p:sp>
      <p:sp>
        <p:nvSpPr>
          <p:cNvPr id="78" name="Google Shape;78;p13"/>
          <p:cNvSpPr txBox="1"/>
          <p:nvPr/>
        </p:nvSpPr>
        <p:spPr>
          <a:xfrm>
            <a:off x="5196838" y="2015719"/>
            <a:ext cx="14928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ca" sz="1500" b="1">
                <a:solidFill>
                  <a:schemeClr val="dk2"/>
                </a:solidFill>
              </a:rPr>
              <a:t>Choose first side</a:t>
            </a:r>
            <a:endParaRPr sz="1500" b="1">
              <a:solidFill>
                <a:schemeClr val="dk2"/>
              </a:solidFill>
            </a:endParaRPr>
          </a:p>
        </p:txBody>
      </p:sp>
      <p:sp>
        <p:nvSpPr>
          <p:cNvPr id="79" name="Google Shape;79;p13"/>
          <p:cNvSpPr txBox="1"/>
          <p:nvPr/>
        </p:nvSpPr>
        <p:spPr>
          <a:xfrm>
            <a:off x="6633025" y="2015719"/>
            <a:ext cx="1492800" cy="415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ca" sz="1500" b="1">
                <a:solidFill>
                  <a:schemeClr val="dk2"/>
                </a:solidFill>
              </a:rPr>
              <a:t>Reward</a:t>
            </a:r>
            <a:endParaRPr sz="1500" b="1">
              <a:solidFill>
                <a:schemeClr val="dk2"/>
              </a:solidFill>
            </a:endParaRPr>
          </a:p>
        </p:txBody>
      </p:sp>
      <p:sp>
        <p:nvSpPr>
          <p:cNvPr id="80" name="Google Shape;80;p13"/>
          <p:cNvSpPr/>
          <p:nvPr/>
        </p:nvSpPr>
        <p:spPr>
          <a:xfrm>
            <a:off x="3800417" y="2864742"/>
            <a:ext cx="3293592" cy="192040"/>
          </a:xfrm>
          <a:custGeom>
            <a:avLst/>
            <a:gdLst/>
            <a:ahLst/>
            <a:cxnLst/>
            <a:rect l="l" t="t" r="r" b="b"/>
            <a:pathLst>
              <a:path w="70952" h="4137" extrusionOk="0">
                <a:moveTo>
                  <a:pt x="0" y="4137"/>
                </a:moveTo>
                <a:lnTo>
                  <a:pt x="11115" y="4137"/>
                </a:lnTo>
                <a:lnTo>
                  <a:pt x="10992" y="0"/>
                </a:lnTo>
                <a:lnTo>
                  <a:pt x="14265" y="0"/>
                </a:lnTo>
                <a:lnTo>
                  <a:pt x="14326" y="4137"/>
                </a:lnTo>
                <a:lnTo>
                  <a:pt x="70952" y="4137"/>
                </a:lnTo>
              </a:path>
            </a:pathLst>
          </a:custGeom>
          <a:noFill/>
          <a:ln w="19050" cap="flat" cmpd="sng">
            <a:solidFill>
              <a:srgbClr val="434343"/>
            </a:solidFill>
            <a:prstDash val="solid"/>
            <a:round/>
            <a:headEnd type="none" w="med" len="med"/>
            <a:tailEnd type="none" w="med" len="med"/>
          </a:ln>
        </p:spPr>
        <p:txBody>
          <a:bodyPr/>
          <a:lstStyle/>
          <a:p>
            <a:endParaRPr lang="en-ES"/>
          </a:p>
        </p:txBody>
      </p:sp>
      <p:sp>
        <p:nvSpPr>
          <p:cNvPr id="81" name="Google Shape;81;p13"/>
          <p:cNvSpPr/>
          <p:nvPr/>
        </p:nvSpPr>
        <p:spPr>
          <a:xfrm>
            <a:off x="3798142" y="3185322"/>
            <a:ext cx="3305893" cy="200581"/>
          </a:xfrm>
          <a:custGeom>
            <a:avLst/>
            <a:gdLst/>
            <a:ahLst/>
            <a:cxnLst/>
            <a:rect l="l" t="t" r="r" b="b"/>
            <a:pathLst>
              <a:path w="71217" h="4321" extrusionOk="0">
                <a:moveTo>
                  <a:pt x="0" y="4101"/>
                </a:moveTo>
                <a:lnTo>
                  <a:pt x="17816" y="4189"/>
                </a:lnTo>
                <a:lnTo>
                  <a:pt x="17816" y="132"/>
                </a:lnTo>
                <a:lnTo>
                  <a:pt x="56180" y="0"/>
                </a:lnTo>
                <a:lnTo>
                  <a:pt x="56136" y="4321"/>
                </a:lnTo>
                <a:lnTo>
                  <a:pt x="71217" y="4321"/>
                </a:lnTo>
              </a:path>
            </a:pathLst>
          </a:custGeom>
          <a:noFill/>
          <a:ln w="19050" cap="flat" cmpd="sng">
            <a:solidFill>
              <a:srgbClr val="674EA7"/>
            </a:solidFill>
            <a:prstDash val="solid"/>
            <a:round/>
            <a:headEnd type="none" w="med" len="med"/>
            <a:tailEnd type="none" w="med" len="med"/>
          </a:ln>
        </p:spPr>
        <p:txBody>
          <a:bodyPr/>
          <a:lstStyle/>
          <a:p>
            <a:endParaRPr lang="en-ES"/>
          </a:p>
        </p:txBody>
      </p:sp>
      <p:sp>
        <p:nvSpPr>
          <p:cNvPr id="82" name="Google Shape;82;p13"/>
          <p:cNvSpPr/>
          <p:nvPr/>
        </p:nvSpPr>
        <p:spPr>
          <a:xfrm>
            <a:off x="3800138" y="3488266"/>
            <a:ext cx="3309653" cy="193200"/>
          </a:xfrm>
          <a:custGeom>
            <a:avLst/>
            <a:gdLst/>
            <a:ahLst/>
            <a:cxnLst/>
            <a:rect l="l" t="t" r="r" b="b"/>
            <a:pathLst>
              <a:path w="71298" h="4162" extrusionOk="0">
                <a:moveTo>
                  <a:pt x="0" y="4072"/>
                </a:moveTo>
                <a:lnTo>
                  <a:pt x="41188" y="4057"/>
                </a:lnTo>
                <a:lnTo>
                  <a:pt x="41188" y="0"/>
                </a:lnTo>
                <a:lnTo>
                  <a:pt x="56309" y="42"/>
                </a:lnTo>
                <a:lnTo>
                  <a:pt x="56309" y="4162"/>
                </a:lnTo>
                <a:lnTo>
                  <a:pt x="71298" y="4098"/>
                </a:lnTo>
              </a:path>
            </a:pathLst>
          </a:custGeom>
          <a:noFill/>
          <a:ln w="19050" cap="flat" cmpd="sng">
            <a:solidFill>
              <a:srgbClr val="674EA7"/>
            </a:solidFill>
            <a:prstDash val="solid"/>
            <a:round/>
            <a:headEnd type="none" w="med" len="med"/>
            <a:tailEnd type="none" w="med" len="med"/>
          </a:ln>
        </p:spPr>
        <p:txBody>
          <a:bodyPr/>
          <a:lstStyle/>
          <a:p>
            <a:endParaRPr lang="en-ES"/>
          </a:p>
        </p:txBody>
      </p:sp>
      <p:sp>
        <p:nvSpPr>
          <p:cNvPr id="83" name="Google Shape;83;p13"/>
          <p:cNvSpPr/>
          <p:nvPr/>
        </p:nvSpPr>
        <p:spPr>
          <a:xfrm>
            <a:off x="3800602" y="3836282"/>
            <a:ext cx="3308493" cy="183777"/>
          </a:xfrm>
          <a:custGeom>
            <a:avLst/>
            <a:gdLst/>
            <a:ahLst/>
            <a:cxnLst/>
            <a:rect l="l" t="t" r="r" b="b"/>
            <a:pathLst>
              <a:path w="71273" h="3959" extrusionOk="0">
                <a:moveTo>
                  <a:pt x="0" y="3782"/>
                </a:moveTo>
                <a:lnTo>
                  <a:pt x="57144" y="3923"/>
                </a:lnTo>
                <a:lnTo>
                  <a:pt x="57144" y="0"/>
                </a:lnTo>
                <a:lnTo>
                  <a:pt x="60486" y="0"/>
                </a:lnTo>
                <a:lnTo>
                  <a:pt x="60558" y="3959"/>
                </a:lnTo>
                <a:lnTo>
                  <a:pt x="71273" y="3923"/>
                </a:lnTo>
              </a:path>
            </a:pathLst>
          </a:custGeom>
          <a:noFill/>
          <a:ln w="19050" cap="flat" cmpd="sng">
            <a:solidFill>
              <a:srgbClr val="434343"/>
            </a:solidFill>
            <a:prstDash val="solid"/>
            <a:round/>
            <a:headEnd type="none" w="med" len="med"/>
            <a:tailEnd type="none" w="med" len="med"/>
          </a:ln>
        </p:spPr>
        <p:txBody>
          <a:bodyPr/>
          <a:lstStyle/>
          <a:p>
            <a:endParaRPr lang="en-ES"/>
          </a:p>
        </p:txBody>
      </p:sp>
      <p:sp>
        <p:nvSpPr>
          <p:cNvPr id="84" name="Google Shape;84;p13"/>
          <p:cNvSpPr txBox="1"/>
          <p:nvPr/>
        </p:nvSpPr>
        <p:spPr>
          <a:xfrm>
            <a:off x="2642466" y="2803115"/>
            <a:ext cx="1411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ca" b="1">
                <a:solidFill>
                  <a:schemeClr val="dk2"/>
                </a:solidFill>
              </a:rPr>
              <a:t>Start poke</a:t>
            </a:r>
            <a:endParaRPr b="1">
              <a:solidFill>
                <a:schemeClr val="dk2"/>
              </a:solidFill>
            </a:endParaRPr>
          </a:p>
        </p:txBody>
      </p:sp>
      <p:sp>
        <p:nvSpPr>
          <p:cNvPr id="85" name="Google Shape;85;p13"/>
          <p:cNvSpPr txBox="1"/>
          <p:nvPr/>
        </p:nvSpPr>
        <p:spPr>
          <a:xfrm>
            <a:off x="2680314" y="3132128"/>
            <a:ext cx="1411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ca" b="1">
                <a:solidFill>
                  <a:srgbClr val="674EA7"/>
                </a:solidFill>
              </a:rPr>
              <a:t>First Cue</a:t>
            </a:r>
            <a:endParaRPr b="1">
              <a:solidFill>
                <a:srgbClr val="674EA7"/>
              </a:solidFill>
            </a:endParaRPr>
          </a:p>
        </p:txBody>
      </p:sp>
      <p:sp>
        <p:nvSpPr>
          <p:cNvPr id="86" name="Google Shape;86;p13"/>
          <p:cNvSpPr txBox="1"/>
          <p:nvPr/>
        </p:nvSpPr>
        <p:spPr>
          <a:xfrm>
            <a:off x="2535231" y="3426935"/>
            <a:ext cx="1411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ca" b="1">
                <a:solidFill>
                  <a:srgbClr val="674EA7"/>
                </a:solidFill>
              </a:rPr>
              <a:t>Delayed Cue</a:t>
            </a:r>
            <a:endParaRPr b="1">
              <a:solidFill>
                <a:srgbClr val="674EA7"/>
              </a:solidFill>
            </a:endParaRPr>
          </a:p>
        </p:txBody>
      </p:sp>
      <p:sp>
        <p:nvSpPr>
          <p:cNvPr id="87" name="Google Shape;87;p13"/>
          <p:cNvSpPr txBox="1"/>
          <p:nvPr/>
        </p:nvSpPr>
        <p:spPr>
          <a:xfrm>
            <a:off x="2528923" y="3763488"/>
            <a:ext cx="1411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ca" b="1">
                <a:solidFill>
                  <a:schemeClr val="dk2"/>
                </a:solidFill>
              </a:rPr>
              <a:t>Choice poke</a:t>
            </a:r>
            <a:endParaRPr b="1">
              <a:solidFill>
                <a:schemeClr val="dk2"/>
              </a:solidFill>
            </a:endParaRPr>
          </a:p>
        </p:txBody>
      </p:sp>
      <p:cxnSp>
        <p:nvCxnSpPr>
          <p:cNvPr id="88" name="Google Shape;88;p13"/>
          <p:cNvCxnSpPr/>
          <p:nvPr/>
        </p:nvCxnSpPr>
        <p:spPr>
          <a:xfrm>
            <a:off x="4625842" y="2855899"/>
            <a:ext cx="4500" cy="1564800"/>
          </a:xfrm>
          <a:prstGeom prst="straightConnector1">
            <a:avLst/>
          </a:prstGeom>
          <a:noFill/>
          <a:ln w="9525" cap="flat" cmpd="sng">
            <a:solidFill>
              <a:srgbClr val="E06666"/>
            </a:solidFill>
            <a:prstDash val="dash"/>
            <a:round/>
            <a:headEnd type="none" w="med" len="med"/>
            <a:tailEnd type="none" w="med" len="med"/>
          </a:ln>
        </p:spPr>
      </p:cxnSp>
      <p:cxnSp>
        <p:nvCxnSpPr>
          <p:cNvPr id="89" name="Google Shape;89;p13"/>
          <p:cNvCxnSpPr/>
          <p:nvPr/>
        </p:nvCxnSpPr>
        <p:spPr>
          <a:xfrm>
            <a:off x="5720492" y="2855899"/>
            <a:ext cx="4500" cy="1564800"/>
          </a:xfrm>
          <a:prstGeom prst="straightConnector1">
            <a:avLst/>
          </a:prstGeom>
          <a:noFill/>
          <a:ln w="9525" cap="flat" cmpd="sng">
            <a:solidFill>
              <a:srgbClr val="E06666"/>
            </a:solidFill>
            <a:prstDash val="dash"/>
            <a:round/>
            <a:headEnd type="none" w="med" len="med"/>
            <a:tailEnd type="none" w="med" len="med"/>
          </a:ln>
        </p:spPr>
      </p:cxnSp>
      <p:cxnSp>
        <p:nvCxnSpPr>
          <p:cNvPr id="90" name="Google Shape;90;p13"/>
          <p:cNvCxnSpPr/>
          <p:nvPr/>
        </p:nvCxnSpPr>
        <p:spPr>
          <a:xfrm>
            <a:off x="4635442" y="4315848"/>
            <a:ext cx="1074600" cy="4500"/>
          </a:xfrm>
          <a:prstGeom prst="straightConnector1">
            <a:avLst/>
          </a:prstGeom>
          <a:noFill/>
          <a:ln w="9525" cap="flat" cmpd="sng">
            <a:solidFill>
              <a:srgbClr val="E06666"/>
            </a:solidFill>
            <a:prstDash val="solid"/>
            <a:round/>
            <a:headEnd type="stealth" w="med" len="med"/>
            <a:tailEnd type="stealth" w="med" len="med"/>
          </a:ln>
        </p:spPr>
      </p:cxnSp>
      <p:sp>
        <p:nvSpPr>
          <p:cNvPr id="91" name="Google Shape;91;p13"/>
          <p:cNvSpPr txBox="1"/>
          <p:nvPr/>
        </p:nvSpPr>
        <p:spPr>
          <a:xfrm>
            <a:off x="3956033" y="4267226"/>
            <a:ext cx="24369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ca" sz="1200" b="1">
                <a:solidFill>
                  <a:schemeClr val="dk2"/>
                </a:solidFill>
              </a:rPr>
              <a:t>Async Delay</a:t>
            </a:r>
            <a:endParaRPr sz="1200" b="1">
              <a:solidFill>
                <a:schemeClr val="dk2"/>
              </a:solidFill>
            </a:endParaRPr>
          </a:p>
          <a:p>
            <a:pPr marL="0" lvl="0" indent="0" algn="ctr" rtl="0">
              <a:spcBef>
                <a:spcPts val="0"/>
              </a:spcBef>
              <a:spcAft>
                <a:spcPts val="0"/>
              </a:spcAft>
              <a:buNone/>
            </a:pPr>
            <a:r>
              <a:rPr lang="ca" sz="1200">
                <a:solidFill>
                  <a:schemeClr val="dk2"/>
                </a:solidFill>
              </a:rPr>
              <a:t>[0, 100, 250, 500, 1000, +∞]</a:t>
            </a:r>
            <a:endParaRPr sz="1200">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cxnSp>
        <p:nvCxnSpPr>
          <p:cNvPr id="96" name="Google Shape;96;p14"/>
          <p:cNvCxnSpPr>
            <a:stCxn id="97" idx="0"/>
            <a:endCxn id="98" idx="2"/>
          </p:cNvCxnSpPr>
          <p:nvPr/>
        </p:nvCxnSpPr>
        <p:spPr>
          <a:xfrm rot="-5400000">
            <a:off x="1248123" y="1199219"/>
            <a:ext cx="1941000" cy="2294700"/>
          </a:xfrm>
          <a:prstGeom prst="bentConnector3">
            <a:avLst>
              <a:gd name="adj1" fmla="val 112266"/>
            </a:avLst>
          </a:prstGeom>
          <a:noFill/>
          <a:ln w="17350" cap="flat" cmpd="sng">
            <a:solidFill>
              <a:srgbClr val="E69138"/>
            </a:solidFill>
            <a:prstDash val="solid"/>
            <a:round/>
            <a:headEnd type="none" w="med" len="med"/>
            <a:tailEnd type="none" w="med" len="med"/>
          </a:ln>
        </p:spPr>
      </p:cxnSp>
      <p:sp>
        <p:nvSpPr>
          <p:cNvPr id="99" name="Google Shape;99;p14"/>
          <p:cNvSpPr/>
          <p:nvPr/>
        </p:nvSpPr>
        <p:spPr>
          <a:xfrm>
            <a:off x="4585500" y="2291250"/>
            <a:ext cx="1798800" cy="1189800"/>
          </a:xfrm>
          <a:prstGeom prst="roundRect">
            <a:avLst>
              <a:gd name="adj" fmla="val 12989"/>
            </a:avLst>
          </a:prstGeom>
          <a:noFill/>
          <a:ln w="16075" cap="flat" cmpd="sng">
            <a:solidFill>
              <a:srgbClr val="6AA84F"/>
            </a:solidFill>
            <a:prstDash val="solid"/>
            <a:round/>
            <a:headEnd type="none" w="sm" len="sm"/>
            <a:tailEnd type="none" w="sm" len="sm"/>
          </a:ln>
        </p:spPr>
        <p:txBody>
          <a:bodyPr spcFirstLastPara="1" wrap="square" lIns="77150" tIns="77150" rIns="77150" bIns="77150" anchor="ctr" anchorCtr="0">
            <a:noAutofit/>
          </a:bodyPr>
          <a:lstStyle/>
          <a:p>
            <a:pPr marL="0" lvl="0" indent="0" algn="ctr" rtl="0">
              <a:spcBef>
                <a:spcPts val="0"/>
              </a:spcBef>
              <a:spcAft>
                <a:spcPts val="0"/>
              </a:spcAft>
              <a:buNone/>
            </a:pPr>
            <a:endParaRPr sz="1181"/>
          </a:p>
        </p:txBody>
      </p:sp>
      <p:sp>
        <p:nvSpPr>
          <p:cNvPr id="100" name="Google Shape;100;p14"/>
          <p:cNvSpPr/>
          <p:nvPr/>
        </p:nvSpPr>
        <p:spPr>
          <a:xfrm>
            <a:off x="4575299" y="3793481"/>
            <a:ext cx="1798800" cy="1129500"/>
          </a:xfrm>
          <a:prstGeom prst="roundRect">
            <a:avLst>
              <a:gd name="adj" fmla="val 12989"/>
            </a:avLst>
          </a:prstGeom>
          <a:noFill/>
          <a:ln w="16075" cap="flat" cmpd="sng">
            <a:solidFill>
              <a:srgbClr val="E06666"/>
            </a:solidFill>
            <a:prstDash val="solid"/>
            <a:round/>
            <a:headEnd type="none" w="sm" len="sm"/>
            <a:tailEnd type="none" w="sm" len="sm"/>
          </a:ln>
        </p:spPr>
        <p:txBody>
          <a:bodyPr spcFirstLastPara="1" wrap="square" lIns="77150" tIns="77150" rIns="77150" bIns="77150" anchor="ctr" anchorCtr="0">
            <a:noAutofit/>
          </a:bodyPr>
          <a:lstStyle/>
          <a:p>
            <a:pPr marL="0" lvl="0" indent="0" algn="ctr" rtl="0">
              <a:spcBef>
                <a:spcPts val="0"/>
              </a:spcBef>
              <a:spcAft>
                <a:spcPts val="0"/>
              </a:spcAft>
              <a:buNone/>
            </a:pPr>
            <a:endParaRPr sz="1181"/>
          </a:p>
        </p:txBody>
      </p:sp>
      <p:sp>
        <p:nvSpPr>
          <p:cNvPr id="101" name="Google Shape;101;p14"/>
          <p:cNvSpPr/>
          <p:nvPr/>
        </p:nvSpPr>
        <p:spPr>
          <a:xfrm>
            <a:off x="2402194" y="2268321"/>
            <a:ext cx="1798800" cy="1174800"/>
          </a:xfrm>
          <a:prstGeom prst="roundRect">
            <a:avLst>
              <a:gd name="adj" fmla="val 11578"/>
            </a:avLst>
          </a:prstGeom>
          <a:noFill/>
          <a:ln w="16075" cap="flat" cmpd="sng">
            <a:solidFill>
              <a:srgbClr val="666666"/>
            </a:solidFill>
            <a:prstDash val="solid"/>
            <a:round/>
            <a:headEnd type="none" w="sm" len="sm"/>
            <a:tailEnd type="none" w="sm" len="sm"/>
          </a:ln>
        </p:spPr>
        <p:txBody>
          <a:bodyPr spcFirstLastPara="1" wrap="square" lIns="77150" tIns="77150" rIns="77150" bIns="77150" anchor="ctr" anchorCtr="0">
            <a:noAutofit/>
          </a:bodyPr>
          <a:lstStyle/>
          <a:p>
            <a:pPr marL="0" lvl="0" indent="0" algn="ctr" rtl="0">
              <a:spcBef>
                <a:spcPts val="0"/>
              </a:spcBef>
              <a:spcAft>
                <a:spcPts val="0"/>
              </a:spcAft>
              <a:buNone/>
            </a:pPr>
            <a:endParaRPr sz="1181"/>
          </a:p>
        </p:txBody>
      </p:sp>
      <p:sp>
        <p:nvSpPr>
          <p:cNvPr id="102" name="Google Shape;102;p14"/>
          <p:cNvSpPr/>
          <p:nvPr/>
        </p:nvSpPr>
        <p:spPr>
          <a:xfrm>
            <a:off x="2402194" y="784847"/>
            <a:ext cx="1798800" cy="1174800"/>
          </a:xfrm>
          <a:prstGeom prst="roundRect">
            <a:avLst>
              <a:gd name="adj" fmla="val 11408"/>
            </a:avLst>
          </a:prstGeom>
          <a:solidFill>
            <a:schemeClr val="lt1"/>
          </a:solidFill>
          <a:ln w="16075" cap="flat" cmpd="sng">
            <a:solidFill>
              <a:srgbClr val="666666"/>
            </a:solidFill>
            <a:prstDash val="solid"/>
            <a:round/>
            <a:headEnd type="none" w="sm" len="sm"/>
            <a:tailEnd type="none" w="sm" len="sm"/>
          </a:ln>
        </p:spPr>
        <p:txBody>
          <a:bodyPr spcFirstLastPara="1" wrap="square" lIns="77150" tIns="77150" rIns="77150" bIns="77150" anchor="ctr" anchorCtr="0">
            <a:noAutofit/>
          </a:bodyPr>
          <a:lstStyle/>
          <a:p>
            <a:pPr marL="0" lvl="0" indent="0" algn="ctr" rtl="0">
              <a:spcBef>
                <a:spcPts val="0"/>
              </a:spcBef>
              <a:spcAft>
                <a:spcPts val="0"/>
              </a:spcAft>
              <a:buNone/>
            </a:pPr>
            <a:endParaRPr sz="1181"/>
          </a:p>
        </p:txBody>
      </p:sp>
      <p:sp>
        <p:nvSpPr>
          <p:cNvPr id="103" name="Google Shape;103;p14"/>
          <p:cNvSpPr/>
          <p:nvPr/>
        </p:nvSpPr>
        <p:spPr>
          <a:xfrm>
            <a:off x="2806221" y="1041543"/>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04" name="Google Shape;104;p14"/>
          <p:cNvSpPr/>
          <p:nvPr/>
        </p:nvSpPr>
        <p:spPr>
          <a:xfrm>
            <a:off x="3159618" y="1041543"/>
            <a:ext cx="271200" cy="271200"/>
          </a:xfrm>
          <a:prstGeom prst="ellipse">
            <a:avLst/>
          </a:prstGeom>
          <a:solidFill>
            <a:srgbClr val="FFD966"/>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05" name="Google Shape;105;p14"/>
          <p:cNvSpPr/>
          <p:nvPr/>
        </p:nvSpPr>
        <p:spPr>
          <a:xfrm>
            <a:off x="3513015" y="1041543"/>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06" name="Google Shape;106;p14"/>
          <p:cNvSpPr/>
          <p:nvPr/>
        </p:nvSpPr>
        <p:spPr>
          <a:xfrm>
            <a:off x="2786878" y="2636767"/>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07" name="Google Shape;107;p14"/>
          <p:cNvSpPr/>
          <p:nvPr/>
        </p:nvSpPr>
        <p:spPr>
          <a:xfrm>
            <a:off x="3140275" y="2636767"/>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08" name="Google Shape;108;p14"/>
          <p:cNvSpPr/>
          <p:nvPr/>
        </p:nvSpPr>
        <p:spPr>
          <a:xfrm>
            <a:off x="3493673" y="2636767"/>
            <a:ext cx="271200" cy="271200"/>
          </a:xfrm>
          <a:prstGeom prst="ellipse">
            <a:avLst/>
          </a:prstGeom>
          <a:solidFill>
            <a:srgbClr val="FFD966"/>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pic>
        <p:nvPicPr>
          <p:cNvPr id="109" name="Google Shape;109;p14"/>
          <p:cNvPicPr preferRelativeResize="0"/>
          <p:nvPr/>
        </p:nvPicPr>
        <p:blipFill>
          <a:blip r:embed="rId3">
            <a:alphaModFix/>
          </a:blip>
          <a:stretch>
            <a:fillRect/>
          </a:stretch>
        </p:blipFill>
        <p:spPr>
          <a:xfrm rot="10800000">
            <a:off x="3099170" y="2821119"/>
            <a:ext cx="502707" cy="495957"/>
          </a:xfrm>
          <a:prstGeom prst="rect">
            <a:avLst/>
          </a:prstGeom>
          <a:noFill/>
          <a:ln>
            <a:noFill/>
          </a:ln>
        </p:spPr>
      </p:pic>
      <p:pic>
        <p:nvPicPr>
          <p:cNvPr id="98" name="Google Shape;98;p14"/>
          <p:cNvPicPr preferRelativeResize="0"/>
          <p:nvPr/>
        </p:nvPicPr>
        <p:blipFill>
          <a:blip r:embed="rId3">
            <a:alphaModFix/>
          </a:blip>
          <a:stretch>
            <a:fillRect/>
          </a:stretch>
        </p:blipFill>
        <p:spPr>
          <a:xfrm rot="10800000">
            <a:off x="3114747" y="1376111"/>
            <a:ext cx="502707" cy="495957"/>
          </a:xfrm>
          <a:prstGeom prst="rect">
            <a:avLst/>
          </a:prstGeom>
          <a:noFill/>
          <a:ln>
            <a:noFill/>
          </a:ln>
        </p:spPr>
      </p:pic>
      <p:sp>
        <p:nvSpPr>
          <p:cNvPr id="110" name="Google Shape;110;p14"/>
          <p:cNvSpPr/>
          <p:nvPr/>
        </p:nvSpPr>
        <p:spPr>
          <a:xfrm>
            <a:off x="2786877" y="4120119"/>
            <a:ext cx="271200" cy="271200"/>
          </a:xfrm>
          <a:prstGeom prst="ellipse">
            <a:avLst/>
          </a:prstGeom>
          <a:solidFill>
            <a:srgbClr val="FFD966"/>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11" name="Google Shape;111;p14"/>
          <p:cNvSpPr/>
          <p:nvPr/>
        </p:nvSpPr>
        <p:spPr>
          <a:xfrm>
            <a:off x="3140274" y="4120119"/>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12" name="Google Shape;112;p14"/>
          <p:cNvSpPr/>
          <p:nvPr/>
        </p:nvSpPr>
        <p:spPr>
          <a:xfrm>
            <a:off x="3493671" y="4120119"/>
            <a:ext cx="271200" cy="271200"/>
          </a:xfrm>
          <a:prstGeom prst="ellipse">
            <a:avLst/>
          </a:prstGeom>
          <a:solidFill>
            <a:srgbClr val="FFD966"/>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pic>
        <p:nvPicPr>
          <p:cNvPr id="113" name="Google Shape;113;p14"/>
          <p:cNvPicPr preferRelativeResize="0"/>
          <p:nvPr/>
        </p:nvPicPr>
        <p:blipFill>
          <a:blip r:embed="rId3">
            <a:alphaModFix/>
          </a:blip>
          <a:stretch>
            <a:fillRect/>
          </a:stretch>
        </p:blipFill>
        <p:spPr>
          <a:xfrm rot="10800000">
            <a:off x="3099169" y="4304472"/>
            <a:ext cx="502707" cy="495957"/>
          </a:xfrm>
          <a:prstGeom prst="rect">
            <a:avLst/>
          </a:prstGeom>
          <a:noFill/>
          <a:ln>
            <a:noFill/>
          </a:ln>
        </p:spPr>
      </p:pic>
      <p:sp>
        <p:nvSpPr>
          <p:cNvPr id="114" name="Google Shape;114;p14"/>
          <p:cNvSpPr txBox="1"/>
          <p:nvPr/>
        </p:nvSpPr>
        <p:spPr>
          <a:xfrm>
            <a:off x="2685363" y="784847"/>
            <a:ext cx="1219800" cy="278400"/>
          </a:xfrm>
          <a:prstGeom prst="rect">
            <a:avLst/>
          </a:prstGeom>
          <a:noFill/>
          <a:ln>
            <a:noFill/>
          </a:ln>
        </p:spPr>
        <p:txBody>
          <a:bodyPr spcFirstLastPara="1" wrap="square" lIns="68925" tIns="68925" rIns="68925" bIns="68925" anchor="t" anchorCtr="0">
            <a:spAutoFit/>
          </a:bodyPr>
          <a:lstStyle/>
          <a:p>
            <a:pPr marL="0" lvl="0" indent="0" algn="ctr" rtl="0">
              <a:spcBef>
                <a:spcPts val="0"/>
              </a:spcBef>
              <a:spcAft>
                <a:spcPts val="0"/>
              </a:spcAft>
              <a:buNone/>
            </a:pPr>
            <a:r>
              <a:rPr lang="ca" sz="905">
                <a:solidFill>
                  <a:schemeClr val="dk1"/>
                </a:solidFill>
              </a:rPr>
              <a:t>Start trial</a:t>
            </a:r>
            <a:endParaRPr sz="905">
              <a:solidFill>
                <a:schemeClr val="dk1"/>
              </a:solidFill>
            </a:endParaRPr>
          </a:p>
        </p:txBody>
      </p:sp>
      <p:sp>
        <p:nvSpPr>
          <p:cNvPr id="115" name="Google Shape;115;p14"/>
          <p:cNvSpPr txBox="1"/>
          <p:nvPr/>
        </p:nvSpPr>
        <p:spPr>
          <a:xfrm>
            <a:off x="2303378" y="2317203"/>
            <a:ext cx="1983900" cy="278400"/>
          </a:xfrm>
          <a:prstGeom prst="rect">
            <a:avLst/>
          </a:prstGeom>
          <a:noFill/>
          <a:ln>
            <a:noFill/>
          </a:ln>
        </p:spPr>
        <p:txBody>
          <a:bodyPr spcFirstLastPara="1" wrap="square" lIns="68925" tIns="68925" rIns="68925" bIns="68925" anchor="t" anchorCtr="0">
            <a:spAutoFit/>
          </a:bodyPr>
          <a:lstStyle/>
          <a:p>
            <a:pPr marL="0" lvl="0" indent="0" algn="ctr" rtl="0">
              <a:spcBef>
                <a:spcPts val="0"/>
              </a:spcBef>
              <a:spcAft>
                <a:spcPts val="0"/>
              </a:spcAft>
              <a:buNone/>
            </a:pPr>
            <a:r>
              <a:rPr lang="ca" sz="905">
                <a:solidFill>
                  <a:schemeClr val="dk1"/>
                </a:solidFill>
              </a:rPr>
              <a:t>First cue</a:t>
            </a:r>
            <a:endParaRPr sz="905">
              <a:solidFill>
                <a:schemeClr val="dk1"/>
              </a:solidFill>
            </a:endParaRPr>
          </a:p>
        </p:txBody>
      </p:sp>
      <p:sp>
        <p:nvSpPr>
          <p:cNvPr id="116" name="Google Shape;116;p14"/>
          <p:cNvSpPr txBox="1"/>
          <p:nvPr/>
        </p:nvSpPr>
        <p:spPr>
          <a:xfrm>
            <a:off x="2309728" y="3843204"/>
            <a:ext cx="1983900" cy="278400"/>
          </a:xfrm>
          <a:prstGeom prst="rect">
            <a:avLst/>
          </a:prstGeom>
          <a:noFill/>
          <a:ln>
            <a:noFill/>
          </a:ln>
        </p:spPr>
        <p:txBody>
          <a:bodyPr spcFirstLastPara="1" wrap="square" lIns="68925" tIns="68925" rIns="68925" bIns="68925" anchor="t" anchorCtr="0">
            <a:spAutoFit/>
          </a:bodyPr>
          <a:lstStyle/>
          <a:p>
            <a:pPr marL="0" lvl="0" indent="0" algn="ctr" rtl="0">
              <a:spcBef>
                <a:spcPts val="0"/>
              </a:spcBef>
              <a:spcAft>
                <a:spcPts val="0"/>
              </a:spcAft>
              <a:buNone/>
            </a:pPr>
            <a:r>
              <a:rPr lang="ca" sz="905">
                <a:solidFill>
                  <a:schemeClr val="dk1"/>
                </a:solidFill>
              </a:rPr>
              <a:t>Second cue</a:t>
            </a:r>
            <a:endParaRPr sz="905">
              <a:solidFill>
                <a:schemeClr val="dk1"/>
              </a:solidFill>
            </a:endParaRPr>
          </a:p>
        </p:txBody>
      </p:sp>
      <p:sp>
        <p:nvSpPr>
          <p:cNvPr id="97" name="Google Shape;97;p14"/>
          <p:cNvSpPr txBox="1"/>
          <p:nvPr/>
        </p:nvSpPr>
        <p:spPr>
          <a:xfrm>
            <a:off x="53523" y="3317069"/>
            <a:ext cx="2035500" cy="278400"/>
          </a:xfrm>
          <a:prstGeom prst="rect">
            <a:avLst/>
          </a:prstGeom>
          <a:noFill/>
          <a:ln>
            <a:noFill/>
          </a:ln>
        </p:spPr>
        <p:txBody>
          <a:bodyPr spcFirstLastPara="1" wrap="square" lIns="68925" tIns="68925" rIns="68925" bIns="68925" anchor="t" anchorCtr="0">
            <a:spAutoFit/>
          </a:bodyPr>
          <a:lstStyle/>
          <a:p>
            <a:pPr marL="0" lvl="0" indent="0" algn="ctr" rtl="0">
              <a:spcBef>
                <a:spcPts val="0"/>
              </a:spcBef>
              <a:spcAft>
                <a:spcPts val="0"/>
              </a:spcAft>
              <a:buNone/>
            </a:pPr>
            <a:r>
              <a:rPr lang="ca" sz="905" b="1">
                <a:solidFill>
                  <a:schemeClr val="dk1"/>
                </a:solidFill>
              </a:rPr>
              <a:t>No response</a:t>
            </a:r>
            <a:endParaRPr sz="905" b="1">
              <a:solidFill>
                <a:schemeClr val="dk1"/>
              </a:solidFill>
            </a:endParaRPr>
          </a:p>
        </p:txBody>
      </p:sp>
      <p:sp>
        <p:nvSpPr>
          <p:cNvPr id="117" name="Google Shape;117;p14"/>
          <p:cNvSpPr/>
          <p:nvPr/>
        </p:nvSpPr>
        <p:spPr>
          <a:xfrm>
            <a:off x="5034711" y="4071441"/>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18" name="Google Shape;118;p14"/>
          <p:cNvSpPr/>
          <p:nvPr/>
        </p:nvSpPr>
        <p:spPr>
          <a:xfrm>
            <a:off x="5386948" y="4071441"/>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19" name="Google Shape;119;p14"/>
          <p:cNvSpPr/>
          <p:nvPr/>
        </p:nvSpPr>
        <p:spPr>
          <a:xfrm>
            <a:off x="5740345" y="4071441"/>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pic>
        <p:nvPicPr>
          <p:cNvPr id="120" name="Google Shape;120;p14"/>
          <p:cNvPicPr preferRelativeResize="0"/>
          <p:nvPr/>
        </p:nvPicPr>
        <p:blipFill>
          <a:blip r:embed="rId3">
            <a:alphaModFix/>
          </a:blip>
          <a:stretch>
            <a:fillRect/>
          </a:stretch>
        </p:blipFill>
        <p:spPr>
          <a:xfrm rot="10800000">
            <a:off x="4972740" y="4242314"/>
            <a:ext cx="502707" cy="495957"/>
          </a:xfrm>
          <a:prstGeom prst="rect">
            <a:avLst/>
          </a:prstGeom>
          <a:noFill/>
          <a:ln>
            <a:noFill/>
          </a:ln>
        </p:spPr>
      </p:pic>
      <p:sp>
        <p:nvSpPr>
          <p:cNvPr id="121" name="Google Shape;121;p14"/>
          <p:cNvSpPr txBox="1"/>
          <p:nvPr/>
        </p:nvSpPr>
        <p:spPr>
          <a:xfrm>
            <a:off x="4488737" y="3775186"/>
            <a:ext cx="2035500" cy="278400"/>
          </a:xfrm>
          <a:prstGeom prst="rect">
            <a:avLst/>
          </a:prstGeom>
          <a:noFill/>
          <a:ln>
            <a:noFill/>
          </a:ln>
        </p:spPr>
        <p:txBody>
          <a:bodyPr spcFirstLastPara="1" wrap="square" lIns="68925" tIns="68925" rIns="68925" bIns="68925" anchor="t" anchorCtr="0">
            <a:spAutoFit/>
          </a:bodyPr>
          <a:lstStyle/>
          <a:p>
            <a:pPr marL="0" lvl="0" indent="0" algn="ctr" rtl="0">
              <a:spcBef>
                <a:spcPts val="0"/>
              </a:spcBef>
              <a:spcAft>
                <a:spcPts val="0"/>
              </a:spcAft>
              <a:buNone/>
            </a:pPr>
            <a:r>
              <a:rPr lang="ca" sz="905" b="1">
                <a:solidFill>
                  <a:schemeClr val="dk1"/>
                </a:solidFill>
              </a:rPr>
              <a:t>Incorrect poke</a:t>
            </a:r>
            <a:endParaRPr sz="905" b="1">
              <a:solidFill>
                <a:schemeClr val="dk1"/>
              </a:solidFill>
            </a:endParaRPr>
          </a:p>
        </p:txBody>
      </p:sp>
      <p:sp>
        <p:nvSpPr>
          <p:cNvPr id="122" name="Google Shape;122;p14"/>
          <p:cNvSpPr txBox="1"/>
          <p:nvPr/>
        </p:nvSpPr>
        <p:spPr>
          <a:xfrm>
            <a:off x="4432150" y="2347571"/>
            <a:ext cx="2035500" cy="278400"/>
          </a:xfrm>
          <a:prstGeom prst="rect">
            <a:avLst/>
          </a:prstGeom>
          <a:noFill/>
          <a:ln>
            <a:noFill/>
          </a:ln>
        </p:spPr>
        <p:txBody>
          <a:bodyPr spcFirstLastPara="1" wrap="square" lIns="68925" tIns="68925" rIns="68925" bIns="68925" anchor="t" anchorCtr="0">
            <a:spAutoFit/>
          </a:bodyPr>
          <a:lstStyle/>
          <a:p>
            <a:pPr marL="0" lvl="0" indent="0" algn="ctr" rtl="0">
              <a:spcBef>
                <a:spcPts val="0"/>
              </a:spcBef>
              <a:spcAft>
                <a:spcPts val="0"/>
              </a:spcAft>
              <a:buNone/>
            </a:pPr>
            <a:r>
              <a:rPr lang="ca" sz="905" b="1">
                <a:solidFill>
                  <a:schemeClr val="dk1"/>
                </a:solidFill>
              </a:rPr>
              <a:t>Correct poke</a:t>
            </a:r>
            <a:endParaRPr sz="905" b="1">
              <a:solidFill>
                <a:schemeClr val="dk1"/>
              </a:solidFill>
            </a:endParaRPr>
          </a:p>
        </p:txBody>
      </p:sp>
      <p:sp>
        <p:nvSpPr>
          <p:cNvPr id="123" name="Google Shape;123;p14"/>
          <p:cNvSpPr/>
          <p:nvPr/>
        </p:nvSpPr>
        <p:spPr>
          <a:xfrm>
            <a:off x="4979571" y="2672424"/>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24" name="Google Shape;124;p14"/>
          <p:cNvSpPr/>
          <p:nvPr/>
        </p:nvSpPr>
        <p:spPr>
          <a:xfrm>
            <a:off x="5332968" y="2672424"/>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25" name="Google Shape;125;p14"/>
          <p:cNvSpPr/>
          <p:nvPr/>
        </p:nvSpPr>
        <p:spPr>
          <a:xfrm>
            <a:off x="5686365" y="2672424"/>
            <a:ext cx="271200" cy="271200"/>
          </a:xfrm>
          <a:prstGeom prst="ellipse">
            <a:avLst/>
          </a:prstGeom>
          <a:solidFill>
            <a:srgbClr val="6D9EEB"/>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pic>
        <p:nvPicPr>
          <p:cNvPr id="126" name="Google Shape;126;p14"/>
          <p:cNvPicPr preferRelativeResize="0"/>
          <p:nvPr/>
        </p:nvPicPr>
        <p:blipFill>
          <a:blip r:embed="rId3">
            <a:alphaModFix/>
          </a:blip>
          <a:stretch>
            <a:fillRect/>
          </a:stretch>
        </p:blipFill>
        <p:spPr>
          <a:xfrm rot="10800000">
            <a:off x="5642106" y="2816312"/>
            <a:ext cx="502707" cy="495957"/>
          </a:xfrm>
          <a:prstGeom prst="rect">
            <a:avLst/>
          </a:prstGeom>
          <a:noFill/>
          <a:ln>
            <a:noFill/>
          </a:ln>
        </p:spPr>
      </p:pic>
      <p:sp>
        <p:nvSpPr>
          <p:cNvPr id="127" name="Google Shape;127;p14"/>
          <p:cNvSpPr txBox="1"/>
          <p:nvPr/>
        </p:nvSpPr>
        <p:spPr>
          <a:xfrm>
            <a:off x="4720001" y="3089193"/>
            <a:ext cx="868200" cy="278400"/>
          </a:xfrm>
          <a:prstGeom prst="rect">
            <a:avLst/>
          </a:prstGeom>
          <a:noFill/>
          <a:ln>
            <a:noFill/>
          </a:ln>
        </p:spPr>
        <p:txBody>
          <a:bodyPr spcFirstLastPara="1" wrap="square" lIns="68925" tIns="68925" rIns="68925" bIns="68925" anchor="t" anchorCtr="0">
            <a:spAutoFit/>
          </a:bodyPr>
          <a:lstStyle/>
          <a:p>
            <a:pPr marL="0" lvl="0" indent="0" algn="ctr" rtl="0">
              <a:spcBef>
                <a:spcPts val="0"/>
              </a:spcBef>
              <a:spcAft>
                <a:spcPts val="0"/>
              </a:spcAft>
              <a:buNone/>
            </a:pPr>
            <a:r>
              <a:rPr lang="ca" sz="905">
                <a:solidFill>
                  <a:schemeClr val="dk1"/>
                </a:solidFill>
              </a:rPr>
              <a:t>Reward</a:t>
            </a:r>
            <a:endParaRPr sz="905">
              <a:solidFill>
                <a:schemeClr val="dk1"/>
              </a:solidFill>
            </a:endParaRPr>
          </a:p>
        </p:txBody>
      </p:sp>
      <p:pic>
        <p:nvPicPr>
          <p:cNvPr id="128" name="Google Shape;128;p14"/>
          <p:cNvPicPr preferRelativeResize="0"/>
          <p:nvPr/>
        </p:nvPicPr>
        <p:blipFill>
          <a:blip r:embed="rId4">
            <a:alphaModFix/>
          </a:blip>
          <a:stretch>
            <a:fillRect/>
          </a:stretch>
        </p:blipFill>
        <p:spPr>
          <a:xfrm>
            <a:off x="5618875" y="4397785"/>
            <a:ext cx="371680" cy="371680"/>
          </a:xfrm>
          <a:prstGeom prst="rect">
            <a:avLst/>
          </a:prstGeom>
          <a:noFill/>
          <a:ln>
            <a:noFill/>
          </a:ln>
        </p:spPr>
      </p:pic>
      <p:cxnSp>
        <p:nvCxnSpPr>
          <p:cNvPr id="129" name="Google Shape;129;p14"/>
          <p:cNvCxnSpPr/>
          <p:nvPr/>
        </p:nvCxnSpPr>
        <p:spPr>
          <a:xfrm>
            <a:off x="3300694" y="2006540"/>
            <a:ext cx="1800" cy="214800"/>
          </a:xfrm>
          <a:prstGeom prst="straightConnector1">
            <a:avLst/>
          </a:prstGeom>
          <a:noFill/>
          <a:ln w="16075" cap="flat" cmpd="sng">
            <a:solidFill>
              <a:schemeClr val="dk2"/>
            </a:solidFill>
            <a:prstDash val="solid"/>
            <a:round/>
            <a:headEnd type="none" w="med" len="med"/>
            <a:tailEnd type="triangle" w="med" len="med"/>
          </a:ln>
        </p:spPr>
      </p:cxnSp>
      <p:cxnSp>
        <p:nvCxnSpPr>
          <p:cNvPr id="130" name="Google Shape;130;p14"/>
          <p:cNvCxnSpPr/>
          <p:nvPr/>
        </p:nvCxnSpPr>
        <p:spPr>
          <a:xfrm>
            <a:off x="3262430" y="3481198"/>
            <a:ext cx="1800" cy="214800"/>
          </a:xfrm>
          <a:prstGeom prst="straightConnector1">
            <a:avLst/>
          </a:prstGeom>
          <a:noFill/>
          <a:ln w="16075" cap="flat" cmpd="sng">
            <a:solidFill>
              <a:schemeClr val="dk2"/>
            </a:solidFill>
            <a:prstDash val="solid"/>
            <a:round/>
            <a:headEnd type="none" w="med" len="med"/>
            <a:tailEnd type="triangle" w="med" len="med"/>
          </a:ln>
        </p:spPr>
      </p:cxnSp>
      <p:cxnSp>
        <p:nvCxnSpPr>
          <p:cNvPr id="131" name="Google Shape;131;p14"/>
          <p:cNvCxnSpPr/>
          <p:nvPr/>
        </p:nvCxnSpPr>
        <p:spPr>
          <a:xfrm rot="10800000" flipH="1">
            <a:off x="4252650" y="3425800"/>
            <a:ext cx="309600" cy="890100"/>
          </a:xfrm>
          <a:prstGeom prst="straightConnector1">
            <a:avLst/>
          </a:prstGeom>
          <a:noFill/>
          <a:ln w="16075" cap="flat" cmpd="sng">
            <a:solidFill>
              <a:srgbClr val="6AA84F"/>
            </a:solidFill>
            <a:prstDash val="solid"/>
            <a:round/>
            <a:headEnd type="none" w="med" len="med"/>
            <a:tailEnd type="triangle" w="med" len="med"/>
          </a:ln>
        </p:spPr>
      </p:cxnSp>
      <p:cxnSp>
        <p:nvCxnSpPr>
          <p:cNvPr id="132" name="Google Shape;132;p14"/>
          <p:cNvCxnSpPr>
            <a:stCxn id="133" idx="0"/>
            <a:endCxn id="114" idx="0"/>
          </p:cNvCxnSpPr>
          <p:nvPr/>
        </p:nvCxnSpPr>
        <p:spPr>
          <a:xfrm rot="5400000" flipH="1">
            <a:off x="3983075" y="96968"/>
            <a:ext cx="3002700" cy="4378200"/>
          </a:xfrm>
          <a:prstGeom prst="bentConnector3">
            <a:avLst>
              <a:gd name="adj1" fmla="val 107926"/>
            </a:avLst>
          </a:prstGeom>
          <a:noFill/>
          <a:ln w="17350" cap="flat" cmpd="sng">
            <a:solidFill>
              <a:srgbClr val="E06666"/>
            </a:solidFill>
            <a:prstDash val="solid"/>
            <a:round/>
            <a:headEnd type="none" w="med" len="med"/>
            <a:tailEnd type="none" w="med" len="med"/>
          </a:ln>
        </p:spPr>
      </p:cxnSp>
      <p:cxnSp>
        <p:nvCxnSpPr>
          <p:cNvPr id="134" name="Google Shape;134;p14"/>
          <p:cNvCxnSpPr/>
          <p:nvPr/>
        </p:nvCxnSpPr>
        <p:spPr>
          <a:xfrm rot="10800000">
            <a:off x="4240776" y="1370575"/>
            <a:ext cx="291600" cy="3000"/>
          </a:xfrm>
          <a:prstGeom prst="straightConnector1">
            <a:avLst/>
          </a:prstGeom>
          <a:noFill/>
          <a:ln w="16075" cap="flat" cmpd="sng">
            <a:solidFill>
              <a:srgbClr val="6AA84F"/>
            </a:solidFill>
            <a:prstDash val="solid"/>
            <a:round/>
            <a:headEnd type="none" w="med" len="med"/>
            <a:tailEnd type="triangle" w="med" len="med"/>
          </a:ln>
        </p:spPr>
      </p:cxnSp>
      <p:sp>
        <p:nvSpPr>
          <p:cNvPr id="135" name="Google Shape;135;p14"/>
          <p:cNvSpPr txBox="1"/>
          <p:nvPr/>
        </p:nvSpPr>
        <p:spPr>
          <a:xfrm>
            <a:off x="5920573" y="4444394"/>
            <a:ext cx="371700" cy="278400"/>
          </a:xfrm>
          <a:prstGeom prst="rect">
            <a:avLst/>
          </a:prstGeom>
          <a:noFill/>
          <a:ln>
            <a:noFill/>
          </a:ln>
        </p:spPr>
        <p:txBody>
          <a:bodyPr spcFirstLastPara="1" wrap="square" lIns="68925" tIns="68925" rIns="68925" bIns="68925" anchor="t" anchorCtr="0">
            <a:spAutoFit/>
          </a:bodyPr>
          <a:lstStyle/>
          <a:p>
            <a:pPr marL="0" lvl="0" indent="0" algn="ctr" rtl="0">
              <a:spcBef>
                <a:spcPts val="0"/>
              </a:spcBef>
              <a:spcAft>
                <a:spcPts val="0"/>
              </a:spcAft>
              <a:buNone/>
            </a:pPr>
            <a:r>
              <a:rPr lang="ca" sz="905">
                <a:solidFill>
                  <a:schemeClr val="dk1"/>
                </a:solidFill>
              </a:rPr>
              <a:t>1.5</a:t>
            </a:r>
            <a:endParaRPr sz="905">
              <a:solidFill>
                <a:schemeClr val="dk1"/>
              </a:solidFill>
            </a:endParaRPr>
          </a:p>
        </p:txBody>
      </p:sp>
      <p:cxnSp>
        <p:nvCxnSpPr>
          <p:cNvPr id="136" name="Google Shape;136;p14"/>
          <p:cNvCxnSpPr/>
          <p:nvPr/>
        </p:nvCxnSpPr>
        <p:spPr>
          <a:xfrm>
            <a:off x="4240400" y="2826450"/>
            <a:ext cx="305700" cy="994500"/>
          </a:xfrm>
          <a:prstGeom prst="straightConnector1">
            <a:avLst/>
          </a:prstGeom>
          <a:noFill/>
          <a:ln w="16075" cap="flat" cmpd="sng">
            <a:solidFill>
              <a:srgbClr val="E06666"/>
            </a:solidFill>
            <a:prstDash val="solid"/>
            <a:round/>
            <a:headEnd type="none" w="med" len="med"/>
            <a:tailEnd type="triangle" w="med" len="med"/>
          </a:ln>
        </p:spPr>
      </p:cxnSp>
      <p:sp>
        <p:nvSpPr>
          <p:cNvPr id="137" name="Google Shape;137;p14"/>
          <p:cNvSpPr txBox="1"/>
          <p:nvPr/>
        </p:nvSpPr>
        <p:spPr>
          <a:xfrm>
            <a:off x="3307261" y="3426226"/>
            <a:ext cx="890100" cy="307800"/>
          </a:xfrm>
          <a:prstGeom prst="rect">
            <a:avLst/>
          </a:prstGeom>
          <a:noFill/>
          <a:ln>
            <a:noFill/>
          </a:ln>
        </p:spPr>
        <p:txBody>
          <a:bodyPr spcFirstLastPara="1" wrap="square" lIns="83350" tIns="83350" rIns="83350" bIns="83350" anchor="t" anchorCtr="0">
            <a:spAutoFit/>
          </a:bodyPr>
          <a:lstStyle/>
          <a:p>
            <a:pPr marL="0" lvl="0" indent="0" algn="ctr" rtl="0">
              <a:spcBef>
                <a:spcPts val="0"/>
              </a:spcBef>
              <a:spcAft>
                <a:spcPts val="0"/>
              </a:spcAft>
              <a:buNone/>
            </a:pPr>
            <a:r>
              <a:rPr lang="ca" sz="905">
                <a:solidFill>
                  <a:srgbClr val="4A86E8"/>
                </a:solidFill>
              </a:rPr>
              <a:t>[0, 1000ms] </a:t>
            </a:r>
            <a:endParaRPr sz="1276">
              <a:solidFill>
                <a:srgbClr val="4A86E8"/>
              </a:solidFill>
            </a:endParaRPr>
          </a:p>
        </p:txBody>
      </p:sp>
      <p:sp>
        <p:nvSpPr>
          <p:cNvPr id="138" name="Google Shape;138;p14"/>
          <p:cNvSpPr/>
          <p:nvPr/>
        </p:nvSpPr>
        <p:spPr>
          <a:xfrm>
            <a:off x="6785126" y="3793481"/>
            <a:ext cx="1798800" cy="1129500"/>
          </a:xfrm>
          <a:prstGeom prst="roundRect">
            <a:avLst>
              <a:gd name="adj" fmla="val 12989"/>
            </a:avLst>
          </a:prstGeom>
          <a:solidFill>
            <a:schemeClr val="lt1"/>
          </a:solidFill>
          <a:ln w="16075" cap="flat" cmpd="sng">
            <a:solidFill>
              <a:srgbClr val="E06666"/>
            </a:solidFill>
            <a:prstDash val="solid"/>
            <a:round/>
            <a:headEnd type="none" w="sm" len="sm"/>
            <a:tailEnd type="none" w="sm" len="sm"/>
          </a:ln>
        </p:spPr>
        <p:txBody>
          <a:bodyPr spcFirstLastPara="1" wrap="square" lIns="77150" tIns="77150" rIns="77150" bIns="77150" anchor="ctr" anchorCtr="0">
            <a:noAutofit/>
          </a:bodyPr>
          <a:lstStyle/>
          <a:p>
            <a:pPr marL="0" lvl="0" indent="0" algn="ctr" rtl="0">
              <a:spcBef>
                <a:spcPts val="0"/>
              </a:spcBef>
              <a:spcAft>
                <a:spcPts val="0"/>
              </a:spcAft>
              <a:buNone/>
            </a:pPr>
            <a:endParaRPr sz="1181"/>
          </a:p>
        </p:txBody>
      </p:sp>
      <p:grpSp>
        <p:nvGrpSpPr>
          <p:cNvPr id="139" name="Google Shape;139;p14"/>
          <p:cNvGrpSpPr/>
          <p:nvPr/>
        </p:nvGrpSpPr>
        <p:grpSpPr>
          <a:xfrm>
            <a:off x="6655767" y="3787418"/>
            <a:ext cx="2035515" cy="1047518"/>
            <a:chOff x="6885298" y="2112927"/>
            <a:chExt cx="2163600" cy="1113433"/>
          </a:xfrm>
        </p:grpSpPr>
        <p:sp>
          <p:nvSpPr>
            <p:cNvPr id="133" name="Google Shape;133;p14"/>
            <p:cNvSpPr txBox="1"/>
            <p:nvPr/>
          </p:nvSpPr>
          <p:spPr>
            <a:xfrm>
              <a:off x="6885298" y="2112927"/>
              <a:ext cx="2163600" cy="296100"/>
            </a:xfrm>
            <a:prstGeom prst="rect">
              <a:avLst/>
            </a:prstGeom>
            <a:noFill/>
            <a:ln>
              <a:noFill/>
            </a:ln>
          </p:spPr>
          <p:txBody>
            <a:bodyPr spcFirstLastPara="1" wrap="square" lIns="68925" tIns="68925" rIns="68925" bIns="68925" anchor="t" anchorCtr="0">
              <a:spAutoFit/>
            </a:bodyPr>
            <a:lstStyle/>
            <a:p>
              <a:pPr marL="0" lvl="0" indent="0" algn="ctr" rtl="0">
                <a:spcBef>
                  <a:spcPts val="0"/>
                </a:spcBef>
                <a:spcAft>
                  <a:spcPts val="0"/>
                </a:spcAft>
                <a:buNone/>
              </a:pPr>
              <a:r>
                <a:rPr lang="ca" sz="905">
                  <a:solidFill>
                    <a:schemeClr val="dk1"/>
                  </a:solidFill>
                </a:rPr>
                <a:t>Time-out (3s)</a:t>
              </a:r>
              <a:endParaRPr sz="905">
                <a:solidFill>
                  <a:schemeClr val="dk1"/>
                </a:solidFill>
              </a:endParaRPr>
            </a:p>
          </p:txBody>
        </p:sp>
        <p:sp>
          <p:nvSpPr>
            <p:cNvPr id="140" name="Google Shape;140;p14"/>
            <p:cNvSpPr/>
            <p:nvPr/>
          </p:nvSpPr>
          <p:spPr>
            <a:xfrm>
              <a:off x="7422933" y="2472974"/>
              <a:ext cx="288300" cy="2883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41" name="Google Shape;141;p14"/>
            <p:cNvSpPr/>
            <p:nvPr/>
          </p:nvSpPr>
          <p:spPr>
            <a:xfrm>
              <a:off x="7797341" y="2472974"/>
              <a:ext cx="288300" cy="2883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42" name="Google Shape;142;p14"/>
            <p:cNvSpPr/>
            <p:nvPr/>
          </p:nvSpPr>
          <p:spPr>
            <a:xfrm>
              <a:off x="8172983" y="2472974"/>
              <a:ext cx="288300" cy="2883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pic>
          <p:nvPicPr>
            <p:cNvPr id="143" name="Google Shape;143;p14"/>
            <p:cNvPicPr preferRelativeResize="0"/>
            <p:nvPr/>
          </p:nvPicPr>
          <p:blipFill>
            <a:blip r:embed="rId3">
              <a:alphaModFix/>
            </a:blip>
            <a:stretch>
              <a:fillRect/>
            </a:stretch>
          </p:blipFill>
          <p:spPr>
            <a:xfrm rot="10800000">
              <a:off x="7377331" y="2699185"/>
              <a:ext cx="534350" cy="527175"/>
            </a:xfrm>
            <a:prstGeom prst="rect">
              <a:avLst/>
            </a:prstGeom>
            <a:noFill/>
            <a:ln>
              <a:noFill/>
            </a:ln>
          </p:spPr>
        </p:pic>
      </p:grpSp>
      <p:sp>
        <p:nvSpPr>
          <p:cNvPr id="144" name="Google Shape;144;p14"/>
          <p:cNvSpPr/>
          <p:nvPr/>
        </p:nvSpPr>
        <p:spPr>
          <a:xfrm>
            <a:off x="2402194" y="3770831"/>
            <a:ext cx="1798800" cy="1174800"/>
          </a:xfrm>
          <a:prstGeom prst="roundRect">
            <a:avLst>
              <a:gd name="adj" fmla="val 11578"/>
            </a:avLst>
          </a:prstGeom>
          <a:noFill/>
          <a:ln w="16075" cap="flat" cmpd="sng">
            <a:solidFill>
              <a:srgbClr val="666666"/>
            </a:solidFill>
            <a:prstDash val="solid"/>
            <a:round/>
            <a:headEnd type="none" w="sm" len="sm"/>
            <a:tailEnd type="none" w="sm" len="sm"/>
          </a:ln>
        </p:spPr>
        <p:txBody>
          <a:bodyPr spcFirstLastPara="1" wrap="square" lIns="77150" tIns="77150" rIns="77150" bIns="77150" anchor="ctr" anchorCtr="0">
            <a:noAutofit/>
          </a:bodyPr>
          <a:lstStyle/>
          <a:p>
            <a:pPr marL="0" lvl="0" indent="0" algn="ctr" rtl="0">
              <a:spcBef>
                <a:spcPts val="0"/>
              </a:spcBef>
              <a:spcAft>
                <a:spcPts val="0"/>
              </a:spcAft>
              <a:buNone/>
            </a:pPr>
            <a:endParaRPr sz="1181"/>
          </a:p>
        </p:txBody>
      </p:sp>
      <p:sp>
        <p:nvSpPr>
          <p:cNvPr id="145" name="Google Shape;145;p14"/>
          <p:cNvSpPr/>
          <p:nvPr/>
        </p:nvSpPr>
        <p:spPr>
          <a:xfrm>
            <a:off x="4565038" y="807351"/>
            <a:ext cx="1798800" cy="1129500"/>
          </a:xfrm>
          <a:prstGeom prst="roundRect">
            <a:avLst>
              <a:gd name="adj" fmla="val 12989"/>
            </a:avLst>
          </a:prstGeom>
          <a:solidFill>
            <a:schemeClr val="lt1"/>
          </a:solidFill>
          <a:ln w="16075" cap="flat" cmpd="sng">
            <a:solidFill>
              <a:srgbClr val="6AA84F"/>
            </a:solidFill>
            <a:prstDash val="solid"/>
            <a:round/>
            <a:headEnd type="none" w="sm" len="sm"/>
            <a:tailEnd type="none" w="sm" len="sm"/>
          </a:ln>
        </p:spPr>
        <p:txBody>
          <a:bodyPr spcFirstLastPara="1" wrap="square" lIns="77150" tIns="77150" rIns="77150" bIns="77150" anchor="ctr" anchorCtr="0">
            <a:noAutofit/>
          </a:bodyPr>
          <a:lstStyle/>
          <a:p>
            <a:pPr marL="0" lvl="0" indent="0" algn="ctr" rtl="0">
              <a:spcBef>
                <a:spcPts val="0"/>
              </a:spcBef>
              <a:spcAft>
                <a:spcPts val="0"/>
              </a:spcAft>
              <a:buNone/>
            </a:pPr>
            <a:endParaRPr sz="1181"/>
          </a:p>
        </p:txBody>
      </p:sp>
      <p:sp>
        <p:nvSpPr>
          <p:cNvPr id="146" name="Google Shape;146;p14"/>
          <p:cNvSpPr/>
          <p:nvPr/>
        </p:nvSpPr>
        <p:spPr>
          <a:xfrm>
            <a:off x="4989055" y="1219413"/>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47" name="Google Shape;147;p14"/>
          <p:cNvSpPr/>
          <p:nvPr/>
        </p:nvSpPr>
        <p:spPr>
          <a:xfrm>
            <a:off x="5342452" y="1219413"/>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sp>
        <p:nvSpPr>
          <p:cNvPr id="148" name="Google Shape;148;p14"/>
          <p:cNvSpPr/>
          <p:nvPr/>
        </p:nvSpPr>
        <p:spPr>
          <a:xfrm>
            <a:off x="5695850" y="1219413"/>
            <a:ext cx="271200" cy="271200"/>
          </a:xfrm>
          <a:prstGeom prst="ellipse">
            <a:avLst/>
          </a:prstGeom>
          <a:solidFill>
            <a:schemeClr val="lt1"/>
          </a:solidFill>
          <a:ln w="14375" cap="flat" cmpd="sng">
            <a:solidFill>
              <a:schemeClr val="dk2"/>
            </a:solidFill>
            <a:prstDash val="solid"/>
            <a:round/>
            <a:headEnd type="none" w="sm" len="sm"/>
            <a:tailEnd type="none" w="sm" len="sm"/>
          </a:ln>
        </p:spPr>
        <p:txBody>
          <a:bodyPr spcFirstLastPara="1" wrap="square" lIns="68925" tIns="68925" rIns="68925" bIns="68925" anchor="ctr" anchorCtr="0">
            <a:noAutofit/>
          </a:bodyPr>
          <a:lstStyle/>
          <a:p>
            <a:pPr marL="0" lvl="0" indent="0" algn="ctr" rtl="0">
              <a:spcBef>
                <a:spcPts val="0"/>
              </a:spcBef>
              <a:spcAft>
                <a:spcPts val="0"/>
              </a:spcAft>
              <a:buNone/>
            </a:pPr>
            <a:endParaRPr sz="1056"/>
          </a:p>
        </p:txBody>
      </p:sp>
      <p:pic>
        <p:nvPicPr>
          <p:cNvPr id="149" name="Google Shape;149;p14"/>
          <p:cNvPicPr preferRelativeResize="0"/>
          <p:nvPr/>
        </p:nvPicPr>
        <p:blipFill>
          <a:blip r:embed="rId3">
            <a:alphaModFix/>
          </a:blip>
          <a:stretch>
            <a:fillRect/>
          </a:stretch>
        </p:blipFill>
        <p:spPr>
          <a:xfrm rot="10800000">
            <a:off x="5651590" y="1363302"/>
            <a:ext cx="502707" cy="495957"/>
          </a:xfrm>
          <a:prstGeom prst="rect">
            <a:avLst/>
          </a:prstGeom>
          <a:noFill/>
          <a:ln>
            <a:noFill/>
          </a:ln>
        </p:spPr>
      </p:pic>
      <p:sp>
        <p:nvSpPr>
          <p:cNvPr id="150" name="Google Shape;150;p14"/>
          <p:cNvSpPr txBox="1"/>
          <p:nvPr/>
        </p:nvSpPr>
        <p:spPr>
          <a:xfrm>
            <a:off x="4451293" y="841063"/>
            <a:ext cx="2035500" cy="278400"/>
          </a:xfrm>
          <a:prstGeom prst="rect">
            <a:avLst/>
          </a:prstGeom>
          <a:noFill/>
          <a:ln>
            <a:noFill/>
          </a:ln>
        </p:spPr>
        <p:txBody>
          <a:bodyPr spcFirstLastPara="1" wrap="square" lIns="68925" tIns="68925" rIns="68925" bIns="68925" anchor="t" anchorCtr="0">
            <a:spAutoFit/>
          </a:bodyPr>
          <a:lstStyle/>
          <a:p>
            <a:pPr marL="0" lvl="0" indent="0" algn="ctr" rtl="0">
              <a:spcBef>
                <a:spcPts val="0"/>
              </a:spcBef>
              <a:spcAft>
                <a:spcPts val="0"/>
              </a:spcAft>
              <a:buNone/>
            </a:pPr>
            <a:r>
              <a:rPr lang="ca" sz="905">
                <a:solidFill>
                  <a:schemeClr val="dk1"/>
                </a:solidFill>
              </a:rPr>
              <a:t>ITI (1s)</a:t>
            </a:r>
            <a:endParaRPr sz="905">
              <a:solidFill>
                <a:schemeClr val="dk1"/>
              </a:solidFill>
            </a:endParaRPr>
          </a:p>
        </p:txBody>
      </p:sp>
      <p:cxnSp>
        <p:nvCxnSpPr>
          <p:cNvPr id="151" name="Google Shape;151;p14"/>
          <p:cNvCxnSpPr/>
          <p:nvPr/>
        </p:nvCxnSpPr>
        <p:spPr>
          <a:xfrm rot="10800000">
            <a:off x="5464725" y="1984650"/>
            <a:ext cx="2400" cy="210000"/>
          </a:xfrm>
          <a:prstGeom prst="straightConnector1">
            <a:avLst/>
          </a:prstGeom>
          <a:noFill/>
          <a:ln w="16075" cap="flat" cmpd="sng">
            <a:solidFill>
              <a:srgbClr val="6AA84F"/>
            </a:solidFill>
            <a:prstDash val="solid"/>
            <a:round/>
            <a:headEnd type="none" w="med" len="med"/>
            <a:tailEnd type="triangle" w="med" len="med"/>
          </a:ln>
        </p:spPr>
      </p:cxnSp>
      <p:cxnSp>
        <p:nvCxnSpPr>
          <p:cNvPr id="152" name="Google Shape;152;p14"/>
          <p:cNvCxnSpPr/>
          <p:nvPr/>
        </p:nvCxnSpPr>
        <p:spPr>
          <a:xfrm rot="10800000" flipH="1">
            <a:off x="6402938" y="4369181"/>
            <a:ext cx="297900" cy="900"/>
          </a:xfrm>
          <a:prstGeom prst="straightConnector1">
            <a:avLst/>
          </a:prstGeom>
          <a:noFill/>
          <a:ln w="16075" cap="flat" cmpd="sng">
            <a:solidFill>
              <a:srgbClr val="E06666"/>
            </a:solidFill>
            <a:prstDash val="solid"/>
            <a:round/>
            <a:headEnd type="none" w="med" len="med"/>
            <a:tailEnd type="triangle" w="med" len="med"/>
          </a:ln>
        </p:spPr>
      </p:cxnSp>
      <p:cxnSp>
        <p:nvCxnSpPr>
          <p:cNvPr id="153" name="Google Shape;153;p14"/>
          <p:cNvCxnSpPr/>
          <p:nvPr/>
        </p:nvCxnSpPr>
        <p:spPr>
          <a:xfrm rot="10800000" flipH="1">
            <a:off x="4239188" y="4321506"/>
            <a:ext cx="297900" cy="900"/>
          </a:xfrm>
          <a:prstGeom prst="straightConnector1">
            <a:avLst/>
          </a:prstGeom>
          <a:noFill/>
          <a:ln w="16075" cap="flat" cmpd="sng">
            <a:solidFill>
              <a:srgbClr val="E06666"/>
            </a:solidFill>
            <a:prstDash val="solid"/>
            <a:round/>
            <a:headEnd type="none" w="med" len="med"/>
            <a:tailEnd type="triangle" w="med" len="med"/>
          </a:ln>
        </p:spPr>
      </p:cxnSp>
      <p:cxnSp>
        <p:nvCxnSpPr>
          <p:cNvPr id="154" name="Google Shape;154;p14"/>
          <p:cNvCxnSpPr/>
          <p:nvPr/>
        </p:nvCxnSpPr>
        <p:spPr>
          <a:xfrm>
            <a:off x="4241763" y="2827578"/>
            <a:ext cx="291900" cy="1200"/>
          </a:xfrm>
          <a:prstGeom prst="straightConnector1">
            <a:avLst/>
          </a:prstGeom>
          <a:noFill/>
          <a:ln w="16075" cap="flat" cmpd="sng">
            <a:solidFill>
              <a:srgbClr val="6AA84F"/>
            </a:solidFill>
            <a:prstDash val="solid"/>
            <a:round/>
            <a:headEnd type="none" w="med" len="med"/>
            <a:tailEnd type="triangle" w="med" len="med"/>
          </a:ln>
        </p:spPr>
      </p:cxnSp>
      <p:sp>
        <p:nvSpPr>
          <p:cNvPr id="155" name="Google Shape;155;p14"/>
          <p:cNvSpPr/>
          <p:nvPr/>
        </p:nvSpPr>
        <p:spPr>
          <a:xfrm>
            <a:off x="2143025" y="2286000"/>
            <a:ext cx="79500" cy="2659500"/>
          </a:xfrm>
          <a:prstGeom prst="leftBracket">
            <a:avLst>
              <a:gd name="adj" fmla="val 8333"/>
            </a:avLst>
          </a:prstGeom>
          <a:noFill/>
          <a:ln w="19050"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56" name="Google Shape;156;p14"/>
          <p:cNvCxnSpPr/>
          <p:nvPr/>
        </p:nvCxnSpPr>
        <p:spPr>
          <a:xfrm rot="10800000">
            <a:off x="1506050" y="3457700"/>
            <a:ext cx="626700" cy="3000"/>
          </a:xfrm>
          <a:prstGeom prst="straightConnector1">
            <a:avLst/>
          </a:prstGeom>
          <a:noFill/>
          <a:ln w="19050" cap="flat" cmpd="sng">
            <a:solidFill>
              <a:srgbClr val="E69138"/>
            </a:solidFill>
            <a:prstDash val="solid"/>
            <a:round/>
            <a:headEnd type="none" w="med" len="med"/>
            <a:tailEnd type="none" w="med" len="med"/>
          </a:ln>
        </p:spPr>
      </p:cxnSp>
      <p:sp>
        <p:nvSpPr>
          <p:cNvPr id="157" name="Google Shape;157;p14"/>
          <p:cNvSpPr txBox="1"/>
          <p:nvPr/>
        </p:nvSpPr>
        <p:spPr>
          <a:xfrm>
            <a:off x="617941" y="3456340"/>
            <a:ext cx="890100" cy="307800"/>
          </a:xfrm>
          <a:prstGeom prst="rect">
            <a:avLst/>
          </a:prstGeom>
          <a:noFill/>
          <a:ln>
            <a:noFill/>
          </a:ln>
        </p:spPr>
        <p:txBody>
          <a:bodyPr spcFirstLastPara="1" wrap="square" lIns="83350" tIns="83350" rIns="83350" bIns="83350" anchor="t" anchorCtr="0">
            <a:spAutoFit/>
          </a:bodyPr>
          <a:lstStyle/>
          <a:p>
            <a:pPr marL="0" lvl="0" indent="0" algn="ctr" rtl="0">
              <a:spcBef>
                <a:spcPts val="0"/>
              </a:spcBef>
              <a:spcAft>
                <a:spcPts val="0"/>
              </a:spcAft>
              <a:buNone/>
            </a:pPr>
            <a:r>
              <a:rPr lang="ca" sz="905">
                <a:solidFill>
                  <a:schemeClr val="dk1"/>
                </a:solidFill>
              </a:rPr>
              <a:t>in 40s</a:t>
            </a:r>
            <a:endParaRPr sz="1276"/>
          </a:p>
        </p:txBody>
      </p:sp>
      <p:sp>
        <p:nvSpPr>
          <p:cNvPr id="158" name="Google Shape;158;p14"/>
          <p:cNvSpPr txBox="1"/>
          <p:nvPr/>
        </p:nvSpPr>
        <p:spPr>
          <a:xfrm>
            <a:off x="2405850" y="780893"/>
            <a:ext cx="440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i="1">
                <a:solidFill>
                  <a:schemeClr val="dk2"/>
                </a:solidFill>
              </a:rPr>
              <a:t>S1</a:t>
            </a:r>
            <a:endParaRPr i="1">
              <a:solidFill>
                <a:schemeClr val="dk2"/>
              </a:solidFill>
            </a:endParaRPr>
          </a:p>
        </p:txBody>
      </p:sp>
      <p:sp>
        <p:nvSpPr>
          <p:cNvPr id="159" name="Google Shape;159;p14"/>
          <p:cNvSpPr txBox="1"/>
          <p:nvPr/>
        </p:nvSpPr>
        <p:spPr>
          <a:xfrm>
            <a:off x="2405850" y="2248660"/>
            <a:ext cx="440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i="1">
                <a:solidFill>
                  <a:schemeClr val="dk2"/>
                </a:solidFill>
              </a:rPr>
              <a:t>S2</a:t>
            </a:r>
            <a:endParaRPr i="1">
              <a:solidFill>
                <a:schemeClr val="dk2"/>
              </a:solidFill>
            </a:endParaRPr>
          </a:p>
        </p:txBody>
      </p:sp>
      <p:sp>
        <p:nvSpPr>
          <p:cNvPr id="160" name="Google Shape;160;p14"/>
          <p:cNvSpPr txBox="1"/>
          <p:nvPr/>
        </p:nvSpPr>
        <p:spPr>
          <a:xfrm>
            <a:off x="2405850" y="3757443"/>
            <a:ext cx="440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i="1">
                <a:solidFill>
                  <a:schemeClr val="dk2"/>
                </a:solidFill>
              </a:rPr>
              <a:t>S3</a:t>
            </a:r>
            <a:endParaRPr i="1">
              <a:solidFill>
                <a:schemeClr val="dk2"/>
              </a:solidFill>
            </a:endParaRPr>
          </a:p>
        </p:txBody>
      </p:sp>
      <p:sp>
        <p:nvSpPr>
          <p:cNvPr id="161" name="Google Shape;161;p14"/>
          <p:cNvSpPr txBox="1"/>
          <p:nvPr/>
        </p:nvSpPr>
        <p:spPr>
          <a:xfrm>
            <a:off x="4598358" y="2248660"/>
            <a:ext cx="440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i="1">
                <a:solidFill>
                  <a:schemeClr val="dk2"/>
                </a:solidFill>
              </a:rPr>
              <a:t>S4</a:t>
            </a:r>
            <a:endParaRPr i="1">
              <a:solidFill>
                <a:schemeClr val="dk2"/>
              </a:solidFill>
            </a:endParaRPr>
          </a:p>
        </p:txBody>
      </p:sp>
      <p:sp>
        <p:nvSpPr>
          <p:cNvPr id="162" name="Google Shape;162;p14"/>
          <p:cNvSpPr txBox="1"/>
          <p:nvPr/>
        </p:nvSpPr>
        <p:spPr>
          <a:xfrm>
            <a:off x="4581792" y="780893"/>
            <a:ext cx="440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i="1">
                <a:solidFill>
                  <a:schemeClr val="dk2"/>
                </a:solidFill>
              </a:rPr>
              <a:t>S5</a:t>
            </a:r>
            <a:endParaRPr i="1">
              <a:solidFill>
                <a:schemeClr val="dk2"/>
              </a:solidFill>
            </a:endParaRPr>
          </a:p>
        </p:txBody>
      </p:sp>
      <p:sp>
        <p:nvSpPr>
          <p:cNvPr id="163" name="Google Shape;163;p14"/>
          <p:cNvSpPr txBox="1"/>
          <p:nvPr/>
        </p:nvSpPr>
        <p:spPr>
          <a:xfrm>
            <a:off x="4586700" y="3757443"/>
            <a:ext cx="440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i="1">
                <a:solidFill>
                  <a:schemeClr val="dk2"/>
                </a:solidFill>
              </a:rPr>
              <a:t>S6</a:t>
            </a:r>
            <a:endParaRPr i="1">
              <a:solidFill>
                <a:schemeClr val="dk2"/>
              </a:solidFill>
            </a:endParaRPr>
          </a:p>
        </p:txBody>
      </p:sp>
      <p:sp>
        <p:nvSpPr>
          <p:cNvPr id="164" name="Google Shape;164;p14"/>
          <p:cNvSpPr txBox="1"/>
          <p:nvPr/>
        </p:nvSpPr>
        <p:spPr>
          <a:xfrm>
            <a:off x="6811950" y="3757443"/>
            <a:ext cx="440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i="1">
                <a:solidFill>
                  <a:schemeClr val="dk2"/>
                </a:solidFill>
              </a:rPr>
              <a:t>S7</a:t>
            </a:r>
            <a:endParaRPr i="1">
              <a:solidFill>
                <a:schemeClr val="dk2"/>
              </a:solidFill>
            </a:endParaRPr>
          </a:p>
        </p:txBody>
      </p:sp>
      <p:sp>
        <p:nvSpPr>
          <p:cNvPr id="165" name="Google Shape;165;p14"/>
          <p:cNvSpPr txBox="1"/>
          <p:nvPr/>
        </p:nvSpPr>
        <p:spPr>
          <a:xfrm>
            <a:off x="2736103" y="1964940"/>
            <a:ext cx="1983900" cy="278400"/>
          </a:xfrm>
          <a:prstGeom prst="rect">
            <a:avLst/>
          </a:prstGeom>
          <a:noFill/>
          <a:ln>
            <a:noFill/>
          </a:ln>
        </p:spPr>
        <p:txBody>
          <a:bodyPr spcFirstLastPara="1" wrap="square" lIns="68925" tIns="68925" rIns="68925" bIns="68925" anchor="t" anchorCtr="0">
            <a:spAutoFit/>
          </a:bodyPr>
          <a:lstStyle/>
          <a:p>
            <a:pPr marL="0" lvl="0" indent="0" algn="ctr" rtl="0">
              <a:spcBef>
                <a:spcPts val="0"/>
              </a:spcBef>
              <a:spcAft>
                <a:spcPts val="0"/>
              </a:spcAft>
              <a:buNone/>
            </a:pPr>
            <a:r>
              <a:rPr lang="ca" sz="905">
                <a:solidFill>
                  <a:srgbClr val="4A86E8"/>
                </a:solidFill>
              </a:rPr>
              <a:t>Center poke</a:t>
            </a:r>
            <a:endParaRPr sz="905">
              <a:solidFill>
                <a:srgbClr val="4A86E8"/>
              </a:solidFill>
            </a:endParaRPr>
          </a:p>
        </p:txBody>
      </p:sp>
      <p:sp>
        <p:nvSpPr>
          <p:cNvPr id="166" name="Google Shape;166;p14"/>
          <p:cNvSpPr txBox="1"/>
          <p:nvPr/>
        </p:nvSpPr>
        <p:spPr>
          <a:xfrm>
            <a:off x="4109265" y="2355969"/>
            <a:ext cx="565200" cy="417900"/>
          </a:xfrm>
          <a:prstGeom prst="rect">
            <a:avLst/>
          </a:prstGeom>
          <a:noFill/>
          <a:ln>
            <a:noFill/>
          </a:ln>
        </p:spPr>
        <p:txBody>
          <a:bodyPr spcFirstLastPara="1" wrap="square" lIns="68925" tIns="68925" rIns="68925" bIns="68925" anchor="t" anchorCtr="0">
            <a:spAutoFit/>
          </a:bodyPr>
          <a:lstStyle/>
          <a:p>
            <a:pPr marL="0" lvl="0" indent="0" algn="ctr" rtl="0">
              <a:spcBef>
                <a:spcPts val="0"/>
              </a:spcBef>
              <a:spcAft>
                <a:spcPts val="0"/>
              </a:spcAft>
              <a:buNone/>
            </a:pPr>
            <a:r>
              <a:rPr lang="ca" sz="905">
                <a:solidFill>
                  <a:srgbClr val="4A86E8"/>
                </a:solidFill>
              </a:rPr>
              <a:t>Lateral poke</a:t>
            </a:r>
            <a:endParaRPr sz="905">
              <a:solidFill>
                <a:srgbClr val="4A86E8"/>
              </a:solidFill>
            </a:endParaRPr>
          </a:p>
        </p:txBody>
      </p:sp>
      <p:sp>
        <p:nvSpPr>
          <p:cNvPr id="167" name="Google Shape;167;p14"/>
          <p:cNvSpPr txBox="1"/>
          <p:nvPr/>
        </p:nvSpPr>
        <p:spPr>
          <a:xfrm>
            <a:off x="4115661" y="4327994"/>
            <a:ext cx="565200" cy="417900"/>
          </a:xfrm>
          <a:prstGeom prst="rect">
            <a:avLst/>
          </a:prstGeom>
          <a:noFill/>
          <a:ln>
            <a:noFill/>
          </a:ln>
        </p:spPr>
        <p:txBody>
          <a:bodyPr spcFirstLastPara="1" wrap="square" lIns="68925" tIns="68925" rIns="68925" bIns="68925" anchor="t" anchorCtr="0">
            <a:spAutoFit/>
          </a:bodyPr>
          <a:lstStyle/>
          <a:p>
            <a:pPr marL="0" lvl="0" indent="0" algn="ctr" rtl="0">
              <a:spcBef>
                <a:spcPts val="0"/>
              </a:spcBef>
              <a:spcAft>
                <a:spcPts val="0"/>
              </a:spcAft>
              <a:buNone/>
            </a:pPr>
            <a:r>
              <a:rPr lang="ca" sz="905">
                <a:solidFill>
                  <a:srgbClr val="4A86E8"/>
                </a:solidFill>
              </a:rPr>
              <a:t>Lateral poke</a:t>
            </a:r>
            <a:endParaRPr sz="905">
              <a:solidFill>
                <a:srgbClr val="4A86E8"/>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4"/>
          <p:cNvSpPr txBox="1"/>
          <p:nvPr/>
        </p:nvSpPr>
        <p:spPr>
          <a:xfrm>
            <a:off x="1142047" y="1794772"/>
            <a:ext cx="609600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sz="2500" b="1" dirty="0">
                <a:solidFill>
                  <a:schemeClr val="dk1"/>
                </a:solidFill>
                <a:latin typeface="Roboto" panose="02000000000000000000" pitchFamily="2" charset="0"/>
                <a:ea typeface="Roboto" panose="02000000000000000000" pitchFamily="2" charset="0"/>
                <a:cs typeface="Roboto" panose="02000000000000000000" pitchFamily="2" charset="0"/>
              </a:rPr>
              <a:t>We are looking for beta testers!</a:t>
            </a:r>
            <a:endParaRPr sz="2500" b="1"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pic>
        <p:nvPicPr>
          <p:cNvPr id="260" name="Google Shape;260;p34"/>
          <p:cNvPicPr preferRelativeResize="0"/>
          <p:nvPr/>
        </p:nvPicPr>
        <p:blipFill>
          <a:blip r:embed="rId3">
            <a:alphaModFix/>
          </a:blip>
          <a:stretch>
            <a:fillRect/>
          </a:stretch>
        </p:blipFill>
        <p:spPr>
          <a:xfrm>
            <a:off x="6865475" y="407025"/>
            <a:ext cx="1853831" cy="753925"/>
          </a:xfrm>
          <a:prstGeom prst="rect">
            <a:avLst/>
          </a:prstGeom>
          <a:noFill/>
          <a:ln>
            <a:noFill/>
          </a:ln>
        </p:spPr>
      </p:pic>
      <p:sp>
        <p:nvSpPr>
          <p:cNvPr id="261" name="Google Shape;261;p34"/>
          <p:cNvSpPr txBox="1"/>
          <p:nvPr/>
        </p:nvSpPr>
        <p:spPr>
          <a:xfrm>
            <a:off x="1142047" y="2292963"/>
            <a:ext cx="7291800" cy="69246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sz="2000" dirty="0">
                <a:solidFill>
                  <a:schemeClr val="dk1"/>
                </a:solidFill>
                <a:latin typeface="Roboto" panose="02000000000000000000" pitchFamily="2" charset="0"/>
                <a:ea typeface="Roboto" panose="02000000000000000000" pitchFamily="2" charset="0"/>
                <a:cs typeface="Roboto" panose="02000000000000000000" pitchFamily="2" charset="0"/>
              </a:rPr>
              <a:t>contact: </a:t>
            </a:r>
            <a:r>
              <a:rPr lang="ca" sz="2000" u="sng" dirty="0">
                <a:solidFill>
                  <a:schemeClr val="dk1"/>
                </a:solidFill>
                <a:highlight>
                  <a:srgbClr val="FFFFFF"/>
                </a:highlight>
                <a:latin typeface="Roboto" panose="02000000000000000000" pitchFamily="2" charset="0"/>
                <a:ea typeface="Roboto" panose="02000000000000000000" pitchFamily="2" charset="0"/>
                <a:cs typeface="Roboto" panose="02000000000000000000" pitchFamily="2" charset="0"/>
                <a:hlinkClick r:id="rId4">
                  <a:extLst>
                    <a:ext uri="{A12FA001-AC4F-418D-AE19-62706E023703}">
                      <ahyp:hlinkClr xmlns:ahyp="http://schemas.microsoft.com/office/drawing/2018/hyperlinkcolor" val="tx"/>
                    </a:ext>
                  </a:extLst>
                </a:hlinkClick>
              </a:rPr>
              <a:t>balmaserrano@gmail.com</a:t>
            </a:r>
            <a:endParaRPr sz="2000" dirty="0">
              <a:solidFill>
                <a:schemeClr val="dk1"/>
              </a:solidFill>
              <a:highlight>
                <a:srgbClr val="FFFFFF"/>
              </a:highlight>
              <a:latin typeface="Roboto" panose="02000000000000000000" pitchFamily="2" charset="0"/>
              <a:ea typeface="Roboto" panose="02000000000000000000" pitchFamily="2" charset="0"/>
              <a:cs typeface="Roboto" panose="02000000000000000000" pitchFamily="2" charset="0"/>
            </a:endParaRPr>
          </a:p>
          <a:p>
            <a:pPr marL="0" lvl="0" indent="0" algn="l" rtl="0">
              <a:spcBef>
                <a:spcPts val="0"/>
              </a:spcBef>
              <a:spcAft>
                <a:spcPts val="0"/>
              </a:spcAft>
              <a:buNone/>
            </a:pPr>
            <a:endParaRPr sz="1300" dirty="0">
              <a:solidFill>
                <a:srgbClr val="2757DD"/>
              </a:solidFill>
              <a:highlight>
                <a:srgbClr val="FFFFFF"/>
              </a:highlight>
            </a:endParaRPr>
          </a:p>
        </p:txBody>
      </p:sp>
      <p:sp>
        <p:nvSpPr>
          <p:cNvPr id="2" name="Google Shape;127;p19">
            <a:extLst>
              <a:ext uri="{FF2B5EF4-FFF2-40B4-BE49-F238E27FC236}">
                <a16:creationId xmlns:a16="http://schemas.microsoft.com/office/drawing/2014/main" id="{CCFE5E35-CAD7-2FAD-0CC1-13C91CAD2EB7}"/>
              </a:ext>
            </a:extLst>
          </p:cNvPr>
          <p:cNvSpPr/>
          <p:nvPr/>
        </p:nvSpPr>
        <p:spPr>
          <a:xfrm>
            <a:off x="3175" y="4963800"/>
            <a:ext cx="9144000" cy="179700"/>
          </a:xfrm>
          <a:prstGeom prst="rect">
            <a:avLst/>
          </a:prstGeom>
          <a:solidFill>
            <a:srgbClr val="A39AB3"/>
          </a:solidFill>
          <a:ln w="9525" cap="flat" cmpd="sng">
            <a:solidFill>
              <a:srgbClr val="A39AB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pic>
        <p:nvPicPr>
          <p:cNvPr id="267" name="Google Shape;267;p35" title="qr_village_site.png"/>
          <p:cNvPicPr preferRelativeResize="0"/>
          <p:nvPr/>
        </p:nvPicPr>
        <p:blipFill>
          <a:blip r:embed="rId3">
            <a:alphaModFix/>
          </a:blip>
          <a:stretch>
            <a:fillRect/>
          </a:stretch>
        </p:blipFill>
        <p:spPr>
          <a:xfrm>
            <a:off x="6814057" y="1223988"/>
            <a:ext cx="2118562" cy="2118562"/>
          </a:xfrm>
          <a:prstGeom prst="rect">
            <a:avLst/>
          </a:prstGeom>
          <a:noFill/>
          <a:ln>
            <a:noFill/>
          </a:ln>
        </p:spPr>
      </p:pic>
      <p:pic>
        <p:nvPicPr>
          <p:cNvPr id="268" name="Google Shape;268;p35"/>
          <p:cNvPicPr preferRelativeResize="0"/>
          <p:nvPr/>
        </p:nvPicPr>
        <p:blipFill rotWithShape="1">
          <a:blip r:embed="rId4">
            <a:alphaModFix/>
          </a:blip>
          <a:srcRect b="14530"/>
          <a:stretch/>
        </p:blipFill>
        <p:spPr>
          <a:xfrm>
            <a:off x="7905045" y="3866233"/>
            <a:ext cx="1027574" cy="878271"/>
          </a:xfrm>
          <a:prstGeom prst="rect">
            <a:avLst/>
          </a:prstGeom>
          <a:noFill/>
          <a:ln>
            <a:noFill/>
          </a:ln>
        </p:spPr>
      </p:pic>
      <p:sp>
        <p:nvSpPr>
          <p:cNvPr id="269" name="Google Shape;269;p35"/>
          <p:cNvSpPr txBox="1"/>
          <p:nvPr/>
        </p:nvSpPr>
        <p:spPr>
          <a:xfrm>
            <a:off x="607625" y="387725"/>
            <a:ext cx="6096000"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sz="2500" b="1" dirty="0">
                <a:solidFill>
                  <a:schemeClr val="dk1"/>
                </a:solidFill>
                <a:latin typeface="Roboto" panose="02000000000000000000" pitchFamily="2" charset="0"/>
                <a:ea typeface="Roboto" panose="02000000000000000000" pitchFamily="2" charset="0"/>
                <a:cs typeface="Roboto" panose="02000000000000000000" pitchFamily="2" charset="0"/>
              </a:rPr>
              <a:t>Thank you!</a:t>
            </a:r>
            <a:endParaRPr sz="2500" b="1"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pic>
        <p:nvPicPr>
          <p:cNvPr id="270" name="Google Shape;270;p35"/>
          <p:cNvPicPr preferRelativeResize="0"/>
          <p:nvPr/>
        </p:nvPicPr>
        <p:blipFill>
          <a:blip r:embed="rId5">
            <a:alphaModFix/>
          </a:blip>
          <a:stretch>
            <a:fillRect/>
          </a:stretch>
        </p:blipFill>
        <p:spPr>
          <a:xfrm>
            <a:off x="527262" y="1141928"/>
            <a:ext cx="1425725" cy="1430150"/>
          </a:xfrm>
          <a:prstGeom prst="rect">
            <a:avLst/>
          </a:prstGeom>
          <a:noFill/>
          <a:ln>
            <a:noFill/>
          </a:ln>
        </p:spPr>
      </p:pic>
      <p:pic>
        <p:nvPicPr>
          <p:cNvPr id="271" name="Google Shape;271;p35"/>
          <p:cNvPicPr preferRelativeResize="0"/>
          <p:nvPr/>
        </p:nvPicPr>
        <p:blipFill>
          <a:blip r:embed="rId6">
            <a:alphaModFix/>
          </a:blip>
          <a:stretch>
            <a:fillRect/>
          </a:stretch>
        </p:blipFill>
        <p:spPr>
          <a:xfrm>
            <a:off x="4849951" y="1141928"/>
            <a:ext cx="1464403" cy="1416257"/>
          </a:xfrm>
          <a:prstGeom prst="rect">
            <a:avLst/>
          </a:prstGeom>
          <a:noFill/>
          <a:ln>
            <a:noFill/>
          </a:ln>
        </p:spPr>
      </p:pic>
      <p:pic>
        <p:nvPicPr>
          <p:cNvPr id="272" name="Google Shape;272;p35"/>
          <p:cNvPicPr preferRelativeResize="0"/>
          <p:nvPr/>
        </p:nvPicPr>
        <p:blipFill>
          <a:blip r:embed="rId7">
            <a:alphaModFix/>
          </a:blip>
          <a:stretch>
            <a:fillRect/>
          </a:stretch>
        </p:blipFill>
        <p:spPr>
          <a:xfrm>
            <a:off x="1952972" y="1152903"/>
            <a:ext cx="1425705" cy="1408164"/>
          </a:xfrm>
          <a:prstGeom prst="rect">
            <a:avLst/>
          </a:prstGeom>
          <a:noFill/>
          <a:ln>
            <a:noFill/>
          </a:ln>
        </p:spPr>
      </p:pic>
      <p:pic>
        <p:nvPicPr>
          <p:cNvPr id="273" name="Google Shape;273;p35"/>
          <p:cNvPicPr preferRelativeResize="0"/>
          <p:nvPr/>
        </p:nvPicPr>
        <p:blipFill>
          <a:blip r:embed="rId8">
            <a:alphaModFix/>
          </a:blip>
          <a:stretch>
            <a:fillRect/>
          </a:stretch>
        </p:blipFill>
        <p:spPr>
          <a:xfrm>
            <a:off x="3392487" y="1131550"/>
            <a:ext cx="1464407" cy="1429517"/>
          </a:xfrm>
          <a:prstGeom prst="rect">
            <a:avLst/>
          </a:prstGeom>
          <a:noFill/>
          <a:ln>
            <a:noFill/>
          </a:ln>
        </p:spPr>
      </p:pic>
      <p:sp>
        <p:nvSpPr>
          <p:cNvPr id="274" name="Google Shape;274;p35"/>
          <p:cNvSpPr txBox="1"/>
          <p:nvPr/>
        </p:nvSpPr>
        <p:spPr>
          <a:xfrm>
            <a:off x="712275" y="2599378"/>
            <a:ext cx="12081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sz="1300">
                <a:solidFill>
                  <a:schemeClr val="dk2"/>
                </a:solidFill>
              </a:rPr>
              <a:t>Rafa Marin</a:t>
            </a:r>
            <a:endParaRPr sz="1300">
              <a:solidFill>
                <a:schemeClr val="dk2"/>
              </a:solidFill>
            </a:endParaRPr>
          </a:p>
        </p:txBody>
      </p:sp>
      <p:sp>
        <p:nvSpPr>
          <p:cNvPr id="275" name="Google Shape;275;p35"/>
          <p:cNvSpPr txBox="1"/>
          <p:nvPr/>
        </p:nvSpPr>
        <p:spPr>
          <a:xfrm>
            <a:off x="1805462" y="2599378"/>
            <a:ext cx="16359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sz="1300">
                <a:solidFill>
                  <a:schemeClr val="dk2"/>
                </a:solidFill>
              </a:rPr>
              <a:t>Jaime de la Rocha</a:t>
            </a:r>
            <a:endParaRPr sz="1300">
              <a:solidFill>
                <a:schemeClr val="dk2"/>
              </a:solidFill>
            </a:endParaRPr>
          </a:p>
        </p:txBody>
      </p:sp>
      <p:sp>
        <p:nvSpPr>
          <p:cNvPr id="276" name="Google Shape;276;p35"/>
          <p:cNvSpPr txBox="1"/>
          <p:nvPr/>
        </p:nvSpPr>
        <p:spPr>
          <a:xfrm>
            <a:off x="4752699" y="2592441"/>
            <a:ext cx="1755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sz="1300">
                <a:solidFill>
                  <a:schemeClr val="dk2"/>
                </a:solidFill>
              </a:rPr>
              <a:t>Hernando Vergara</a:t>
            </a:r>
            <a:endParaRPr sz="1300">
              <a:solidFill>
                <a:schemeClr val="dk2"/>
              </a:solidFill>
            </a:endParaRPr>
          </a:p>
        </p:txBody>
      </p:sp>
      <p:sp>
        <p:nvSpPr>
          <p:cNvPr id="277" name="Google Shape;277;p35"/>
          <p:cNvSpPr txBox="1"/>
          <p:nvPr/>
        </p:nvSpPr>
        <p:spPr>
          <a:xfrm>
            <a:off x="3450483" y="2588695"/>
            <a:ext cx="1755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sz="1300">
                <a:solidFill>
                  <a:schemeClr val="dk2"/>
                </a:solidFill>
              </a:rPr>
              <a:t>Javi Rodríguez</a:t>
            </a:r>
            <a:endParaRPr sz="1300">
              <a:solidFill>
                <a:schemeClr val="dk2"/>
              </a:solidFill>
            </a:endParaRPr>
          </a:p>
        </p:txBody>
      </p:sp>
      <p:sp>
        <p:nvSpPr>
          <p:cNvPr id="278" name="Google Shape;278;p35"/>
          <p:cNvSpPr txBox="1"/>
          <p:nvPr/>
        </p:nvSpPr>
        <p:spPr>
          <a:xfrm>
            <a:off x="7060370" y="993138"/>
            <a:ext cx="2271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ca" sz="1800" i="1" dirty="0">
                <a:solidFill>
                  <a:schemeClr val="dk2"/>
                </a:solidFill>
              </a:rPr>
              <a:t>Webpage link</a:t>
            </a:r>
            <a:endParaRPr sz="1800" i="1" dirty="0">
              <a:solidFill>
                <a:schemeClr val="dk2"/>
              </a:solidFill>
            </a:endParaRPr>
          </a:p>
        </p:txBody>
      </p:sp>
      <p:pic>
        <p:nvPicPr>
          <p:cNvPr id="279" name="Google Shape;279;p35"/>
          <p:cNvPicPr preferRelativeResize="0"/>
          <p:nvPr/>
        </p:nvPicPr>
        <p:blipFill rotWithShape="1">
          <a:blip r:embed="rId9">
            <a:alphaModFix/>
          </a:blip>
          <a:srcRect/>
          <a:stretch/>
        </p:blipFill>
        <p:spPr>
          <a:xfrm>
            <a:off x="6598675" y="4109287"/>
            <a:ext cx="1268132" cy="392164"/>
          </a:xfrm>
          <a:prstGeom prst="rect">
            <a:avLst/>
          </a:prstGeom>
          <a:noFill/>
          <a:ln>
            <a:noFill/>
          </a:ln>
        </p:spPr>
      </p:pic>
      <p:sp>
        <p:nvSpPr>
          <p:cNvPr id="280" name="Google Shape;280;p35"/>
          <p:cNvSpPr txBox="1"/>
          <p:nvPr/>
        </p:nvSpPr>
        <p:spPr>
          <a:xfrm>
            <a:off x="523675" y="3070320"/>
            <a:ext cx="5515500" cy="1431131"/>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2"/>
              </a:buClr>
              <a:buSzPts val="1800"/>
              <a:buChar char="●"/>
            </a:pPr>
            <a:r>
              <a:rPr lang="ca" sz="1800" dirty="0">
                <a:solidFill>
                  <a:schemeClr val="dk2"/>
                </a:solidFill>
                <a:latin typeface="Roboto" panose="02000000000000000000" pitchFamily="2" charset="0"/>
                <a:ea typeface="Roboto" panose="02000000000000000000" pitchFamily="2" charset="0"/>
                <a:cs typeface="Roboto" panose="02000000000000000000" pitchFamily="2" charset="0"/>
              </a:rPr>
              <a:t>Brain Circuits and Behavior Lab</a:t>
            </a:r>
            <a:endParaRPr lang="en-US" sz="1800" dirty="0">
              <a:solidFill>
                <a:schemeClr val="dk2"/>
              </a:solidFill>
              <a:latin typeface="Roboto" panose="02000000000000000000" pitchFamily="2" charset="0"/>
              <a:ea typeface="Roboto" panose="02000000000000000000" pitchFamily="2" charset="0"/>
              <a:cs typeface="Roboto" panose="02000000000000000000" pitchFamily="2" charset="0"/>
            </a:endParaRPr>
          </a:p>
          <a:p>
            <a:pPr marL="457200" lvl="0" indent="-342900" algn="l" rtl="0">
              <a:lnSpc>
                <a:spcPct val="150000"/>
              </a:lnSpc>
              <a:spcBef>
                <a:spcPts val="0"/>
              </a:spcBef>
              <a:spcAft>
                <a:spcPts val="0"/>
              </a:spcAft>
              <a:buClr>
                <a:schemeClr val="dk2"/>
              </a:buClr>
              <a:buSzPts val="1800"/>
              <a:buChar char="●"/>
            </a:pPr>
            <a:r>
              <a:rPr lang="en-US" sz="1800" dirty="0">
                <a:solidFill>
                  <a:schemeClr val="dk2"/>
                </a:solidFill>
                <a:latin typeface="Roboto" panose="02000000000000000000" pitchFamily="2" charset="0"/>
                <a:ea typeface="Roboto" panose="02000000000000000000" pitchFamily="2" charset="0"/>
                <a:cs typeface="Roboto" panose="02000000000000000000" pitchFamily="2" charset="0"/>
              </a:rPr>
              <a:t>Animal Minds Lab (Rat Village)</a:t>
            </a:r>
          </a:p>
          <a:p>
            <a:pPr marL="457200" lvl="0" indent="-342900" algn="l" rtl="0">
              <a:lnSpc>
                <a:spcPct val="150000"/>
              </a:lnSpc>
              <a:spcBef>
                <a:spcPts val="0"/>
              </a:spcBef>
              <a:spcAft>
                <a:spcPts val="0"/>
              </a:spcAft>
              <a:buClr>
                <a:schemeClr val="dk2"/>
              </a:buClr>
              <a:buSzPts val="1800"/>
              <a:buChar char="●"/>
            </a:pPr>
            <a:r>
              <a:rPr lang="ca" sz="1800" dirty="0">
                <a:solidFill>
                  <a:schemeClr val="dk2"/>
                </a:solidFill>
                <a:latin typeface="Roboto" panose="02000000000000000000" pitchFamily="2" charset="0"/>
                <a:ea typeface="Roboto" panose="02000000000000000000" pitchFamily="2" charset="0"/>
                <a:cs typeface="Roboto" panose="02000000000000000000" pitchFamily="2" charset="0"/>
              </a:rPr>
              <a:t>Eco-HAB team</a:t>
            </a:r>
            <a:endParaRPr sz="1800" dirty="0">
              <a:solidFill>
                <a:schemeClr val="dk2"/>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3" name="Picture 2">
            <a:extLst>
              <a:ext uri="{FF2B5EF4-FFF2-40B4-BE49-F238E27FC236}">
                <a16:creationId xmlns:a16="http://schemas.microsoft.com/office/drawing/2014/main" id="{1844D011-BA6E-1E3E-49D6-1AFAD23B64E7}"/>
              </a:ext>
            </a:extLst>
          </p:cNvPr>
          <p:cNvPicPr>
            <a:picLocks noChangeAspect="1"/>
          </p:cNvPicPr>
          <p:nvPr/>
        </p:nvPicPr>
        <p:blipFill>
          <a:blip r:embed="rId3"/>
          <a:srcRect b="39581"/>
          <a:stretch>
            <a:fillRect/>
          </a:stretch>
        </p:blipFill>
        <p:spPr>
          <a:xfrm>
            <a:off x="688374" y="784861"/>
            <a:ext cx="7935954" cy="3349534"/>
          </a:xfrm>
          <a:prstGeom prst="rect">
            <a:avLst/>
          </a:prstGeom>
        </p:spPr>
      </p:pic>
      <p:sp>
        <p:nvSpPr>
          <p:cNvPr id="4" name="Rectangle 3">
            <a:extLst>
              <a:ext uri="{FF2B5EF4-FFF2-40B4-BE49-F238E27FC236}">
                <a16:creationId xmlns:a16="http://schemas.microsoft.com/office/drawing/2014/main" id="{73EFAD2A-260E-6446-CAB7-D296ECD98163}"/>
              </a:ext>
            </a:extLst>
          </p:cNvPr>
          <p:cNvSpPr/>
          <p:nvPr/>
        </p:nvSpPr>
        <p:spPr>
          <a:xfrm>
            <a:off x="1021286" y="942589"/>
            <a:ext cx="323851" cy="2095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DF20243-BEAE-4230-4BA0-16101804089A}"/>
              </a:ext>
            </a:extLst>
          </p:cNvPr>
          <p:cNvSpPr/>
          <p:nvPr/>
        </p:nvSpPr>
        <p:spPr>
          <a:xfrm>
            <a:off x="609600" y="693420"/>
            <a:ext cx="323851" cy="24916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3" name="Picture 2">
            <a:extLst>
              <a:ext uri="{FF2B5EF4-FFF2-40B4-BE49-F238E27FC236}">
                <a16:creationId xmlns:a16="http://schemas.microsoft.com/office/drawing/2014/main" id="{EF7AC193-6E12-3F35-A6D1-4C4AE8E5AC6B}"/>
              </a:ext>
            </a:extLst>
          </p:cNvPr>
          <p:cNvPicPr>
            <a:picLocks noChangeAspect="1"/>
          </p:cNvPicPr>
          <p:nvPr/>
        </p:nvPicPr>
        <p:blipFill>
          <a:blip r:embed="rId3"/>
          <a:srcRect l="45415" t="-511" r="1083" b="56784"/>
          <a:stretch>
            <a:fillRect/>
          </a:stretch>
        </p:blipFill>
        <p:spPr>
          <a:xfrm>
            <a:off x="2390774" y="-98302"/>
            <a:ext cx="4533902" cy="5241802"/>
          </a:xfrm>
          <a:prstGeom prst="rect">
            <a:avLst/>
          </a:prstGeom>
        </p:spPr>
      </p:pic>
      <p:sp>
        <p:nvSpPr>
          <p:cNvPr id="4" name="Rectangle 3">
            <a:extLst>
              <a:ext uri="{FF2B5EF4-FFF2-40B4-BE49-F238E27FC236}">
                <a16:creationId xmlns:a16="http://schemas.microsoft.com/office/drawing/2014/main" id="{0F332387-DC49-E764-4BED-459BD5D7AD6C}"/>
              </a:ext>
            </a:extLst>
          </p:cNvPr>
          <p:cNvSpPr/>
          <p:nvPr/>
        </p:nvSpPr>
        <p:spPr>
          <a:xfrm>
            <a:off x="2219324" y="66675"/>
            <a:ext cx="323851" cy="2095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5601A390-B11F-F3E7-1C71-D74A83A7587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92996A4-8B43-28D2-523F-82B1293221AF}"/>
              </a:ext>
            </a:extLst>
          </p:cNvPr>
          <p:cNvPicPr>
            <a:picLocks noChangeAspect="1"/>
          </p:cNvPicPr>
          <p:nvPr/>
        </p:nvPicPr>
        <p:blipFill>
          <a:blip r:embed="rId3"/>
          <a:srcRect t="64925" r="70377" b="18532"/>
          <a:stretch>
            <a:fillRect/>
          </a:stretch>
        </p:blipFill>
        <p:spPr>
          <a:xfrm>
            <a:off x="6108033" y="2771964"/>
            <a:ext cx="2619994" cy="2069686"/>
          </a:xfrm>
          <a:prstGeom prst="rect">
            <a:avLst/>
          </a:prstGeom>
        </p:spPr>
      </p:pic>
      <p:grpSp>
        <p:nvGrpSpPr>
          <p:cNvPr id="13" name="Group 12">
            <a:extLst>
              <a:ext uri="{FF2B5EF4-FFF2-40B4-BE49-F238E27FC236}">
                <a16:creationId xmlns:a16="http://schemas.microsoft.com/office/drawing/2014/main" id="{AED1428F-675F-0FE8-AE05-C1D004BBD3CC}"/>
              </a:ext>
            </a:extLst>
          </p:cNvPr>
          <p:cNvGrpSpPr/>
          <p:nvPr/>
        </p:nvGrpSpPr>
        <p:grpSpPr>
          <a:xfrm>
            <a:off x="2736045" y="510779"/>
            <a:ext cx="3671910" cy="2224143"/>
            <a:chOff x="2902891" y="771343"/>
            <a:chExt cx="3671910" cy="2224143"/>
          </a:xfrm>
        </p:grpSpPr>
        <p:pic>
          <p:nvPicPr>
            <p:cNvPr id="7" name="Picture 6">
              <a:extLst>
                <a:ext uri="{FF2B5EF4-FFF2-40B4-BE49-F238E27FC236}">
                  <a16:creationId xmlns:a16="http://schemas.microsoft.com/office/drawing/2014/main" id="{775FF8CC-59E1-DB4D-16A4-6AC605C28ACC}"/>
                </a:ext>
              </a:extLst>
            </p:cNvPr>
            <p:cNvPicPr>
              <a:picLocks noChangeAspect="1"/>
            </p:cNvPicPr>
            <p:nvPr/>
          </p:nvPicPr>
          <p:blipFill>
            <a:blip r:embed="rId3"/>
            <a:srcRect l="29553" t="27086" r="28931" b="55136"/>
            <a:stretch>
              <a:fillRect/>
            </a:stretch>
          </p:blipFill>
          <p:spPr>
            <a:xfrm>
              <a:off x="2902891" y="771343"/>
              <a:ext cx="3671910" cy="2224143"/>
            </a:xfrm>
            <a:prstGeom prst="rect">
              <a:avLst/>
            </a:prstGeom>
          </p:spPr>
        </p:pic>
        <p:sp>
          <p:nvSpPr>
            <p:cNvPr id="9" name="Rectangle 8">
              <a:extLst>
                <a:ext uri="{FF2B5EF4-FFF2-40B4-BE49-F238E27FC236}">
                  <a16:creationId xmlns:a16="http://schemas.microsoft.com/office/drawing/2014/main" id="{51FF502F-4125-6242-E525-69328EEF4276}"/>
                </a:ext>
              </a:extLst>
            </p:cNvPr>
            <p:cNvSpPr/>
            <p:nvPr/>
          </p:nvSpPr>
          <p:spPr>
            <a:xfrm>
              <a:off x="2902891" y="789125"/>
              <a:ext cx="305530" cy="3097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5F7A877-39CA-1645-A407-6FD1B13E7B5C}"/>
                </a:ext>
              </a:extLst>
            </p:cNvPr>
            <p:cNvSpPr/>
            <p:nvPr/>
          </p:nvSpPr>
          <p:spPr>
            <a:xfrm>
              <a:off x="4473421" y="771343"/>
              <a:ext cx="305530" cy="3097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4B0C8CBE-6166-4525-7932-1432FB34B62C}"/>
              </a:ext>
            </a:extLst>
          </p:cNvPr>
          <p:cNvGrpSpPr/>
          <p:nvPr/>
        </p:nvGrpSpPr>
        <p:grpSpPr>
          <a:xfrm>
            <a:off x="3333359" y="2697881"/>
            <a:ext cx="2632766" cy="2143769"/>
            <a:chOff x="3333359" y="2903621"/>
            <a:chExt cx="2632766" cy="2143769"/>
          </a:xfrm>
        </p:grpSpPr>
        <p:pic>
          <p:nvPicPr>
            <p:cNvPr id="6" name="Picture 5">
              <a:extLst>
                <a:ext uri="{FF2B5EF4-FFF2-40B4-BE49-F238E27FC236}">
                  <a16:creationId xmlns:a16="http://schemas.microsoft.com/office/drawing/2014/main" id="{F39441CE-2740-5F23-2BD6-FFA5FFEB46BD}"/>
                </a:ext>
              </a:extLst>
            </p:cNvPr>
            <p:cNvPicPr>
              <a:picLocks noChangeAspect="1"/>
            </p:cNvPicPr>
            <p:nvPr/>
          </p:nvPicPr>
          <p:blipFill>
            <a:blip r:embed="rId3"/>
            <a:srcRect l="72248" t="28321" b="55136"/>
            <a:stretch>
              <a:fillRect/>
            </a:stretch>
          </p:blipFill>
          <p:spPr>
            <a:xfrm>
              <a:off x="3511568" y="2977704"/>
              <a:ext cx="2454557" cy="2069686"/>
            </a:xfrm>
            <a:prstGeom prst="rect">
              <a:avLst/>
            </a:prstGeom>
          </p:spPr>
        </p:pic>
        <p:sp>
          <p:nvSpPr>
            <p:cNvPr id="11" name="Rectangle 10">
              <a:extLst>
                <a:ext uri="{FF2B5EF4-FFF2-40B4-BE49-F238E27FC236}">
                  <a16:creationId xmlns:a16="http://schemas.microsoft.com/office/drawing/2014/main" id="{FD39A506-A3D0-4DE2-9192-272E4462AC42}"/>
                </a:ext>
              </a:extLst>
            </p:cNvPr>
            <p:cNvSpPr/>
            <p:nvPr/>
          </p:nvSpPr>
          <p:spPr>
            <a:xfrm>
              <a:off x="3333359" y="2903621"/>
              <a:ext cx="260020" cy="2467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870E0619-F359-BFEB-8DCF-A2EE15A8CC19}"/>
              </a:ext>
            </a:extLst>
          </p:cNvPr>
          <p:cNvGrpSpPr/>
          <p:nvPr/>
        </p:nvGrpSpPr>
        <p:grpSpPr>
          <a:xfrm>
            <a:off x="638981" y="2830502"/>
            <a:ext cx="2640720" cy="2003127"/>
            <a:chOff x="638981" y="3036242"/>
            <a:chExt cx="2640720" cy="2003127"/>
          </a:xfrm>
        </p:grpSpPr>
        <p:pic>
          <p:nvPicPr>
            <p:cNvPr id="3" name="Picture 2">
              <a:extLst>
                <a:ext uri="{FF2B5EF4-FFF2-40B4-BE49-F238E27FC236}">
                  <a16:creationId xmlns:a16="http://schemas.microsoft.com/office/drawing/2014/main" id="{7CDCEA34-6826-0884-36E3-D8E3D0E4B4B9}"/>
                </a:ext>
              </a:extLst>
            </p:cNvPr>
            <p:cNvPicPr>
              <a:picLocks noChangeAspect="1"/>
            </p:cNvPicPr>
            <p:nvPr/>
          </p:nvPicPr>
          <p:blipFill>
            <a:blip r:embed="rId3"/>
            <a:srcRect t="28852" r="70143" b="55136"/>
            <a:stretch>
              <a:fillRect/>
            </a:stretch>
          </p:blipFill>
          <p:spPr>
            <a:xfrm>
              <a:off x="638981" y="3036242"/>
              <a:ext cx="2640720" cy="2003127"/>
            </a:xfrm>
            <a:prstGeom prst="rect">
              <a:avLst/>
            </a:prstGeom>
          </p:spPr>
        </p:pic>
        <p:sp>
          <p:nvSpPr>
            <p:cNvPr id="14" name="Rectangle 13">
              <a:extLst>
                <a:ext uri="{FF2B5EF4-FFF2-40B4-BE49-F238E27FC236}">
                  <a16:creationId xmlns:a16="http://schemas.microsoft.com/office/drawing/2014/main" id="{DFD08D59-AE87-1D73-58F2-CB4A2A317A89}"/>
                </a:ext>
              </a:extLst>
            </p:cNvPr>
            <p:cNvSpPr/>
            <p:nvPr/>
          </p:nvSpPr>
          <p:spPr>
            <a:xfrm>
              <a:off x="2033948" y="4235117"/>
              <a:ext cx="998010" cy="3162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a:extLst>
              <a:ext uri="{FF2B5EF4-FFF2-40B4-BE49-F238E27FC236}">
                <a16:creationId xmlns:a16="http://schemas.microsoft.com/office/drawing/2014/main" id="{AF909D1F-4CBA-4BB4-59BF-36B01180A225}"/>
              </a:ext>
            </a:extLst>
          </p:cNvPr>
          <p:cNvPicPr>
            <a:picLocks noChangeAspect="1"/>
          </p:cNvPicPr>
          <p:nvPr/>
        </p:nvPicPr>
        <p:blipFill>
          <a:blip r:embed="rId3"/>
          <a:srcRect l="14928" t="37515" r="70143" b="58538"/>
          <a:stretch>
            <a:fillRect/>
          </a:stretch>
        </p:blipFill>
        <p:spPr>
          <a:xfrm>
            <a:off x="5395146" y="1155032"/>
            <a:ext cx="1357864" cy="507803"/>
          </a:xfrm>
          <a:prstGeom prst="rect">
            <a:avLst/>
          </a:prstGeom>
        </p:spPr>
      </p:pic>
    </p:spTree>
    <p:extLst>
      <p:ext uri="{BB962C8B-B14F-4D97-AF65-F5344CB8AC3E}">
        <p14:creationId xmlns:p14="http://schemas.microsoft.com/office/powerpoint/2010/main" val="21636366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2" name="Picture 1">
            <a:extLst>
              <a:ext uri="{FF2B5EF4-FFF2-40B4-BE49-F238E27FC236}">
                <a16:creationId xmlns:a16="http://schemas.microsoft.com/office/drawing/2014/main" id="{D9999FC1-9A14-4CF6-6467-6ED6706615CF}"/>
              </a:ext>
            </a:extLst>
          </p:cNvPr>
          <p:cNvPicPr>
            <a:picLocks noChangeAspect="1"/>
          </p:cNvPicPr>
          <p:nvPr/>
        </p:nvPicPr>
        <p:blipFill>
          <a:blip r:embed="rId3"/>
          <a:srcRect t="26120" r="50057" b="62074"/>
          <a:stretch>
            <a:fillRect/>
          </a:stretch>
        </p:blipFill>
        <p:spPr>
          <a:xfrm>
            <a:off x="1312658" y="1438904"/>
            <a:ext cx="6229123" cy="2082811"/>
          </a:xfrm>
          <a:prstGeom prst="rect">
            <a:avLst/>
          </a:prstGeom>
        </p:spPr>
      </p:pic>
      <p:sp>
        <p:nvSpPr>
          <p:cNvPr id="3" name="Google Shape;237;p32">
            <a:extLst>
              <a:ext uri="{FF2B5EF4-FFF2-40B4-BE49-F238E27FC236}">
                <a16:creationId xmlns:a16="http://schemas.microsoft.com/office/drawing/2014/main" id="{4DCC0FEB-0556-37C2-99CB-51E96861823E}"/>
              </a:ext>
            </a:extLst>
          </p:cNvPr>
          <p:cNvSpPr txBox="1">
            <a:spLocks/>
          </p:cNvSpPr>
          <p:nvPr/>
        </p:nvSpPr>
        <p:spPr>
          <a:xfrm>
            <a:off x="311700" y="2164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b="1" dirty="0" err="1">
                <a:latin typeface="Roboto" panose="02000000000000000000" pitchFamily="2" charset="0"/>
                <a:ea typeface="Roboto" panose="02000000000000000000" pitchFamily="2" charset="0"/>
                <a:cs typeface="Roboto" panose="02000000000000000000" pitchFamily="2" charset="0"/>
              </a:rPr>
              <a:t>Homecage</a:t>
            </a:r>
            <a:r>
              <a:rPr lang="en-US" b="1" dirty="0">
                <a:latin typeface="Roboto" panose="02000000000000000000" pitchFamily="2" charset="0"/>
                <a:ea typeface="Roboto" panose="02000000000000000000" pitchFamily="2" charset="0"/>
                <a:cs typeface="Roboto" panose="02000000000000000000" pitchFamily="2" charset="0"/>
              </a:rPr>
              <a:t> activity is not altered by the TV</a:t>
            </a:r>
          </a:p>
          <a:p>
            <a:pPr algn="ctr"/>
            <a:endParaRPr lang="en-US" b="1" dirty="0"/>
          </a:p>
          <a:p>
            <a:endParaRPr lang="en-US" b="1" dirty="0"/>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3">
          <a:extLst>
            <a:ext uri="{FF2B5EF4-FFF2-40B4-BE49-F238E27FC236}">
              <a16:creationId xmlns:a16="http://schemas.microsoft.com/office/drawing/2014/main" id="{C6001537-3CED-2EDC-5A27-A86B87AEC1E7}"/>
            </a:ext>
          </a:extLst>
        </p:cNvPr>
        <p:cNvGrpSpPr/>
        <p:nvPr/>
      </p:nvGrpSpPr>
      <p:grpSpPr>
        <a:xfrm>
          <a:off x="0" y="0"/>
          <a:ext cx="0" cy="0"/>
          <a:chOff x="0" y="0"/>
          <a:chExt cx="0" cy="0"/>
        </a:xfrm>
      </p:grpSpPr>
      <p:pic>
        <p:nvPicPr>
          <p:cNvPr id="304" name="Google Shape;304;p40">
            <a:extLst>
              <a:ext uri="{FF2B5EF4-FFF2-40B4-BE49-F238E27FC236}">
                <a16:creationId xmlns:a16="http://schemas.microsoft.com/office/drawing/2014/main" id="{D97B7679-5844-6049-CA7B-4FFB0EC5A379}"/>
              </a:ext>
            </a:extLst>
          </p:cNvPr>
          <p:cNvPicPr preferRelativeResize="0"/>
          <p:nvPr/>
        </p:nvPicPr>
        <p:blipFill>
          <a:blip r:embed="rId3">
            <a:alphaModFix/>
          </a:blip>
          <a:srcRect t="5531" r="45116" b="51615"/>
          <a:stretch>
            <a:fillRect/>
          </a:stretch>
        </p:blipFill>
        <p:spPr>
          <a:xfrm>
            <a:off x="845819" y="1234440"/>
            <a:ext cx="5393704" cy="2231702"/>
          </a:xfrm>
          <a:prstGeom prst="rect">
            <a:avLst/>
          </a:prstGeom>
          <a:noFill/>
          <a:ln>
            <a:noFill/>
          </a:ln>
        </p:spPr>
      </p:pic>
      <p:sp>
        <p:nvSpPr>
          <p:cNvPr id="2" name="Google Shape;237;p32">
            <a:extLst>
              <a:ext uri="{FF2B5EF4-FFF2-40B4-BE49-F238E27FC236}">
                <a16:creationId xmlns:a16="http://schemas.microsoft.com/office/drawing/2014/main" id="{EB29CEB7-6AF0-860A-74BC-6791BEF5E845}"/>
              </a:ext>
            </a:extLst>
          </p:cNvPr>
          <p:cNvSpPr txBox="1">
            <a:spLocks/>
          </p:cNvSpPr>
          <p:nvPr/>
        </p:nvSpPr>
        <p:spPr>
          <a:xfrm>
            <a:off x="311700" y="2164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b="1" dirty="0">
                <a:latin typeface="Roboto" panose="02000000000000000000" pitchFamily="2" charset="0"/>
                <a:ea typeface="Roboto" panose="02000000000000000000" pitchFamily="2" charset="0"/>
                <a:cs typeface="Roboto" panose="02000000000000000000" pitchFamily="2" charset="0"/>
              </a:rPr>
              <a:t>Circadian modulations with the TV</a:t>
            </a:r>
          </a:p>
        </p:txBody>
      </p:sp>
      <p:pic>
        <p:nvPicPr>
          <p:cNvPr id="4" name="Google Shape;304;p40">
            <a:extLst>
              <a:ext uri="{FF2B5EF4-FFF2-40B4-BE49-F238E27FC236}">
                <a16:creationId xmlns:a16="http://schemas.microsoft.com/office/drawing/2014/main" id="{2A8CD6AE-8D10-A300-3749-D7125DBAED52}"/>
              </a:ext>
            </a:extLst>
          </p:cNvPr>
          <p:cNvPicPr preferRelativeResize="0"/>
          <p:nvPr/>
        </p:nvPicPr>
        <p:blipFill>
          <a:blip r:embed="rId3">
            <a:alphaModFix/>
          </a:blip>
          <a:srcRect t="53171" r="82591"/>
          <a:stretch>
            <a:fillRect/>
          </a:stretch>
        </p:blipFill>
        <p:spPr>
          <a:xfrm>
            <a:off x="6239523" y="1206726"/>
            <a:ext cx="1615190" cy="2302369"/>
          </a:xfrm>
          <a:prstGeom prst="rect">
            <a:avLst/>
          </a:prstGeom>
          <a:noFill/>
          <a:ln>
            <a:noFill/>
          </a:ln>
        </p:spPr>
      </p:pic>
    </p:spTree>
    <p:extLst>
      <p:ext uri="{BB962C8B-B14F-4D97-AF65-F5344CB8AC3E}">
        <p14:creationId xmlns:p14="http://schemas.microsoft.com/office/powerpoint/2010/main" val="42388972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p40"/>
          <p:cNvPicPr preferRelativeResize="0"/>
          <p:nvPr/>
        </p:nvPicPr>
        <p:blipFill>
          <a:blip r:embed="rId3">
            <a:alphaModFix/>
          </a:blip>
          <a:srcRect l="55860" b="51614"/>
          <a:stretch>
            <a:fillRect/>
          </a:stretch>
        </p:blipFill>
        <p:spPr>
          <a:xfrm>
            <a:off x="1546860" y="1201444"/>
            <a:ext cx="3815198" cy="2216135"/>
          </a:xfrm>
          <a:prstGeom prst="rect">
            <a:avLst/>
          </a:prstGeom>
          <a:noFill/>
          <a:ln>
            <a:noFill/>
          </a:ln>
        </p:spPr>
      </p:pic>
      <p:pic>
        <p:nvPicPr>
          <p:cNvPr id="5" name="Google Shape;304;p40">
            <a:extLst>
              <a:ext uri="{FF2B5EF4-FFF2-40B4-BE49-F238E27FC236}">
                <a16:creationId xmlns:a16="http://schemas.microsoft.com/office/drawing/2014/main" id="{97C7D699-1A66-9D8F-088D-14B051078B79}"/>
              </a:ext>
            </a:extLst>
          </p:cNvPr>
          <p:cNvPicPr preferRelativeResize="0"/>
          <p:nvPr/>
        </p:nvPicPr>
        <p:blipFill>
          <a:blip r:embed="rId3">
            <a:alphaModFix/>
          </a:blip>
          <a:srcRect l="60996" t="51614" r="12559"/>
          <a:stretch>
            <a:fillRect/>
          </a:stretch>
        </p:blipFill>
        <p:spPr>
          <a:xfrm>
            <a:off x="5455919" y="1225907"/>
            <a:ext cx="2346961" cy="2275494"/>
          </a:xfrm>
          <a:prstGeom prst="rect">
            <a:avLst/>
          </a:prstGeom>
          <a:noFill/>
          <a:ln>
            <a:noFill/>
          </a:ln>
        </p:spPr>
      </p:pic>
      <p:sp>
        <p:nvSpPr>
          <p:cNvPr id="6" name="Rectangle 5">
            <a:extLst>
              <a:ext uri="{FF2B5EF4-FFF2-40B4-BE49-F238E27FC236}">
                <a16:creationId xmlns:a16="http://schemas.microsoft.com/office/drawing/2014/main" id="{011B389A-2A04-61C3-3D06-AD24207AF800}"/>
              </a:ext>
            </a:extLst>
          </p:cNvPr>
          <p:cNvSpPr/>
          <p:nvPr/>
        </p:nvSpPr>
        <p:spPr>
          <a:xfrm>
            <a:off x="1485900" y="1225907"/>
            <a:ext cx="121920" cy="26761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E1CFED04-AF16-C546-5F58-BC7A12960489}"/>
              </a:ext>
            </a:extLst>
          </p:cNvPr>
          <p:cNvSpPr/>
          <p:nvPr/>
        </p:nvSpPr>
        <p:spPr>
          <a:xfrm>
            <a:off x="5455919" y="1092100"/>
            <a:ext cx="121920" cy="26761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8239</TotalTime>
  <Words>1448</Words>
  <Application>Microsoft Macintosh PowerPoint</Application>
  <PresentationFormat>On-screen Show (16:9)</PresentationFormat>
  <Paragraphs>171</Paragraphs>
  <Slides>40</Slides>
  <Notes>37</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Helvetica</vt:lpstr>
      <vt:lpstr>Calibri</vt:lpstr>
      <vt:lpstr>Roboto</vt:lpstr>
      <vt:lpstr>Georgia</vt:lpstr>
      <vt:lpstr>Arial</vt:lpstr>
      <vt:lpstr>Noto Sans Symbols</vt:lpstr>
      <vt:lpstr>Simple Light</vt:lpstr>
      <vt:lpstr>PowerPoint Presentation</vt:lpstr>
      <vt:lpstr>Towards fully automated behavioral training  </vt:lpstr>
      <vt:lpstr>Goals</vt:lpstr>
      <vt:lpstr>PowerPoint Presentation</vt:lpstr>
      <vt:lpstr>PowerPoint Presentation</vt:lpstr>
      <vt:lpstr>PowerPoint Presentation</vt:lpstr>
      <vt:lpstr>Video here: https://braincircuitsbehaviorlab.github.io/village/_static/video.m4v </vt:lpstr>
      <vt:lpstr>PowerPoint Presentation</vt:lpstr>
      <vt:lpstr>PowerPoint Presentation</vt:lpstr>
      <vt:lpstr>PowerPoint Presentation</vt:lpstr>
      <vt:lpstr>PowerPoint Presentation</vt:lpstr>
      <vt:lpstr>Efficient and balanced access to the operant box   </vt:lpstr>
      <vt:lpstr>PowerPoint Presentation</vt:lpstr>
      <vt:lpstr>Compatible with multiple behavioral paradigms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Engagement in complex cognitive tasks  </vt:lpstr>
      <vt:lpstr>Comparable performance to manual training </vt:lpstr>
      <vt:lpstr>Suitable for longitudinal behavioral assesment</vt:lpstr>
      <vt:lpstr>Homecage behaviors are modulated by the task </vt:lpstr>
      <vt:lpstr>Homecage behaviors are modulated by the task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Jaime de la Rocha Vázquez</cp:lastModifiedBy>
  <cp:revision>46</cp:revision>
  <dcterms:modified xsi:type="dcterms:W3CDTF">2026-06-29T16:56:22Z</dcterms:modified>
</cp:coreProperties>
</file>